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94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5:07:34.7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915 1359 10253,'0'-5'1111,"0"1"0,1 0 0,0-1 0,-1 1 0,1 0 1,1 0-1,-1 0 0,4-7 0,-2 5-396,0 1 1,1-1-1,0 1 1,0 0-1,5-6 1,7-3-335,1 0 0,30-19 0,-14 10 912,234-200 1190,-237 194-2409,-1-2-1,-2-1 0,-1-1 0,-1-1 1,-2-2-1,-1 0 0,-2-1 0,-2-1 0,-1-1 1,-2 0-1,-2-1 0,-2-1 0,-1 0 1,-2 0-1,-2-1 0,-2 0 0,-1-69 0,-4 100-66,0 1-1,-1 0 0,0 0 0,0 0 1,-1 0-1,-1 0 0,1 0 0,-1 1 0,-1 0 1,0 0-1,0 0 0,-1 0 0,0 1 1,-1 0-1,0 0 0,0 1 0,0 0 0,-1 0 1,0 0-1,0 1 0,-1 1 0,0-1 1,0 1-1,0 1 0,-1 0 0,1 0 0,-1 0 1,0 2-1,0-1 0,0 1 0,0 1 1,-1-1-1,1 2 0,0 0 0,-12 1 1,-13 2 36,0 3 1,0 0 0,1 3-1,0 1 1,1 1 0,0 1-1,0 3 1,-35 21 0,1 3 165,3 4 0,-101 86 1,109-79-106,2 3-1,3 1 1,2 4 0,2 1 0,3 2-1,-50 94 1,70-109-103,1 1 0,3 2 0,2 0 1,2 1-1,2 0 0,2 1 0,3 1 0,2-1 0,2 2 0,2 57 0,7-53-1,2 0 0,3-1 0,2 0 0,26 76 0,-11-60 0,3-1 0,64 111 0,108 119 0,23-15 0,-106-138 0,2 17 0,-97-129 0,-2 1 0,30 73 0,-43-89 0,-1 0 0,-1 0 0,-1 0 0,-2 0 0,0 1 0,0 0 0,-2 23 0,-2-29 0,-1 1 0,0-1 0,-1 0 0,-1 0 0,0 0 0,-2 0 0,1-1 0,-2 1 0,0-2 0,-13 21 0,-5 1 9,-2-2 0,-1-2-1,-1 0 1,-2-2 0,-1-1 0,-1-1 0,-65 40 0,7-14-667,-194 84 0,260-128 287,-131 49-1929,140-54 1802,1-1 0,0-1 0,-1-1-1,0 0 1,0-1 0,1-1 0,-1 0 0,-19-3 0,27 1 86,1 0 1,0 0-1,-1 0 1,1 0-1,0-1 1,0-1-1,0 1 1,1-1 0,-1 0-1,1-1 1,-7-5-1,10 6-171,-1 1-1,1-1 1,0 0 0,0 0-1,0 0 1,1 0-1,0 0 1,-1-1-1,2 1 1,-1-1 0,-1-5-1,-1-41-8861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5:07:35.2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759 2 13973,'-10'1'631,"1"0"0,-1 0 1,1-1-1,-1 0 0,-13-2 0,15 1-201,-1 0-1,0 0 1,1 1 0,-1 1 0,1-1 0,-1 1-1,1 1 1,-12 3 0,-2 3 206,1 2 1,0 1-1,0 1 0,1 0 0,1 1 1,0 2-1,1 0 0,-19 19 0,-15 21 387,-52 74-1,68-81-692,1 2 0,3 1 0,2 2 0,3 1 0,-33 92 0,54-128-286,0 1 0,2-1 0,0 2 0,1-1 0,1 0 0,1 0 0,2 22 0,0-29-24,0 0 0,2 0 0,0 0 0,0 0 0,1-1 0,0 1 0,1-1 0,0 0 0,1 0 0,0-1 0,0 0 1,13 14-1,-6-10-5,1 0 1,1-2-1,0 0 1,0 0 0,1-1-1,0-1 1,1-1 0,1 0-1,-1-1 1,1-1-1,0-1 1,1 0 0,31 4-1,-2-3-38,1-1 0,-1-4 1,1-1-1,62-7 0,-48-1-7,0-2 0,0-3 0,-1-4 1,-1-1-1,-1-4 0,0-2 0,-2-2 1,-1-3-1,-1-3 0,86-62 0,247-239 38,-270 223 48,-118 108-58,-2 5 30,-66 217 164,66-215-185,-1 0 0,1 0 0,0 0-1,1 0 1,0 0 0,0 0 0,0 0-1,0 0 1,1 1 0,0-1 0,1 0 0,-1-1-1,1 1 1,0 0 0,0 0 0,1-1-1,0 1 1,0-1 0,0 0 0,1 0 0,-1 0-1,1 0 1,8 6 0,-5-5 13,1 0-1,1-1 1,-1 0 0,1 0-1,0-1 1,0 0 0,0-1 0,0 0-1,1 0 1,-1-1 0,1 0 0,-1-1-1,17 0 1,17-1 68,78-13 0,-73 7-37,57-1 0,-98 7-79,49 4 49,-53-4-103,1 1 1,-1 0-1,0 0 1,1 1-1,-1-1 1,0 1-1,0-1 1,0 1-1,0 0 1,0 0-1,-1 0 1,1 1 0,-1-1-1,5 5 1,28 30-3728,-8-10-4108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5:07:35.3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27 142 13365,'-16'-54'1988,"19"33"-423,-10 9-309,4-6 720,3 3-2108,-3-6-812,26 30-15146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5:07:36.7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130 151 12341,'4'-7'251,"-1"1"56,0 1 0,1 0 1,-1-1-1,2 1 1,-1 0-1,0 1 1,1-1-1,0 1 1,0 0-1,8-5 0,63-45 6219,-73 52-5019,-3-1-194,1-3-1116,4-14 1707,0 19-795,4 13-313,-6-6-604,-1 1 1,1 0-1,-1 0 0,0-1 0,-1 1 0,0 0 0,0 0 0,-1 0 1,1 1-1,-2 7 0,-11 79 904,8-71-957,-23 110-91,-59 172-1,6-34-49,67-219 2,-52 243 0,59-254 0,1-1 0,2 1 0,3 0 0,0 0 0,9 51 0,-7-80 0,0-2 0,1 1 0,0 0 0,1 0 0,0-1 0,1 0 0,0 0 0,9 14 0,-10-19 0,0 0 0,1 0 0,-1 0 0,1-1 0,0 1 0,0-1 0,0 0 0,0-1 0,1 1 0,0-1 0,-1 0 0,1-1 0,0 1 0,1-1 0,11 2 0,1-2 0,-1 0 0,1-2 0,0 0 0,-1-2 0,1 0 0,-1 0 0,1-2 0,-1-1 0,0 0 0,0-1 0,-1 0 0,0-2 0,17-9 0,19-14 0,0-2 0,75-63 0,-77 57-36,-3-3-1,65-71 1,-112 111-63,-4 1 10,1 0 82,0 0-1,0 0-1,-1 0 1,1 0 0,0 0-1,-1 0 1,1 1 0,0-1 0,-1 1-1,-4-1 1,4 2 4,0 0-1,1-1 1,-1 1-1,0 1 1,1-1-1,-1 0 1,0 0-1,1 1 1,0 0 0,-1-1-1,1 1 1,-3 3-1,-43 39-93,45-42 99,1 1 0,-1-1 1,0 1-1,1 0 1,0 0-1,-1 0 0,1 0 1,1 0-1,-1 0 1,0 0-1,1 1 1,-1-1-1,0 4 0,2-5 1,0-1-1,0 0 1,1 1-1,-1-1 1,0 0 0,0 1-1,1-1 1,-1 0-1,1 1 1,-1-1-1,1 0 1,0 0-1,-1 0 1,1 0-1,0 1 1,0-1-1,0 0 1,0 0 0,0 0-1,0-1 1,0 1-1,0 0 1,0 0-1,0-1 1,0 1-1,1 0 1,-1-1-1,0 1 1,1-1-1,1 1 1,13 4 16,0-1 1,0-1-1,0-1 0,0 0 1,0-1-1,1 0 0,-1-1 0,27-5 1,133-29-63,-171 32 46,305-98-3,-34 9-59,-223 81 121,-50 10-64,0 0 0,0 1 0,0-1 0,0 1 0,-1-1 1,1 1-1,0 0 0,0 0 0,0 0 0,-1 0 1,1 1-1,5 2 0,-6-2-368,-2 2-446,3 36-2620,-3-36 1002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5:07:36.9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34 538 12753,'-34'-3'6081,"37"-16"-5405,1 1-464,13 9-420,9-6-560,4 6-716,7 0-525,-3-3-2411,9 0-3429</inkml:trace>
  <inkml:trace contextRef="#ctx0" brushRef="#br0" timeOffset="1">1236 1 13433,'-4'2'493,"0"1"0,1-1 0,-1 1 0,1 0 0,-1 0 0,1 0 0,0 1 0,0-1 0,1 1 0,-1-1 0,-2 7 0,-24 50 3012,22-45-2455,-60 167 3948,40-102-3929,2 6-516,-4 67-414,25-133-492,2-1 1,1 1-1,1 0 0,0 0 1,1-1-1,1 1 0,1-1 1,1 1-1,1-1 0,9 24 1,-11-31 10,0-4-55,0 0-1,0 0 0,0-1 0,1 1 0,1-1 0,-1 1 0,1-1 0,0-1 1,1 1-1,-1-1 0,1 0 0,1 0 0,-1 0 0,11 6 0,-12-9-110,0-1-1,0 1 1,0-1-1,1 0 0,-1 0 1,1-1-1,-1 0 0,1 0 1,-1 0-1,1 0 1,0-1-1,-1 0 0,1 0 1,-1-1-1,1 1 0,0-1 1,-1-1-1,1 1 1,-1-1-1,0 0 0,1 0 1,8-5-1,30-18-5283</inkml:trace>
  <inkml:trace contextRef="#ctx0" brushRef="#br0" timeOffset="2">1089 607 13317,'-56'0'2269,"53"0"-1885,0 0 0,1 0-1,-1 0 1,0-1 0,0 1 0,1-1-1,-1 1 1,0-1 0,1 0-1,-1 0 1,0 0 0,-2-2 0,4 2-120,-1 0 0,1 1 0,0-1 0,-1 0 0,1 1 0,-1-1 0,1 1 0,-1 0 0,1-1 0,-1 1 0,1 0 0,-2 0 0,17-22 2129,-10 17-2266,1 1 0,-1 1 0,1-1-1,0 1 1,0-1 0,0 1-1,1 1 1,9-5 0,54-12 356,-35 10-366,601-120-3871,15 60-8175,-428 53 2455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5:07:37.7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212 389 12401,'107'-165'2040,"-95"149"-1418,-1-2-1,-1 1 0,-1-1 0,-1-1 1,11-33-1,-15 40 754,0 0 0,1 0-1,0 0 1,14-21 0,-18 30-237,1 7-31,-1 7-834,1 0 0,-1 0 0,-1 0 1,0 1-1,0-1 0,-1 0 0,-1 0 0,0 0 1,0 0-1,-1 0 0,-5 10 0,3-3 26,-151 468 1596,-34 134-1872,170-531-26,3 0 1,5 0-1,3 1 0,4 1 1,8 99-1,0-159 3,0 0 0,2-1 0,2 1 0,0-1 0,19 45 0,-21-64 0,0 0 0,1-1 0,0 0 0,1-1 0,0 1 0,0-1 0,1-1 0,1 1 0,13 10 0,29 22 0,97 59 0,-131-89 0,1-2 0,1 0 0,-1-1 0,1 0 0,1-2 0,-1 0 0,1-2 0,0 0 0,1-1 0,27 1 0,-24-3 0,48 3 0,0-4 1,-1-2-1,1-4 1,-1-3-1,0-4 0,0-2 1,-2-3-1,0-3 1,79-37-1,-81 28-5,-2-3 0,-2-3 0,-1-3 0,-2-2 0,-2-3 0,-1-2 0,-3-3-1,-2-2 1,50-63 0,-88 95-36,-1 0-1,-1-1 0,0 0 1,10-26-1,-17 35 19,-1 0-1,0-1 1,-1 1-1,0-1 1,-1 0-1,0 0 1,-1 0-1,0 0 0,-2-21 1,0 29 20,0 1 0,0-1 0,0 0-1,0 0 1,-1 1 0,0-1 0,0 1 0,0-1 0,0 1 0,0 0 0,-1 0-1,0 0 1,1 0 0,-1 0 0,-5-3 0,2 2 19,0 0-1,0 0 1,-1 0-1,0 0 1,0 1 0,-13-4-1,6 4-10,0 1 1,0 0-1,0 1 0,0 0 0,0 1 0,-1 1 0,1 0 0,0 1 0,0 1 0,0 0 1,-17 7-1,-7 4 20,1 1 0,-62 36 0,74-37-47,0 2-1,1 1 1,1 1 0,1 1-1,-20 21 1,33-31 17,2 0 0,-1 0-1,1 1 1,0-1 0,1 2 0,0-1 0,1 1 0,0 0-1,1 0 1,0 0 0,1 0 0,0 1 0,1 0 0,0-1-1,0 14 1,2-17 0,1 0 0,0 0-1,1 0 1,0-1 0,0 1 0,1 0-1,-1-1 1,2 0 0,-1 0-1,1 0 1,0 0 0,1 0 0,-1-1-1,1 0 1,1 0 0,-1 0-1,1 0 1,0-1 0,7 4-1,8 7-73,1-2 0,1 0 0,0-2-1,34 13 1,-18-9-56,1-2 0,0-2 0,1-1 0,0-3 0,1-1 0,0-2-1,0-1 1,52-4 0,260-19-578,-277 8 599,-1-3 0,-1-4 0,127-46 0,-146 41 64,-1-2-1,-1-3 1,-1-2 0,-1-2-1,58-48 1,-101 73 40,0 0 1,0 0 0,-1-1-1,0-1 1,-1 1 0,1-1-1,-2 0 1,1-1 0,-1 0-1,-1 0 1,0 0 0,6-16-1,-11 24 7,0 0-1,0 0 1,1 0-1,-1 0 1,0 0-1,0 0 0,-1 0 1,1 0-1,0 0 1,-1 0-1,1 0 1,-1 0-1,0 0 1,0 0-1,1 1 0,-1-1 1,0 0-1,-1 0 1,1 1-1,0-1 1,0 0-1,-1 1 1,1 0-1,-1-1 1,-1 0-1,-2-2 0,-1 0-1,1 1 1,-1-1-1,0 1 1,-9-3 0,1 2 3,0 0 0,1 1 1,-1 1-1,0 0 1,0 1-1,0 0 0,-22 3 1,-95 17-5,100-13-194,0 2 0,0 2 0,1 1 0,0 1 0,-52 30 0,61-30-127,1 1-1,1 1 0,0 1 1,1 1-1,0 1 0,1 0 1,1 1-1,-18 27 1,33-43 301,-1 0 0,1 1 0,0-1-1,0 0 1,0 1 0,0-1 0,1 1 0,-1-1 0,1 1 0,-1-1 0,1 1 0,0 0 0,0-1 0,0 1 0,1-1 0,-1 1 0,0-1 0,1 1 0,0 0 0,-1-1 0,1 0 0,0 1 0,0-1 0,1 0 0,-1 1 0,0-1 0,1 0 0,-1 0 0,1 0 0,0 0 0,0 0 0,0 0 0,0-1 0,0 1 0,0-1 0,0 1 0,0-1 0,1 0 0,-1 0 0,3 1 0,84-1 349,-54 1-77,163 13 1709,-159-9-1835,-1 1-1,1 1 0,37 15 0,-39-11-1329,0-2-1,45 7 0,25-3-8514,-53-8-605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5:07:38.0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4 13453,'3'-1'293,"0"0"-1,1 1 0,-1-1 1,1 1-1,-1-1 1,1 1-1,-1 0 0,0 1 1,1-1-1,-1 1 1,1-1-1,-1 1 0,0 0 1,1 0-1,-1 0 1,0 1-1,0-1 0,0 1 1,0 0-1,0 0 1,0 0-1,-1 0 0,1 0 1,-1 1-1,1-1 1,-1 1-1,0-1 0,0 1 1,0 0-1,0 0 1,-1 0-1,1 0 0,1 5 1,11 42 707,-2 0 0,-2 2 0,-3-1 1,2 98-1,-11-82-786,-2 1 0,-4-1 1,-2-1-1,-4 1 0,-2-2 0,-33 84 0,-27 64 81,76-213-293,0 1 0,0 0 0,0 0-1,0-1 1,0 1 0,0 0 0,1-1 0,-1 1 0,0 0-1,0 0 1,1-1 0,-1 1 0,0 0 0,1-1 0,-1 1-1,1-1 1,-1 1 0,1-1 0,-1 1 0,1 0-1,-1-1 1,1 0 0,0 1 0,-1-1 0,1 1 0,0-1-1,1 1 4,-1 0-4,1 0 0,0 0-1,-1 0 1,1-1 0,0 1 0,0-1-1,-1 1 1,1-1 0,0 0 0,0 1-1,0-1 1,0 0 0,0 0 0,0-1-1,-1 1 1,1 0 0,0 0 0,0-1-1,0 1 1,-1-1 0,1 0 0,0 0-1,0 1 1,-1-1 0,3-2 0,6-4-7,0 0 0,0 0 0,8-9 0,-12 10 1,72-74 9,-31 29-86,309-294-2621,-23 65-2695,-102 110-4168,-132 105 60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5:07:38.6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67 11961,'3'0'248,"-1"0"1,0 0-1,1 1 0,-1-1 0,0 1 1,0-1-1,0 1 0,1 0 0,-1 0 1,0 0-1,0 0 0,0 0 0,0 0 1,0 1-1,-1-1 0,1 1 0,0-1 1,-1 1-1,1 0 0,4 6 5406,-37-19-3360,25 8-1585,2 1-420,-1 0 0,1 0 0,-1 0 0,1 1 0,-1-1 0,0 1 0,-6 0 0,18-15 709,-6 14-953,0-1 0,1 1 1,0 0-1,-1 0 0,1 0 1,0 0-1,0 0 0,0 0 1,0 0-1,0 1 0,1-1 1,-1 1-1,1 0 0,-1-1 1,1 1-1,-1 0 0,1 0 1,3 0-1,57-10 287,-51 9-252,15-1 49,0 1-1,-1 2 1,1 0-1,0 1 0,39 8 1,-56-7-104,-1 0 0,0 0 1,0 1-1,0 0 0,0 1 0,-1 0 0,1 0 1,-1 1-1,0 0 0,0 0 0,0 1 0,-1 0 0,0 1 1,0-1-1,-1 1 0,0 0 0,0 1 0,-1 0 1,6 8-1,-8-9-16,-1 0 1,0 0-1,0 0 0,0 0 1,-1 0-1,0 0 1,0 0-1,-1 0 0,0 0 1,0 1-1,-1-1 1,0 0-1,0 0 0,0 0 1,-1 0-1,0 0 1,-1 0-1,0-1 0,0 1 1,-5 9-1,-8 9 13,-1 0 0,-1-1-1,-32 33 1,40-46-45,-156 159 41,188-166 91,-4-5 6,0 0 0,0-2 0,-1 0 0,34-11 0,74-34 259,-24 9-385,219-50 11,-276 79 0,97-18 0,-124 26 0,1 1 0,0 0 0,-1 1 0,1 1 0,32 6 0,-42-4-49,1-1 1,-1 1-1,0 1 1,0 0-1,0 0 1,-1 0-1,12 10 0,42 40-4812,-36-30 2096,22 22-2774,-37-35 4447,1 0-1,0-1 1,0 0 0,1-1 0,24 14 0,7 0-241,49 17-1,-72-32 1898,0-2 0,0 0 0,1-1 0,40 3 0,-22-3 2011,-34-3-2287,-1-1 1,1-1 0,0 1-1,-1-1 1,1 1-1,0-1 1,-1-1 0,1 1-1,0-1 1,0 0-1,8-2 1,-4 0 40,0-1 1,-1 0-1,1 0 0,-1 0 1,0-1-1,9-7 0,-15 9-619,1 1-1,-1-1 1,0 1 0,0-1-1,0 0 1,-1 1-1,1-1 1,0 0-1,-1 0 1,0 0 0,0-1-1,0 1 1,0 0-1,0 0 1,-1-1 0,1 1-1,-1 0 1,0-1-1,0 1 1,-1-5-1,-5-9-4480,-3 2-2531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5:07:39.1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658 874 5517,'-146'10'2348,"-164"-11"0,293-1-1527,0-1 1,0 0 0,0-1-1,0-1 1,0-1-1,1 0 1,0-1-1,0-1 1,1 0-1,-18-14 1,32 22-763,1-1 1,-1 0-1,1 0 0,0 0 1,-1 0-1,1 0 0,0 0 1,0 0-1,-1 0 1,1 0-1,0 0 0,0 0 1,0 0-1,0 0 0,1 0 1,-1 0-1,0 0 1,0 0-1,1 0 0,0-2 1,-1 1 111,1-2-105,1 1 1,-1-1-1,1 1 0,-1-1 1,1 1-1,0 0 1,0 0-1,0 0 0,1 0 1,-1 0-1,1 1 1,0-1-1,0 1 0,0-1 1,0 1-1,0 0 1,0 0-1,0 1 0,1-1 1,-1 0-1,5 0 1,13-6 158,1 2 1,34-7 0,-22 6-13,737-116 1651,-723 117-1792,309-36 361,73-3-5,66-3-62,67-1-40,65-2-32,63-2 7,62 3 74,62-3 38,64 3-21,7418-71 3832,-4548 215-3862,-4 34-1372,-3284-109-664,-79 2-486,-84 2-723,-263-20 2341,169 19-3712,-166-15 1132,46 14 1,-59-12-2439,41 20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5:07:40.3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167 13 8877,'0'1'300,"1"-1"0,-1 1 0,1 0 0,-1-1 0,1 1 1,0-1-1,-1 1 0,1-1 0,0 1 0,0-1 0,-1 1 0,1-1 0,0 0 0,0 1 1,0-1-1,-1 0 0,1 0 0,0 0 0,0 1 0,1-1 0,-5-9 3339,-4-3-1956,-10 24-1154,9-10 5579,7-3-5997,0 0 0,0 1 0,0-1 0,0 1 0,0-1 0,0 1 0,1-1 0,-1 1 0,-1 0-1,1-1 1,0 1 0,0 0 0,0 0 0,0 0 0,0-1 0,0 1 0,0 0 0,0 1 0,0-1-1,0 0 1,0 0 0,0 0 0,0 1 0,-1-1 0,1 3 32,1-1 1,-1 0-1,1 0 1,0 0-1,0 1 1,0-1-1,0 0 1,0 0-1,1 0 1,-1 1-1,2 1 1,-2-4-165,0 8 219,1 0 0,-1-1 0,0 1 0,-1 0 0,-2 12 0,-1 20-231,14 92 33,-5-96 0,-2 1 0,-1 1 0,-5 51 0,-56 253 0,8-56 0,40-199 0,-1 115 0,12-169 0,2-1 0,1 1 0,1-1 0,2 1 0,16 50 0,-18-71 0,0 0 0,1 0 0,1 0 0,0-1 0,1 0 0,0 0 0,0 0 0,1-1 0,1 0 0,-1 0 0,2-1 0,-1-1 0,1 1 0,1-2 0,-1 1 0,1-1 0,13 6 0,-2-5 0,0-1 0,1 0 0,0-1 0,0-2 0,0 0 0,46 0 0,-16-5 0,0-2 0,55-10 0,-28-2 0,0-4 0,-1-4 0,110-46 0,214-134 0,2-49 0,-298 176 0,159-145 0,-254 210 0,3-2 0,0-1 0,-1-1 0,0 0 0,-2-1 0,20-31 0,-31 46 0,0-1 0,-1 1 0,1-1 0,0 1 0,-1-1 0,1 0 0,-1 1 0,1-1 0,-1 0 0,0 0 0,0 1 0,0-1 0,0 0 0,0 1 0,0-1 0,0 0 0,-1 0 0,1 1 0,-1-1 0,1 0 0,-1 1 0,0-1 0,1 1 0,-1-1 0,0 1 0,0-1 0,0 1 0,0 0 0,0-1 0,0 1 0,-1 0 0,-1-2 0,0 1 0,-1-1 0,0 1 0,0 0 0,0 0 0,0 0 0,0 0 0,0 1 0,-1-1 0,1 1 0,-9-1 0,1 2 0,0 0 0,0 1 0,0 0 0,0 1 0,-13 4 0,-9 0 0,23-4 0,-1 1 0,1 0 0,0 1 0,0 0 0,0 1 0,1 0 0,0 1 0,0 0 0,0 0 0,1 1 0,-12 10 0,17-13 0,0 1 0,0-1 0,1 0 0,-1 1 0,1 0 0,0 0 0,1 0 0,-1 0 0,1 1 0,0-1 0,0 0 0,1 1 0,-1 0 0,1-1 0,0 11 0,0 6 0,1 1 0,7 41 0,-1-11 0,-6-45-135,4 40 195,13 64 0,3-48-3284,-12-53-2135,16 9-1606,-21-17 4614,17 7-9518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5:07:40.4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46 18242,'-20'-39'8096,"40"39"-8164,0 0-572,13-3-284,-6 0-628,13 3-716,-3 0-352,-3 3-2829,23 3-4384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5:07:40.8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369 0 15005,'-33'10'3030,"26"-8"-420,6 3 492,2 10-1539,7 103 4446,-4-83-5526,-1 0-1,-3 38 1,-10 15-483,-23 96 0,-2 8 0,29-151 0,3 0 0,3 69 0,1-89 0,2 0 0,0-1 0,1 1 0,1-1 0,15 38 0,-16-49 0,1 1 0,0-1 0,0 0 0,1-1 0,0 1 0,1-1 0,-1 0 0,1-1 0,1 0 0,0 0 0,0 0 0,0-1 0,17 9 0,-1-4 0,0-1 0,1-1 0,1-2 0,-1 0 0,1-2 0,0 0 0,0-2 0,1-1 0,-1-1 0,1-2 0,-1 0 0,0-2 0,0 0 0,0-2 0,0-1 0,-1-1 0,1-2 0,-2 0 0,1-1 0,26-16 0,-40 19 0,1-1 0,-1 0 0,0-1 0,-1 0 0,18-19 0,-25 24 0,0 1 0,-1-1 0,1 0 0,-1 0 0,0 0 0,0 0 0,-1 0 0,1 0 0,1-9 0,-2 10 0,-1 1 0,0-1 0,0 1 0,0-1 0,-1 1 0,1-1 0,0 1 0,-1-1 0,0 1 0,1-1 0,-1 1 0,0 0 0,0-1 0,-1 1 0,1 0 0,0 0 0,-1 0 0,-2-4 0,-2 1 0,0-1 0,0 1 0,0 1 0,-1-1 0,0 1 0,0 0 0,0 1 0,0 0 0,-14-5 0,-10-1 0,-34-4 0,58 11 0,-95-11-364,-1 4 1,-122 6-1,104 2-2121,-37 4-2519,55 10-4009,44-1-3177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5:07:41.3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71 14109,'17'-7'1662,"-1"-1"0,0-1 0,23-16 0,-36 23-795,6-6 401,-9 7-1180,0 0 1,1 1 0,-1-1 0,1 0-1,0 0 1,-1 1 0,1-1 0,0 0-1,-1 1 1,1-1 0,0 1 0,0-1-1,-1 1 1,1-1 0,0 1 0,0 0-1,0-1 1,0 1 0,-1 0 0,1 0 0,1-1-1,24 19 516,-24-16-350,-1 0-94,8 26 121,-9-25-42,-2 15-129,1-13 88,0-1 0,0 1 0,0-1 0,-1 0 0,0 1 0,0-1 0,-4 8 0,5-12-202,5 10 535,8 6-140,0 0 0,1 0 0,30 26 0,-20-21-256,-1 0-1,0 2 1,-1 0 0,-2 2-1,18 28 1,-26-35-88,-1 1 0,0 0 0,-1 0-1,-1 1 1,-1 0 0,-1 1 0,-1-1-1,3 30 1,-7-34-29,-1-1 1,-1 0-1,0 1 0,-1-1 0,-1 0 0,-1 0 0,0 0 1,-1 0-1,0-1 0,-8 16 0,4-13 17,0 0 0,0-1 0,-2-1 0,0 1 1,0-2-1,-2 0 0,-26 24 0,26-27-39,-2 0 0,1-1 0,-1-1-1,-31 15 1,42-23 6,0 1 0,-1 0-1,1-1 1,0 0 0,0 0-1,-1 0 1,1 0 0,-1-1-1,1 1 1,0-1 0,-1 0-1,1-1 1,-1 1 0,1-1-1,0 0 1,-1 0 0,1 0 0,0-1-1,0 1 1,0-1 0,0 0-1,0 0 1,0-1 0,-4-3-1,6 4 1,0 0-1,1 0 1,0 0-1,-1 0 1,1 0-1,0 0 1,0 0-1,0 0 1,0-1-1,1 1 1,-1 0-1,1-1 1,-1 1-1,1-1 1,0 1-1,0 0 1,0-1-1,0-4 1,11-43 99,-10 46-92,6-17-176,1 1 0,0 1 0,2-1 0,0 1 0,1 1 0,16-20 0,87-96-2308,-75 92 1550,161-170-5191,-53 85-2418,-53 56-1300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5:07:41.6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337 0 9057,'0'0'66,"0"0"-1,-1 0 1,1 0 0,0 1 0,-1-1 0,1 0 0,0 0-1,0 0 1,-1 0 0,1 0 0,0 0 0,-1 1-1,1-1 1,0 0 0,0 0 0,0 0 0,-1 1 0,1-1-1,0 0 1,0 0 0,0 1 0,0-1 0,-1 0-1,1 0 1,0 1 0,0-1 0,0 0 0,0 1-1,0-1 1,0 0 0,0 1 0,0-1 0,0 0 0,0 0-1,0 1 1,0-1 0,0 0 0,0 1 0,10 2 1658,-8-3-1480,-11 19 3074,1-9-2831,0 0 0,-1-1 0,0 0 1,0 0-1,-1-1 0,-1 0 1,1-1-1,-18 9 0,9-4-261,-52 29 526,45-27-583,0 1-1,1 1 0,-26 22 1,50-37-167,0-1-1,0 1 1,0 0 0,0 0-1,0 0 1,1-1 0,-1 1 0,0 0-1,0 0 1,1 0 0,-1 0 0,1 0-1,-1 1 1,1-1 0,-1 0-1,1 0 1,0 0 0,-1 0 0,1 0-1,0 1 1,0-1 0,0 0 0,0 0-1,0 3 1,1-3-1,0 1-1,0-1 1,0 1-1,0-1 1,0 0-1,0 1 1,0-1-1,0 0 1,0 0-1,1 0 1,-1 0-1,1 0 1,-1 0 0,1 0-1,1 1 1,10 3 15,-1 0-1,1-1 1,21 4 0,-24-6 35,200 37-1877,-146-29-1617,-6-5-3752,-36-7-470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5:07:41.8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17 6745,'-6'-15'7312,"9"14"-6238,-1 1-973,1-1-1,0 1 0,-1 0 0,1 0 0,0 0 0,-1 0 0,1 1 0,-1-1 1,1 0-1,-1 1 0,1 0 0,-1 0 0,1 0 0,-1 0 0,1 0 1,-1 0-1,0 1 0,0-1 0,0 1 0,1-1 0,-2 1 0,1 0 1,0 0-1,0 0 0,2 3 0,6 8 270,-1 0 0,0 1 0,7 16 0,-10-18-187,12 24 127,-1 0-1,-2 1 0,-2 0 0,-1 2 0,-2-1 0,-2 1 0,-1 0 1,2 59-1,-9-92-292,2 25 88,-2 0-1,0 0 1,-2 0-1,-2 0 1,-9 41-1,9-60-63,1 0-1,1 0 0,0 0 1,1 0-1,0 1 0,1-1 1,2 23-1,-2-31 40,20-28 91,8-4-155,-8 8-58,24-31-1,156-207-3466,-56 94-4620,-67 85-579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5:07:42.3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57 1 8301,'0'0'17,"3"10"596,1-1 0,0-1 0,1 1-1,0-1 1,0 1 0,1-1-1,8 9 1,33 40 1747,-37-43-2144,-1-2-1,2 1 0,0-1 1,17 14-1,-2-6-131,0-2 1,2-1-1,0-1 1,0-1-1,2-1 1,0-2-1,0-1 1,1-2-1,0-1 1,1-1-1,0-1 1,0-2-1,0-2 1,38-1-1,-57-2 164,0 0-1,0-2 0,0 1 0,0-2 0,-1 0 1,1 0-1,21-12 0,-4-1 703,46-37 1,-71 51-914,51-36 699,-58 65-595,-3-4-88,0 0-1,-1-1 0,-1 0 0,-16 32 1,-50 79 331,-199 260 1575,151-239-1422,-294 401 334,393-524-857,16-23 16,0 1 0,1 0-1,-1 0 1,2 0 0,-1 0-1,1 1 1,-3 9 0,7-17-29,0-1 0,0 0 1,0 0-1,0 1 0,-1-1 1,1 0-1,0 0 0,0 1 0,0-1 1,0 0-1,0 0 0,0 1 1,0-1-1,0 0 0,0 1 1,0-1-1,0 0 0,0 0 0,0 1 1,0-1-1,0 0 0,0 1 1,0-1-1,0 0 0,0 0 1,0 1-1,0-1 0,0 0 0,1 1 1,-1-1-1,0 0 0,0 0 1,0 0-1,1 1 0,-1-1 0,0 0 1,0 0-1,0 0 0,1 1 1,-1-1-1,0 0 0,0 0 1,1 0-1,-1 0 0,0 0 0,1 0 1,-1 0-1,0 1 0,1-1 1,20-8 20,29-25-169,-7 2-187,72-59-1000,-27 10-269,154-152-5749,-149 134 2092,11 4-2795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5:07:42.4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45 11337,'20'-9'1936,"1"6"860,5 3-1967,1 0-413,3-6-1469,0 0-235,-9-3-924,-5 3-1504,4 0-2345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5:11:10.1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1206 280 3472,'20'-25'973,"-16"20"-109,5 14 181,5 3 2820,-49-7-2296,1 1 0,-51 15 1,79-20-1302,1 0 1,-1 0 0,0 0 0,1-1-1,-1 0 1,1 0 0,-1-1 0,0 0-1,1 1 1,-7-3 0,-7-1 573,2 2-280,11 2-323,0-1 0,0 1 1,0-1-1,-1-1 0,1 1 0,0-1 1,1 0-1,-1 0 0,0-1 1,1 0-1,-1 0 0,-6-5 0,11 7-199,0 0-1,0 0 1,0 0-1,0 0 1,0 0-1,1 0 0,-1 0 1,0 0-1,1 0 1,-1 0-1,1-1 1,-1 1-1,1 0 1,0 0-1,-1-1 0,1 1 1,0 0-1,0 0 1,0-1-1,0 1 1,0 0-1,0-1 1,0 1-1,1-2 0,0 0 42,0-1 0,1 1-1,-1-1 1,1 1-1,0 0 1,0 0-1,0 0 1,5-5-1,3-2 159,0 0 0,1 1 0,19-13 0,6 0 34,1 2 1,1 1-1,0 2 0,2 2 1,0 1-1,0 2 1,1 2-1,1 2 1,0 1-1,0 2 1,0 2-1,59 4 1,-72 1-213,0 1 1,0 2 0,-1 0 0,0 2 0,0 1 0,0 2 0,29 14 0,-46-19-47,-1 1 0,1 1 0,-1 0 1,0 1-1,-1-1 0,1 2 1,-2 0-1,12 13 0,-15-15-6,0 1 0,-1 0 0,0-1-1,0 1 1,0 1 0,-1-1 0,-1 0 0,1 1-1,-1-1 1,-1 1 0,0 0 0,1 17-1,-3-8 2,-1 0-1,-1 0 1,0 0-1,-1 0 1,-1-1-1,-1 0 1,0 0-1,-1 0 1,-1-1-1,-1 0 1,-18 26-1,-11 9 14,-87 89 0,113-127-18,-74 71 0,-132 101 0,-109 52-9,212-157 30,104-69 0,25-12-12,-2-1-23,48-7 3,313-35 12,-325 42-5,1 2-1,-1 2 0,1 2 1,-1 3-1,81 20 0,-116-23-5,0 1-1,0 0 0,-1 0 0,0 1 0,0 1 0,0 0 0,-1 1 1,0 0-1,11 11 0,-19-16 8,0 0 0,0 0 0,0 1 1,-1-1-1,1 1 0,-1 0 0,0 0 0,0 0 0,0 0 1,0 0-1,-1 0 0,1 0 0,-1 1 0,-1-1 1,1 1-1,0-1 0,-1 0 0,0 1 0,0-1 0,0 1 1,-1-1-1,1 1 0,-1-1 0,0 0 0,-1 1 1,1-1-1,-1 0 0,1 0 0,-1 0 0,0 0 1,-4 4-1,-4 8 5,-2-2 0,0 1 0,0-2 0,-1 1 0,-1-2 0,-24 18 0,-101 58 61,21-25-21,-4-5-1,-207 68 1,-272 30-363,567-149 185,-136 24-972,137-27 554,0-1 0,0-2 0,-36-3 0,62 1 306,0 0 0,0 0 0,0 0 0,1-1 0,-1 0 0,0 0 1,1-1-1,0 0 0,-1 0 0,1 0 0,1-1 0,-7-4 0,9 5-45,0 0-1,0-1 1,0 1 0,0-1-1,0 1 1,1-1-1,-1 0 1,1 0-1,0 0 1,1 0 0,-1 0-1,1-1 1,-1 1-1,1 0 1,0-1-1,1 1 1,-1-1-1,1 1 1,0-7 0,1 4-631,0 0 1,0 0-1,0 0 1,1 0-1,4-11 1,22-39-7779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5:11:10.6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2887 228 9585,'-42'-27'678,"25"17"-196,1-1 0,0-1 0,0 0 0,-13-15-1,15 15 24,0 1 0,-1 1 0,0 1 0,0 0-1,-1 0 1,-1 2 0,1 0 0,-1 1 0,-31-7-1,-10 1 720,-94-6 0,104 14-844,1 2 1,0 3-1,-1 1 0,1 3 1,0 2-1,0 1 0,1 3 1,0 2-1,1 2 0,1 1 1,0 3-1,-59 34 0,37-11 21,2 3 0,1 3 0,3 2-1,2 3 1,-68 80 0,12 4 140,-118 190 0,-145 322 128,97 6-341,276-644-323,-150 476 142,124-365-118,5 2-1,-11 169 1,32-219-23,3 0 1,4-1 0,2 1-1,4-1 1,26 101-1,-25-138-23,1-1 0,3 0 0,0-1 0,36 59-1,-37-72-24,1-1 0,0-1-1,2 0 1,0-1 0,2-1-1,-1-1 1,2 0-1,30 19 1,-22-20-65,0-1 1,1-1-1,1-1 0,0-1 0,0-2 1,54 9-1,-29-10-201,1-3 1,105-3 0,-111-5 138,-1-2 0,71-17 0,280-81-499,-344 87 596,0-2 1,-2-3 0,0-2-1,-2-3 1,54-35-1,-77 45 49,85-56-44,-3-5 0,-4-5 1,-3-4-1,137-148 0,-73 48-3,182-260 0,-275 337 103,-5-3 1,-5-3 0,-5-3 0,52-149-1,-91 205 59,-2-1-1,-3 0 0,-3-1 0,-3-1 1,-2 0-1,-4 0 0,-2 0 1,-12-108-1,5 129-17,-2 1-1,-2 0 1,-2 1 0,-1 0 0,-3 1 0,-1 1 0,-2 0-1,-1 1 1,-2 1 0,-2 2 0,-2 0 0,-1 1-1,-53-53 1,32 47 8,-2 1 0,-1 3 0,-2 2 0,-1 3 0,-2 1 0,-1 4 1,-1 1-1,-1 4 0,-73-18 0,41 17-33,-2 5 1,0 4-1,0 5 1,-1 3-1,-145 9 1,175 3-159,0 3 0,0 2 0,1 3 0,0 2 0,1 4 0,2 2 1,-66 34-1,83-33-646,0 2 1,1 2 0,-74 63-1,88-63-448,0 0-1,3 2 1,0 1-1,2 0 1,-32 55 0,48-72 49,0 1 0,1 0 1,1 0-1,-7 26 0,9-22-1776,1 0-1,0 36 1,2-53 2806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5:11:11.4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7 8885,'0'0'4073,"2"-1"-2384,0 0-1519,0 0 0,0 0 0,0 1 0,0-1-1,-1 1 1,1-1 0,0 1 0,0 0 0,0 0 0,0-1-1,0 2 1,0-1 0,0 0 0,0 0 0,0 0 0,0 1-1,0-1 1,0 1 0,0 0 0,0 0 0,0-1 0,-1 1-1,1 0 1,2 3 0,8 4 215,-1 0-1,17 16 1,-13-10 141,16 14-12,-1 2 0,-1 1 0,-2 1 0,-1 1 0,-2 2 0,-2 0 0,0 1 0,-3 1 0,25 68 0,44 127 717,35 92-311,-55-150-736,54 128 206,-82-215-1072,68 111 0,-68-139-1416,84 96 1,-24-52-2633,-36-51-1888,-13-18-1929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5:11:11.9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2814 295 3816,'4'-55'1032,"-3"51"-868,-1 1 0,1 0 0,0 0 0,0-1 0,0 1 1,0 0-1,1 0 0,-1 0 0,1 0 0,2-3 0,4-10 685,8-20 660,-11 25-741,0-1 1,7-22-1,-11 28-331,1 0 0,0-1 0,0 2 1,0-1-1,1 0 0,0 0 0,0 1 1,7-9-1,-9 12-210,0 0 0,0 0 1,0-1-1,0 1 1,0 0-1,0 0 0,0 0 1,-1-1-1,1 1 0,0-4 1,-1 2 1054,-6 22-850,0-1 0,-1 0 0,-1-1 0,-1 0 0,-14 20 0,-63 75 1148,63-82-1165,-147 158 1356,18-41-943,-156 133 177,-42 27-1078,-110 73-1615,-127 110-1875,223-163-748,127-105-2785,117-104-414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5:11:14.3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505 178 3692,'-14'-6'547,"0"1"-1,0 0 1,0 1-1,-23-3 1,34 6-376,0 1 0,0-1 0,1-1 1,-1 1-1,0 0 0,1 0 0,-1-1 1,1 0-1,0 1 0,-4-5 0,-2 0 159,-70-54 2896,74 57-2993,1-1 0,0 1 0,0-1 1,0 0-1,0 0 0,-2-4 0,0 1 184,4 4 232,-19-23 1243,0 58-1258,1 2 0,1 0 0,-23 66 0,-26 118 387,44-123-775,3 0 0,5 2-1,-6 188 1,21-252-282,2-1 0,1 1 0,1 0 0,2-1 0,2 0 0,0 0 0,2-1 0,2 0 0,29 56 1,-33-73-78,1-2 1,1 0-1,0 0 1,0 0 0,1-1-1,1-1 1,0 0 0,0-1-1,1 0 1,0-1-1,0 0 1,1-1 0,0 0-1,0-1 1,1-1 0,0 0-1,0-2 1,0 1-1,0-2 1,1 0 0,-1 0-1,1-2 1,-1 0 0,1-1-1,-1 0 1,0-1-1,1-1 1,28-9 0,-25 5-49,-1-1 0,-1-1 0,1 0 0,-1-1 0,-1-1 0,0-1 0,23-21 0,-10 3-77,-2-1-1,38-54 0,-25 31 147,-16 23 412,-1-2 1,26-48-1,-48 77-213,-2 8 30,-6 23-12,1 0 1,2 0-1,0 0 0,2 1 1,2 30-1,0-46-114,1 1 1,0 0-1,1 0 1,1-1 0,0 1-1,0-1 1,1 0-1,1 0 1,0 0-1,1-1 1,0 0-1,1 0 1,11 15-1,-15-24-4,-1 0 0,0 1 0,1-2 0,0 1 0,-1 0 0,1 0 0,0-1 0,0 1 0,0-1 0,0 0 0,0 0 0,0 0 0,0 0 0,5 0 0,-4 0-8,-1-1-1,1 1 1,-1-1-1,0 0 1,1 0-1,-1-1 1,7 0 0,1-7-13,-8 5 6,-2 2 7,0 0 1,1-1-1,-1 1 1,0-1 0,0 0-1,0 1 1,0-1 0,0 0-1,0 0 1,-1 1-1,1-1 1,0-3 0,1 0-9,0-1-13,0 1-1,-1-1 1,0 0 0,0 0-1,0 0 1,0 0-1,-1-9 1,-4-17-66,3 25 53,0 0 1,0 0-1,1-1 1,0-9-1,2 2-12,0 0 1,1 1-1,1 0 0,0 0 0,1 0 1,1 0-1,0 1 0,1-1 0,0 2 0,1-1 1,14-17-1,-18 26 37,-1 0 0,1 0 1,0 0-1,1 0 0,-1 0 0,1 1 1,0 0-1,0 0 0,9-4 0,-10 6 8,-1 1-1,0-1 1,0 1 0,0 0-1,0 0 1,1 0 0,-1 1-1,0-1 1,0 1-1,0 0 1,0 0 0,0 0-1,0 0 1,0 0-1,0 1 1,0-1 0,0 1-1,-1 0 1,5 3-1,-2 0-10,0 0-1,-1 0 1,1 0-1,-1 1 1,0 0-1,-1 0 0,1 0 1,-1 0-1,-1 1 1,1-1-1,-1 1 0,0 0 1,1 8-1,18 42 23,-5-21-17,-12-24-13,1 0 0,12 20 0,-15-29 25,0-1 1,0 0 0,-1 1-1,1-1 1,1 0 0,-1 0-1,0 0 1,0 0 0,1 0-1,-1-1 1,1 1 0,0-1-1,-1 0 1,1 1 0,0-1-1,5 1 1,-2-1-12,-1-1 0,1 1 0,0-1 0,-1-1 0,1 1 1,-1-1-1,1 0 0,-1 0 0,1 0 0,-1-1 0,6-2 0,6-4 40,-1 0 1,16-12-1,29-13 25,155-75-1188,-161 76 330,-1-1 0,62-53 0,-65 44 500,62-57 159,-90 80 626,39-26-1,-55 40-244,-5 4 158,2 1-10,35 8 276,-38-8-643,0 1 1,0-1 0,0 1-1,0 0 1,-1-1 0,1 1-1,0 0 1,0 0 0,-1-1-1,1 1 1,-1 0 0,1 0-1,0 0 1,-1 0 0,0 0-1,1 0 1,-1 0 0,0 0-1,1 0 1,-1 0 0,0 1-1,1 1 37,3 6-55,-1 1 0,0-1 0,0 1 0,-1-1 0,0 1 0,-1 0 0,0 0 0,-1 0 1,0 0-1,-2 13 0,1-21-50,0 0 1,0 0-1,-1 0 0,1 0 1,-1-1-1,1 1 1,-1 0-1,0-1 1,0 0-1,0 1 0,1-1 1,-5 2-1,1 0-191,-3 1 48,0 0 0,0 0 0,0-1-1,-15 4 1,13-4 89,7-2-105,0-1-380,2 1 558,0-1-1,0 1 1,0-1-1,1 0 1,-1 0-1,0 1 1,0-1-1,0 0 1,0 0-1,0 0 1,0 0-1,0 0 1,0 0-1,0 0 1,0-1-1,0 1 1,0 0 0,0 0-1,0-1 1,0 1-1,0 0 1,1-1-1,-1 1 1,0-1-1,0 0 1,0 1-1,1-1 1,-1 1-1,0-1 1,1 0-1,-1 0 1,0 1-1,0-2 1,1-1-29,0 0 1,0 0-1,0 0 0,1 1 1,-1-1-1,1 0 0,-1 0 1,1 0-1,0 1 0,0-1 1,0 0-1,2-2 0,14-34-172,-8 16 114,1 1 1,18-28-1,8-18 232,-23 42 224,21-33 0,-29 51-265,1 1 1,0 0 0,0 0-1,0 0 1,1 1-1,0 0 1,0 1-1,14-9 1,-6 6 4,0 1 0,1 0 0,0 1 0,1 1-1,-1 0 1,28-3 0,-37 7-77,1 0 0,-1 1 0,1-1 0,-1 2 1,1-1-1,-1 1 0,1 0 0,-1 0 0,0 1 0,1 0 0,-1 0 0,0 1 0,0 0 0,-1 0 0,1 1 0,-1 0 0,10 7 0,-14-9-1,0 0-1,-1 1 1,1-1-1,-1 1 1,1 0-1,-1-1 1,0 1-1,0 0 1,0 0-1,0-1 1,-1 1-1,1 0 1,-1 0-1,0 0 1,1 0-1,-1 0 1,-1 0-1,1 0 1,-1 3-1,0 6 0,1-8-4,0 35-186,0-36 48,21 6-190,-9-5 256,1-1 0,-1-1 0,1 0 0,-1-1 0,1-1 0,0 1 0,-1-2 0,1 0 0,24-5 0,40-2-78,-6 3-206,-53 3 224,0 0 0,25 2 0,0 3-131,16 2 226,64-3-1,-19-11-62,-100 8-272,-2-1 203,0 0 0,0 0 0,0 0 0,1 1 0,-1-1 1,1 0-1,-1 1 0,4-1 0,2-3-568,4-7-1240,1 0-329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5:11:15.3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367 48 6249,'6'-3'510,"19"-16"1241,-23 18-1238,-1 0 0,0 0 0,1 0 0,-1-1-1,0 1 1,0 0 0,0-1 0,0 1 0,0 0 0,-1-1 0,1 0 0,0 1-1,-1-1 1,1 1 0,-1-1 0,1-2 0,-13 14 1200,-11 16-1015,1 1-1,-22 37 1,8-12-205,-11 21-3,3 2-1,3 3 1,-56 150-1,86-197-452,1 0-1,2 1 0,-6 49 1,11-63-85,2 0 0,1 0 0,0 0 1,1 0-1,0 0 0,2 0 0,9 32 0,-9-41-30,1-1-1,0 1 1,1-1-1,-1 0 0,2-1 1,-1 1-1,1-1 0,0 0 1,1-1-1,-1 1 0,1-1 1,1-1-1,-1 1 0,1-1 1,0-1-1,0 1 0,0-1 1,1-1-1,-1 1 0,18 3 1,2-1-206,0 0 1,0-2-1,0-2 1,0 0 0,46-4-1,-22-1-30,1-3-1,0-2 0,-1-2 1,-1-3-1,0-2 1,-1-2-1,0-2 1,-2-2-1,52-31 1,79-67 156,-157 101 236,0-1-1,-1 0 1,0-2 0,-2-1 0,22-30-1,-33 40 26,4-7 37,1 0 1,1 1-1,17-18 1,-25 31-133,0 0 0,0 0 0,0 1 0,0 0 0,1 0 0,-1 0 0,1 1 0,0 0 0,0 0 0,1 1 0,-1 0 1,15-2-1,-9 2-38,1 0 0,0 1 0,25 2 0,-36 1 19,0-1 0,1 1 1,-1 0-1,0 0 1,-1 0-1,1 1 0,0-1 1,-1 0-1,1 1 1,-1 0-1,0 0 1,0 0-1,3 3 0,-5-5 4,1 1-7,-1 1-1,0-1 0,1 1 1,-1-1-1,0 1 0,0-1 1,0 0-1,-1 1 0,1-1 1,-1 1-1,1-1 0,-1 1 1,0-1-1,0 0 0,0 0 1,0 1-1,0-1 0,0 0 1,-1 0-1,1 0 0,-3 2 1,-33 43-1091,35-45 661,8-21-1948,-4 15 2320,1 1-1,0-1 1,0 0 0,1 1-1,-1 0 1,1 0-1,-1 0 1,1 0-1,0 0 1,0 1 0,1 0-1,-1 0 1,0 0-1,9-3 1,13-3-212,35-6 0,-46 10 193,611-164-837,-554 144 359,187-57-1031,-164 55 1244,-94 25 337,1 0 0,0 0 0,0 0 0,-1 1 0,1-1-1,-1-1 1,1 1 0,-1 0 0,1 0 0,-1-1 0,1 1 0,0-2 0,-1 2-76,-1 0 0,1 0 0,0 0-1,0 0 1,0 0 0,0 0 0,0 1 0,0-1 0,0 0-1,0 1 1,0-1 0,0 0 0,1 1 0,-1-1 0,0 1-1,2-1 1,-3-2-1570,0-15 87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F9F91-93EF-43C3-BC14-F2859F56D344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F42B1-7388-46B1-8D24-D414BD2781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3696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F9F91-93EF-43C3-BC14-F2859F56D344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F42B1-7388-46B1-8D24-D414BD2781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4027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F9F91-93EF-43C3-BC14-F2859F56D344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F42B1-7388-46B1-8D24-D414BD2781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853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F9F91-93EF-43C3-BC14-F2859F56D344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F42B1-7388-46B1-8D24-D414BD2781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733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F9F91-93EF-43C3-BC14-F2859F56D344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F42B1-7388-46B1-8D24-D414BD2781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7431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F9F91-93EF-43C3-BC14-F2859F56D344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F42B1-7388-46B1-8D24-D414BD2781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737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F9F91-93EF-43C3-BC14-F2859F56D344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F42B1-7388-46B1-8D24-D414BD2781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7494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F9F91-93EF-43C3-BC14-F2859F56D344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F42B1-7388-46B1-8D24-D414BD2781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663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F9F91-93EF-43C3-BC14-F2859F56D344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F42B1-7388-46B1-8D24-D414BD2781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609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F9F91-93EF-43C3-BC14-F2859F56D344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F42B1-7388-46B1-8D24-D414BD2781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6522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F9F91-93EF-43C3-BC14-F2859F56D344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F42B1-7388-46B1-8D24-D414BD2781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7095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BEEF9F91-93EF-43C3-BC14-F2859F56D344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08FF42B1-7388-46B1-8D24-D414BD2781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34939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9" Type="http://schemas.openxmlformats.org/officeDocument/2006/relationships/image" Target="../media/image19.png"/><Relationship Id="rId21" Type="http://schemas.openxmlformats.org/officeDocument/2006/relationships/image" Target="../media/image10.png"/><Relationship Id="rId34" Type="http://schemas.openxmlformats.org/officeDocument/2006/relationships/customXml" Target="../ink/ink17.xml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10" Type="http://schemas.openxmlformats.org/officeDocument/2006/relationships/customXml" Target="../ink/ink5.xml"/><Relationship Id="rId19" Type="http://schemas.openxmlformats.org/officeDocument/2006/relationships/image" Target="../media/image9.png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43" Type="http://schemas.openxmlformats.org/officeDocument/2006/relationships/image" Target="../media/image21.png"/><Relationship Id="rId8" Type="http://schemas.openxmlformats.org/officeDocument/2006/relationships/customXml" Target="../ink/ink4.xml"/><Relationship Id="rId3" Type="http://schemas.openxmlformats.org/officeDocument/2006/relationships/image" Target="../media/image1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4CA01AB-3E04-E1AC-3B9A-5AE346AEF572}"/>
              </a:ext>
            </a:extLst>
          </p:cNvPr>
          <p:cNvGrpSpPr/>
          <p:nvPr/>
        </p:nvGrpSpPr>
        <p:grpSpPr>
          <a:xfrm>
            <a:off x="1724875" y="454700"/>
            <a:ext cx="3759120" cy="1490040"/>
            <a:chOff x="1724875" y="454700"/>
            <a:chExt cx="3759120" cy="149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4E4C412-957D-A47F-6B8E-89B04AB4EFDE}"/>
                    </a:ext>
                  </a:extLst>
                </p14:cNvPr>
                <p14:cNvContentPartPr/>
                <p14:nvPr/>
              </p14:nvContentPartPr>
              <p14:xfrm>
                <a:off x="1724875" y="454700"/>
                <a:ext cx="590400" cy="14900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4E4C412-957D-A47F-6B8E-89B04AB4EFD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716235" y="446060"/>
                  <a:ext cx="608040" cy="150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D1D9858-B00C-BF8F-65F5-E086B09E6FB8}"/>
                    </a:ext>
                  </a:extLst>
                </p14:cNvPr>
                <p14:cNvContentPartPr/>
                <p14:nvPr/>
              </p14:nvContentPartPr>
              <p14:xfrm>
                <a:off x="2545675" y="1083260"/>
                <a:ext cx="897480" cy="4374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D1D9858-B00C-BF8F-65F5-E086B09E6FB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536675" y="1074260"/>
                  <a:ext cx="91512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5030D3B-4A06-0064-5EAB-696B30D19713}"/>
                    </a:ext>
                  </a:extLst>
                </p14:cNvPr>
                <p14:cNvContentPartPr/>
                <p14:nvPr/>
              </p14:nvContentPartPr>
              <p14:xfrm>
                <a:off x="3515515" y="931700"/>
                <a:ext cx="10080" cy="514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5030D3B-4A06-0064-5EAB-696B30D1971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506875" y="923060"/>
                  <a:ext cx="277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8754241-1E2C-BC98-47B5-FA52BEE65D23}"/>
                    </a:ext>
                  </a:extLst>
                </p14:cNvPr>
                <p14:cNvContentPartPr/>
                <p14:nvPr/>
              </p14:nvContentPartPr>
              <p14:xfrm>
                <a:off x="3941755" y="736580"/>
                <a:ext cx="642600" cy="6264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8754241-1E2C-BC98-47B5-FA52BEE65D2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933115" y="727580"/>
                  <a:ext cx="660240" cy="64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2919062-6775-248C-FAFE-7E27A2B0CDDC}"/>
                    </a:ext>
                  </a:extLst>
                </p14:cNvPr>
                <p14:cNvContentPartPr/>
                <p14:nvPr/>
              </p14:nvContentPartPr>
              <p14:xfrm>
                <a:off x="4528555" y="816500"/>
                <a:ext cx="955440" cy="3600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2919062-6775-248C-FAFE-7E27A2B0CDD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19555" y="807860"/>
                  <a:ext cx="973080" cy="37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2341E18-19B3-1333-DDCE-9C97C5F46CAE}"/>
              </a:ext>
            </a:extLst>
          </p:cNvPr>
          <p:cNvGrpSpPr/>
          <p:nvPr/>
        </p:nvGrpSpPr>
        <p:grpSpPr>
          <a:xfrm>
            <a:off x="7215955" y="457580"/>
            <a:ext cx="2545560" cy="886320"/>
            <a:chOff x="7215955" y="457580"/>
            <a:chExt cx="2545560" cy="88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B025B1C-A3B5-FA80-2C05-FF7A1A326613}"/>
                    </a:ext>
                  </a:extLst>
                </p14:cNvPr>
                <p14:cNvContentPartPr/>
                <p14:nvPr/>
              </p14:nvContentPartPr>
              <p14:xfrm>
                <a:off x="7215955" y="457580"/>
                <a:ext cx="1242720" cy="8863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B025B1C-A3B5-FA80-2C05-FF7A1A32661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206955" y="448580"/>
                  <a:ext cx="1260360" cy="90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D7ED5E2-AFB0-8E17-29A6-49E8B012E016}"/>
                    </a:ext>
                  </a:extLst>
                </p14:cNvPr>
                <p14:cNvContentPartPr/>
                <p14:nvPr/>
              </p14:nvContentPartPr>
              <p14:xfrm>
                <a:off x="8612755" y="889220"/>
                <a:ext cx="453240" cy="4291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D7ED5E2-AFB0-8E17-29A6-49E8B012E01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604115" y="880220"/>
                  <a:ext cx="470880" cy="44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9ED92FB-2289-9A04-76E5-5FC2D146E3CC}"/>
                    </a:ext>
                  </a:extLst>
                </p14:cNvPr>
                <p14:cNvContentPartPr/>
                <p14:nvPr/>
              </p14:nvContentPartPr>
              <p14:xfrm>
                <a:off x="9047635" y="997940"/>
                <a:ext cx="713880" cy="2530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9ED92FB-2289-9A04-76E5-5FC2D146E3C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038995" y="989300"/>
                  <a:ext cx="731520" cy="270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F548BC5-55B6-B59C-96C7-59FCD4F2F15D}"/>
                  </a:ext>
                </a:extLst>
              </p14:cNvPr>
              <p14:cNvContentPartPr/>
              <p14:nvPr/>
            </p14:nvContentPartPr>
            <p14:xfrm>
              <a:off x="2962915" y="2540180"/>
              <a:ext cx="8643960" cy="3182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F548BC5-55B6-B59C-96C7-59FCD4F2F15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953915" y="2531540"/>
                <a:ext cx="8661600" cy="335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7CD046B3-D5AE-0245-EB04-0BFEC61D53DB}"/>
              </a:ext>
            </a:extLst>
          </p:cNvPr>
          <p:cNvGrpSpPr/>
          <p:nvPr/>
        </p:nvGrpSpPr>
        <p:grpSpPr>
          <a:xfrm>
            <a:off x="4888195" y="3252980"/>
            <a:ext cx="3378600" cy="836280"/>
            <a:chOff x="4888195" y="3252980"/>
            <a:chExt cx="3378600" cy="83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DB4DF6B-6283-C883-D9E3-1A3BDCD53389}"/>
                    </a:ext>
                  </a:extLst>
                </p14:cNvPr>
                <p14:cNvContentPartPr/>
                <p14:nvPr/>
              </p14:nvContentPartPr>
              <p14:xfrm>
                <a:off x="4888195" y="3421100"/>
                <a:ext cx="843120" cy="6681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DB4DF6B-6283-C883-D9E3-1A3BDCD5338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879195" y="3412460"/>
                  <a:ext cx="860760" cy="68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B06ABB9-A4BE-216A-132B-5D431344E941}"/>
                    </a:ext>
                  </a:extLst>
                </p14:cNvPr>
                <p14:cNvContentPartPr/>
                <p14:nvPr/>
              </p14:nvContentPartPr>
              <p14:xfrm>
                <a:off x="5693155" y="3498140"/>
                <a:ext cx="96840" cy="165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B06ABB9-A4BE-216A-132B-5D431344E94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684515" y="3489500"/>
                  <a:ext cx="1144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2651D2B-7A48-E46A-E0F4-3B59B7FABF4F}"/>
                    </a:ext>
                  </a:extLst>
                </p14:cNvPr>
                <p14:cNvContentPartPr/>
                <p14:nvPr/>
              </p14:nvContentPartPr>
              <p14:xfrm>
                <a:off x="5937955" y="3452780"/>
                <a:ext cx="385560" cy="4640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2651D2B-7A48-E46A-E0F4-3B59B7FABF4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929315" y="3443780"/>
                  <a:ext cx="403200" cy="48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BBED9E9-F6EE-B720-08FD-4E9FBB441B03}"/>
                    </a:ext>
                  </a:extLst>
                </p14:cNvPr>
                <p14:cNvContentPartPr/>
                <p14:nvPr/>
              </p14:nvContentPartPr>
              <p14:xfrm>
                <a:off x="6513235" y="3426140"/>
                <a:ext cx="269280" cy="3564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BBED9E9-F6EE-B720-08FD-4E9FBB441B0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504235" y="3417140"/>
                  <a:ext cx="28692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7E5407F-3BC6-CD26-A5A5-38C9539B4E3E}"/>
                    </a:ext>
                  </a:extLst>
                </p14:cNvPr>
                <p14:cNvContentPartPr/>
                <p14:nvPr/>
              </p14:nvContentPartPr>
              <p14:xfrm>
                <a:off x="6902035" y="3457100"/>
                <a:ext cx="164880" cy="1368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7E5407F-3BC6-CD26-A5A5-38C9539B4E3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893395" y="3448100"/>
                  <a:ext cx="18252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F10AFEA-2AA6-A78A-4D6E-D35B41387BA8}"/>
                    </a:ext>
                  </a:extLst>
                </p14:cNvPr>
                <p14:cNvContentPartPr/>
                <p14:nvPr/>
              </p14:nvContentPartPr>
              <p14:xfrm>
                <a:off x="7204075" y="3315260"/>
                <a:ext cx="263160" cy="3117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F10AFEA-2AA6-A78A-4D6E-D35B41387BA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195435" y="3306260"/>
                  <a:ext cx="28080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8B38854-CB14-FE31-B7D8-B0C0519CDD81}"/>
                    </a:ext>
                  </a:extLst>
                </p14:cNvPr>
                <p14:cNvContentPartPr/>
                <p14:nvPr/>
              </p14:nvContentPartPr>
              <p14:xfrm>
                <a:off x="7608355" y="3252980"/>
                <a:ext cx="358560" cy="6253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8B38854-CB14-FE31-B7D8-B0C0519CDD8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599715" y="3244340"/>
                  <a:ext cx="376200" cy="64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48B5FFF-205A-E001-359F-4F33E0495CBF}"/>
                    </a:ext>
                  </a:extLst>
                </p14:cNvPr>
                <p14:cNvContentPartPr/>
                <p14:nvPr/>
              </p14:nvContentPartPr>
              <p14:xfrm>
                <a:off x="8190475" y="3440900"/>
                <a:ext cx="76320" cy="165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48B5FFF-205A-E001-359F-4F33E0495CB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181475" y="3431900"/>
                  <a:ext cx="9396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F6981A2-7C99-F1D5-26E5-A46C85191B6D}"/>
              </a:ext>
            </a:extLst>
          </p:cNvPr>
          <p:cNvGrpSpPr/>
          <p:nvPr/>
        </p:nvGrpSpPr>
        <p:grpSpPr>
          <a:xfrm>
            <a:off x="1057435" y="3072260"/>
            <a:ext cx="2552400" cy="3155400"/>
            <a:chOff x="1057435" y="3072260"/>
            <a:chExt cx="2552400" cy="315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3AFEBAC-7FBA-7AA6-4E2A-11ADF40E850F}"/>
                    </a:ext>
                  </a:extLst>
                </p14:cNvPr>
                <p14:cNvContentPartPr/>
                <p14:nvPr/>
              </p14:nvContentPartPr>
              <p14:xfrm>
                <a:off x="1945555" y="3559340"/>
                <a:ext cx="704520" cy="7714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3AFEBAC-7FBA-7AA6-4E2A-11ADF40E850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936915" y="3550340"/>
                  <a:ext cx="722160" cy="78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ED74991-71DF-AE57-13FA-298283DC98DF}"/>
                    </a:ext>
                  </a:extLst>
                </p14:cNvPr>
                <p14:cNvContentPartPr/>
                <p14:nvPr/>
              </p14:nvContentPartPr>
              <p14:xfrm>
                <a:off x="1423555" y="3072260"/>
                <a:ext cx="1265040" cy="15804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ED74991-71DF-AE57-13FA-298283DC98D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414915" y="3063260"/>
                  <a:ext cx="1282680" cy="159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C2D1EF0-1502-462C-8383-1C6C1E4E856A}"/>
                    </a:ext>
                  </a:extLst>
                </p14:cNvPr>
                <p14:cNvContentPartPr/>
                <p14:nvPr/>
              </p14:nvContentPartPr>
              <p14:xfrm>
                <a:off x="2002435" y="4656980"/>
                <a:ext cx="475560" cy="7873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C2D1EF0-1502-462C-8383-1C6C1E4E856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993435" y="4647980"/>
                  <a:ext cx="493200" cy="80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F13BCDC-7ED6-5B5E-6FD4-EE0EAE02A211}"/>
                    </a:ext>
                  </a:extLst>
                </p14:cNvPr>
                <p14:cNvContentPartPr/>
                <p14:nvPr/>
              </p14:nvContentPartPr>
              <p14:xfrm>
                <a:off x="1145995" y="4669580"/>
                <a:ext cx="1050120" cy="9756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F13BCDC-7ED6-5B5E-6FD4-EE0EAE02A21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37355" y="4660580"/>
                  <a:ext cx="1067760" cy="9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4397745-89C7-EAA1-EA04-2F115BB65174}"/>
                    </a:ext>
                  </a:extLst>
                </p14:cNvPr>
                <p14:cNvContentPartPr/>
                <p14:nvPr/>
              </p14:nvContentPartPr>
              <p14:xfrm>
                <a:off x="1057435" y="5674340"/>
                <a:ext cx="1288800" cy="553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4397745-89C7-EAA1-EA04-2F115BB6517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48435" y="5665700"/>
                  <a:ext cx="1306440" cy="57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6A835AF-97E9-914A-B5C3-50E93301A267}"/>
                    </a:ext>
                  </a:extLst>
                </p14:cNvPr>
                <p14:cNvContentPartPr/>
                <p14:nvPr/>
              </p14:nvContentPartPr>
              <p14:xfrm>
                <a:off x="2609395" y="5615660"/>
                <a:ext cx="1000440" cy="4096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6A835AF-97E9-914A-B5C3-50E93301A26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600755" y="5606660"/>
                  <a:ext cx="1018080" cy="427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53882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177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0591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9059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5350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3817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testBI Power</dc:creator>
  <cp:lastModifiedBy>testBI Power</cp:lastModifiedBy>
  <cp:revision>1</cp:revision>
  <dcterms:created xsi:type="dcterms:W3CDTF">2026-01-28T15:06:57Z</dcterms:created>
  <dcterms:modified xsi:type="dcterms:W3CDTF">2026-01-28T15:23:04Z</dcterms:modified>
</cp:coreProperties>
</file>