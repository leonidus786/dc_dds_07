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14:56:45.3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 26 6969,'24'2'2334,"-20"-1"2194,-15-3-2768,-16-14 11532,17 8-10387,9 7-2889,-1-1 508,16 17-110,-11-10-389,4 7-25,0 0 0,-1 1 0,-1 0 0,0 0 0,0 1 0,-2-1 0,0 1 0,0 0 0,0 15 0,4 12 0,43 376 3,-33 4-14,-7-127-162,19 24-3314,20-3-4316,-30-212 908,0-7-4522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14:56:45.9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1 132 7249,'29'7'2231,"-28"-7"-2109,-1 0 0,1 0 0,0-1 1,0 1-1,0 0 0,-1 0 1,1-1-1,0 1 0,0 0 1,-1-1-1,1 1 0,0 0 1,0-1-1,-1 1 0,1-1 0,-1 0 1,1 1-1,0-1 0,-1 1 1,1-1-1,-1 0 0,1 1 1,-1-1-1,0 0 0,1 0 1,-1 1-1,1-2 0,-1 1 287,7-5 50,-1 0 1,1 0 0,0 1 0,1 1-1,-1-1 1,1 1 0,0 0 0,0 1-1,0 0 1,12-3 0,-2 0 48,28-10 16,2 3 0,-1 1 0,1 3 0,1 2 0,0 2 0,97 2 0,-94 7-445,0 1 0,-1 4 1,0 1-1,-1 3 0,0 2 0,-1 1 0,-1 4 0,-1 1 0,0 2 0,72 49 0,-80-45-58,-1 2 0,-1 1 0,-2 2 0,48 55 0,-70-70-13,0 0 1,-1 1 0,-1 1-1,-1 0 1,9 23-1,-14-29-6,-1 0 1,0 1-1,-1 0 0,0 0 0,-1 0 0,-1 0 0,0 0 0,-3 25 0,0-26 10,-1 1 0,-1-1 0,0 0 0,0 0 0,-2 0-1,0 0 1,0-1 0,-1 0 0,0 0 0,-1-1 0,-1 0 0,0 0 0,0-1 0,-12 10 0,-12 9-20,-2 0 1,-1-3-1,-40 24 1,-24 5 51,-155 61 0,128-61-60,-129 52-336,177-78-2718,-102 23 1,162-47-2441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14:56:46.4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328 21 11029,'-4'-1'2157,"-56"-12"4019,55 11-6015,1 1 0,0 0-1,-1 0 1,1 0 0,-1 1 0,1-1 0,0 1 0,-1 0 0,1 1-1,-1-1 1,1 1 0,-1 0 0,1 0 0,0 0 0,-1 0 0,1 1-1,0 0 1,0 0 0,0 0 0,0 0 0,0 1 0,1-1 0,-1 1 0,1 0-1,0 0 1,0 0 0,-5 6 0,-6 9 113,2 0-1,-1 1 1,2 0-1,-11 26 1,17-36-189,-7 17 2,1 0-1,1 1 1,2 0-1,0 1 1,2-1 0,1 1-1,1 1 1,1-1 0,2 0-1,2 30 1,1-37-53,1 1 1,0-1-1,2 1 1,0-1-1,2-1 1,0 1-1,1-1 1,1 0-1,1-1 1,1 0 0,1-1-1,0 0 1,24 26-1,-23-30 21,1 0 0,0-2 0,1 0 0,0 0 0,1-1 0,0-1 0,1-1 0,0 0 0,0-2 0,1 1 0,0-2 0,0-1 0,1 0 0,0-1 0,-1-1 0,1-1 0,0 0 0,1-2 0,-1 0 0,0-1 0,0-1 0,36-8 0,-50 8-18,0 1 0,-1-1 0,1 0 0,0-1 0,-1 1 0,1-1 0,-1 1 0,0-2 0,0 1 0,0 0 0,0-1 0,-1 1 0,1-1 0,-1 0 0,0 0 0,0-1 0,-1 1 0,1-1 0,3-8 0,-4 7-13,0 0-1,-1 0 1,0-1 0,0 1-1,0 0 1,-1-1-1,0 1 1,0-1 0,0 1-1,-1-1 1,0 1 0,0 0-1,-1-1 1,0 1-1,-4-9 1,-5-8-8,-2-1-1,0 2 1,-2 0-1,0 0 1,-35-35-1,-102-82-1235,103 100-718,-62-37 0,77 56-1424,-46-20-1,47 29-2189,11 7-3322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14:56:46.8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6 375 5817,'3'-30'4734,"-3"27"-4435,0 0 1,0 0-1,0-1 1,0 1-1,1 0 1,-1 0 0,1 0-1,1-5 1,5-10 614,-1 0 0,-1-1 1,-1 0-1,0 0 1,-2 0-1,0 0 0,-1 0 1,-1-1-1,0 1 1,-2 0-1,0 0 1,-2 0-1,-9-35 0,8 43 1137,-1 30-1082,6-19-982,-6 41 498,3 0 0,0 0 0,3 0 0,7 63-1,-1-22-23,-5-43-336,38 668 643,29 0-834,-44-488 14,-11-86-1170,55 248 0,-64-364 589,1-1-1,1 1 0,0-1 1,1 0-1,0 0 0,2-1 1,0 0-1,11 15 0,-18-29 443,-1 1 1,0-1-1,0 0 0,0 0 0,1 0 0,-1 0 1,1 0-1,-1-1 0,0 1 0,1 0 0,-1-1 0,1 1 1,0-1-1,-1 1 0,1-1 0,-1 0 0,1 0 0,0 0 1,-1 0-1,1 0 0,0 0 0,-1 0 0,1 0 1,0-1-1,-1 1 0,1 0 0,-1-1 0,3-1 0,1 0-708,-1-1-1,1 1 1,-1-1-1,0 0 1,1-1-1,5-6 1,18-27-8855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14:56:47.1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19 120 7297,'-3'-6'586,"0"0"0,0 0-1,1 0 1,0 0 0,-2-12 0,3 17-446,1-1-1,0 0 0,-1 0 1,1 0-1,0 0 0,0 0 1,0 1-1,0-1 0,1 0 1,-1 0-1,1 0 0,-1 1 1,1-1-1,-1 0 0,1 0 1,0 1-1,0-1 1,0 0-1,0 1 0,0-1 1,0 1-1,0 0 0,0-1 1,1 1-1,-1 0 0,2-2 1,7-1 231,1-1 0,0 2 1,-1-1-1,1 1 0,0 1 0,0 0 1,1 1-1,-1 0 0,0 0 0,14 2 1,-7-1-163,23 0 103,1 1 0,-1 3 0,0 1 0,0 2-1,-1 2 1,1 2 0,72 30 0,-102-36-278,0 0 1,0 1-1,-1 0 0,0 1 1,0 0-1,0 1 1,-1 0-1,0 1 1,0 0-1,14 19 0,-20-22-22,0-1-1,0 1 0,0 0 1,0 1-1,-1-1 0,0 0 1,0 1-1,-1-1 0,0 1 0,0-1 1,0 1-1,-1 0 0,0-1 1,-1 1-1,1 0 0,-1-1 1,0 1-1,-1-1 0,0 1 0,0-1 1,-4 10-1,-4 5 21,-1 0-1,-1-1 1,-1 0 0,-1-1-1,0 0 1,-21 19 0,-109 91-70,13-12-3868,118-94 1034,12-18-3003,17-12-662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14:56:47.9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1027 7145,'0'-3'361,"1"0"1,-1 0 0,1 0 0,0 0 0,0 0-1,0 0 1,0 0 0,1 0 0,-1 0-1,1 0 1,-1 1 0,6-6 5290,-10-25-2237,0 14-2095,5 6 466,2 27-1397,4 22-406,-7-23 60,0-1 1,0 1-1,-2 15 1,1 11 23,3-7-29,1 0 1,1 0 0,2-1 0,1 0-1,23 55 1,-27-77-42,1 0-1,0-1 1,1 0-1,0 0 1,0 0-1,1-1 1,0 1-1,0-2 1,1 1-1,0-1 1,0 0 0,0-1-1,1 0 1,0 0-1,0-1 1,0 0-1,0 0 1,1-1-1,-1-1 1,1 0-1,0 0 1,15 1-1,0-2 6,0-1-1,0-1 0,0-1 0,-1-1 1,1-2-1,-1 0 0,47-17 0,-43 12-13,-15 7 6,0-1-1,0-1 1,0 0 0,-1-1-1,0 0 1,0-1 0,-1 0-1,0-1 1,0 0 0,14-14-1,-8 0-34,-1 0 0,-1-1 0,-1 0-1,-1-1 1,-2-1 0,16-43 0,35-164-148,-57 207 162,12-70-16,-5 0 0,0-117 1,1-10 63,-10 185-37,-1 0 1,-6-49-1,6 31 36,-1 40 18,-4 30 49,-10 144 478,11-140-522,-5 50 79,2 0 0,6 76 0,12 98 41,-9-198-114,1-1 0,23 86 0,-23-111-40,5 17 8,1 0 0,2 0 0,1-1 0,2-1 0,2-1 0,1 0 0,1-1 0,30 36 0,-38-54-55,1 0 0,0-1 0,0-1 1,2 0-1,-1 0 0,2-2 0,-1 0 0,1 0 0,1-2 1,0 0-1,0-1 0,0-1 0,1 0 0,0-1 1,0-1-1,0-1 0,1 0 0,32-1 0,-29-3-11,0-2-1,0 0 1,-1-2-1,1 0 0,-1-1 1,-1-2-1,1 0 1,-1-1-1,0-1 1,-1 0-1,0-2 0,-1 0 1,0-1-1,21-21 1,-15 11-2,-1-1 1,-1 0 0,-2-2-1,0 0 1,-2-2-1,-1 0 1,-1 0 0,-1-2-1,11-32 1,-22 49 32,1 0 0,-2 0 0,4-25 0,-7 33 17,1 0 1,-1-1-1,-1 1 1,1-1 0,-1 1-1,0 0 1,0 0 0,0-1-1,-1 1 1,1 0-1,-6-9 1,6 12-5,-1 1 0,1-1 0,0 1 0,-1-1 0,0 1 0,1 0 0,-1 0 0,0 0-1,0 0 1,0 0 0,1 0 0,-1 0 0,0 0 0,0 1 0,0-1 0,0 1 0,0 0 0,-1-1 0,-2 1 0,-34 1-28,33 0 38,1 1 0,0-1 0,-1 1 0,1 0 0,0 0 0,0 1-1,0-1 1,0 1 0,0 0 0,1 1 0,0-1 0,-7 7 0,3-2-17,0 0 0,1 1 0,0 0 1,-10 18-1,14-20 5,1-1 1,0 1 0,1 0-1,-1 1 1,1-1-1,1 0 1,-1 0 0,1 0-1,1 0 1,1 13-1,-1-3 9,0-11-3,0 1 0,0-1 0,0 1 0,1-1 0,0 0-1,0 0 1,0 0 0,1 0 0,0 0 0,0 0 0,5 6 0,-5-8 0,0-1 0,0 1 1,0-1-1,0 0 0,1 0 1,-1 0-1,1 0 0,0-1 0,0 0 1,0 1-1,0-1 0,0-1 1,0 1-1,1-1 0,-1 1 1,1-1-1,4 0 0,78 3 62,-54-4-36,43 6 0,-57-1-449,-1 0 0,0 0 0,18 9 0,23 8-4583,-51-19 4136,1 0-460,4 0-3557,11 2-1464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14:56:48.1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58 34 9165,'5'-9'954,"3"-8"3180,-24 11-262,15 6-3767,1-1 0,-1 1 0,0 0-1,1 0 1,-1 0 0,1 0 0,-1-1 0,0 1-1,1 0 1,-1 0 0,0 0 0,1 0 0,-1 0-1,1 0 1,-1 0 0,0 1 0,1-1-1,-1 0 1,0 0 0,1 0 0,-1 1 0,1-1-1,-1 0 1,1 1 0,-1-1 0,0 1 0,-22 147 4074,10 87-2119,12-205-1863,0 54-766,14 110 0,26 80-4560,-20-180 1547,-4-32-1596,1 7-4202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14:56:48.3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0 263 9937,'112'-34'5423,"57"-7"-1938,445-69 305,-123 38-2769,-477 70-999,0 0 1,-1 1-1,1 1 0,0 0 1,0 1-1,15 3 0,-24-3-3,0 1 1,1-1-1,-1 1 0,0 0 0,0 1 1,0-1-1,-1 1 0,1 0 1,-1 0-1,1 0 0,-1 1 0,0 0 1,0 0-1,0 0 0,-1 0 0,0 0 1,0 1-1,4 5 0,0 8-5,0 0 0,-1 0 0,-1 0 0,6 36 0,-6-27-20,1 18-1495,2 90 0,-5-55-3217,0-58-493,0 4-3116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14:56:48.5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21 4436,'16'-20'2541,"-10"31"-2069,4 1-152,-4 5-360,0-3-372,1 9-2453,-1 3 1397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14:56:48.8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366 0 6037,'-30'33'4006,"29"-32"-3818,0 0 0,0 0 0,1 0 0,-1 0 0,0 0 0,1 1 0,-1-1 0,1 0 0,0 0 0,-1 1 0,1-1 0,0 0 0,0 0 1,-1 1-1,1-1 0,1 2 0,-2 2 369,-6 27 2150,-17 46 1,16-59-2248,2 0 0,0 1 0,1-1 0,1 1 1,1 0-1,1 0 0,0 34 0,4-25-125,10 52 0,-10-71-270,1-1 0,0 1-1,0-1 1,1 1 0,1-1 0,-1 0 0,1-1-1,1 1 1,9 11 0,-7-11-35,0 1 1,0-2-1,1 1 1,0-1-1,1 0 0,0-1 1,0-1-1,1 1 1,-1-1-1,1-1 1,1 0-1,-1-1 0,1 0 1,0-1-1,-1 0 1,1 0-1,1-2 1,12 2-1,-12-3-24,1 0 0,-1 0 0,0-1 0,1-1 0,-1 0 0,14-4 0,-22 4 1,-1 1 1,0-1-1,1 0 1,-1 0-1,0-1 1,0 1-1,0-1 0,-1 0 1,1 0-1,-1 0 1,1 0-1,-1-1 1,0 1-1,-1-1 1,1 0-1,0 0 1,-1 0-1,0 0 1,0-1-1,3-7 1,-4 4-13,1-1-1,-1 1 1,0 0 0,-1-1 0,0 1 0,0 0 0,0-1 0,-1 1 0,-1 0 0,0 0-1,0-1 1,0 1 0,-1 1 0,0-1 0,-1 0 0,1 1 0,-1-1 0,-1 1 0,0 0-1,-11-12 1,1 1-6,-2 1 0,0 0 0,-2 2 0,1 0 0,-2 0-1,-24-12 1,5 6-223,0 1 0,-2 3 0,0 1 0,-1 2 0,-1 2 0,0 2 0,-75-9 0,102 19-587,1-1 0,-28 5 0,40-4 425,-1 1 0,1 0 0,-1 0 0,1 0 0,-1 0-1,1 0 1,-5 4 0,7-5 225,1 0 0,-1 1 0,0-1 0,1 0-1,0 1 1,-1-1 0,1 1 0,-1-1 0,1 1 0,-1-1-1,1 1 1,0-1 0,0 1 0,-1 0 0,1-1 0,0 1-1,0-1 1,-1 1 0,1 0 0,0-1 0,0 1 0,0 0-1,0-1 1,0 1 0,0-1 0,0 1 0,0 0 0,0-1-1,0 1 1,1 0 0,-1-1 0,0 1 0,0-1 0,1 1-1,-1 0 1,1 0 0,16 26-7810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14:56:49.2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37 124 9561,'8'-50'2047,"-8"48"-1802,1 1 0,-1-1 0,0 0 0,0 0 0,0 0 0,0 0 0,0 1 0,0-1 0,0 0 0,0 0 0,-1 0 1,1 1-1,-1-1 0,0 0 0,-1-2 0,-2-15 2673,3-5-100,1 54 43,-1 13-2647,-2 0 0,-12 60 0,10-74-218,2-1 1,0 33-1,-2 9-317,5-67 313,0 0 0,-1 0 0,1 0-1,1 0 1,-1 0 0,0 0 0,1 1 0,-1-1-1,1 0 1,1 4 0,-1-7 8,-1 1 0,0-1 1,1 1-1,-1-1 0,0 1 0,1-1 0,-1 1 1,1-1-1,-1 0 0,0 1 0,1-1 0,-1 0 1,1 1-1,-1-1 0,1 0 0,-1 0 1,1 1-1,0-1 0,-1 0 0,1 0 0,-1 0 1,2 0-1,-1 0-3,1 0 0,-1 0 0,1-1 1,-1 1-1,0 0 0,1-1 0,-1 1 0,1-1 0,-1 0 1,0 0-1,0 1 0,3-3 0,15-12 110,34-35 0,-11 8 316,-14 14 271,30-38-1,-32 35 142,44-42-1,-61 66-706,0-1-1,1 1 0,-1 0 0,2 1 0,-1 0 1,0 1-1,1 0 0,0 1 0,19-5 0,-25 7-100,1 1-1,-1 1 0,0-1 0,1 1 0,-1 0 0,1 0 1,-1 1-1,1-1 0,-1 1 0,1 1 0,-1-1 0,0 1 1,0 0-1,0 0 0,0 0 0,0 1 0,0-1 0,0 1 1,-1 0-1,0 1 0,1-1 0,-1 1 0,0 0 0,-1 0 1,1 0-1,-1 0 0,0 1 0,0 0 0,3 5 0,3 8-8,0 0-1,-2 1 1,0 0-1,-1 0 1,-1 1-1,5 32 1,0 24-1634,-4 1 1,-5 126-1,-27 35-10733,10-155 2342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14:56:50.1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252 188 3172,'-14'-25'1964,"-37"-42"-214,49 65-1682,1-1-13,0 0 0,0-1 0,0 1 0,-1 0 0,1 1 1,-1-1-1,-4-5 0,-42-6 388,-47 0 752,91 14-708,-15-10 328,15 6 2924,31-12-2312,-24 14-705,-1 1-26,-1 1-518,0-1 0,0 1 1,0-1-1,0 1 0,1 0 1,-1-1-1,0 1 0,0 0 0,0 0 1,0-1-1,0 1 0,0 0 0,0 0 1,1 0-1,-1 1 0,0-1 1,0 0-1,0 0 0,0 1 0,0-1 1,0 0-1,0 1 0,0-1 1,0 1-1,0-1 0,0 1 0,1 1 1,0 1 11,-1-1 1,0 1 0,1 0-1,-1 0 1,-1 0 0,1 0-1,0 0 1,-1 0 0,1 0 0,-1 0-1,0 5 1,-5 142 2256,10-39-1553,-2-18-1718,23 145 0,-21-209-292,9 35-3087,1-22-2783,6-2-3617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14:56:50.8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234 34 5721,'-115'41'5426,"2"-2"3512,108-37-7968,6 0-211,17 0 267,32 1 83,661-21 2376,-543 10-3138,-88 4-264,643-44-3075,-610 32-99,-42-3-5298,-45 9-2019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14:56:51.6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882 63 4308,'5'-17'10544,"-9"3"-5387,-17-8-1872,11 14-1339,8 6 73,-1 2-1507,-29 0 325,29 0 1196,3 5-1726,-12 152 1544,-1 14-1883,39 257 32,-13-307 0,-3-49 0,-3 0 0,-3 1 0,-8 98 0,2-157 0,0 0 0,-1-1 0,0 0 0,-1 0 0,0 0 0,-1 0 0,-1 0 0,0-1 0,0 0 0,-14 17 0,14-21 0,-1-1 0,0 0 0,0 0 0,0 0 0,-1-1 0,0 0 0,-1-1 0,1 1 0,-1-2 0,0 1 0,0-1 0,-1-1 0,1 0 0,-20 4 0,3-3 7,1-2 0,0-1 0,-1-1 0,1-1 1,0-2-1,-1 0 0,1-1 0,0-2 0,-40-14 0,27 5-233,0-1 0,1-1 0,1-3 0,-62-43 0,90 57-171,0 0 1,0-1 0,1 0 0,0 0-1,0 0 1,1-1 0,0 0 0,0 0 0,1-1-1,0 1 1,0-1 0,-6-19 0,8 15-750,0-1 1,1 0 0,0 0-1,1 0 1,1 0-1,1 0 1,2-22 0,6-1-4490,6 10-3140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14:56:52.0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37 5408,'27'-9'1206,"-22"7"2338,27-6-383,-29 7-246,-2 1-4214,0 0 1231,-1 0 1,1 0-1,-1-1 0,1 1 1,-1 0-1,1 0 1,-1 0-1,1-1 0,-1 1 1,0 0-1,1-1 0,-1 1 1,1 0-1,-1-1 1,0 1-1,1 0 0,-1-1 1,0 1-1,1-1 1,-1 1-1,0-1 0,0 1 1,0-1-1,1 1 0,-1-1 1,0 0-1,5-5-2343,8 11 1050,-3 4 495,-8-7-100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14:56:52.8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267 106 5076,'0'0'14837,"17"-22"-13125,-1-2-1212,-14 22-254,-1-1 54,0 1-233,0 0 0,0 0 0,-1 0-1,1 0 1,0 0 0,-1-1-1,1 1 1,-1 0 0,0 0-1,1-1 1,-1 1 0,0 0 0,-1-1-1,1 1 1,0 0 0,-1 0-1,1-1 1,-1 1 0,0 0-1,1 0 1,-3-4 0,2 3 424,0 6-295,-28 53 1402,-49 73-1,4-8-545,55-85-890,1 0 1,2 1-1,1 1 0,2 0 1,2 1-1,1 1 1,-7 70-1,17-87-110,0-1-1,2 1 0,1 0 1,0-1-1,2 0 1,1 0-1,0 0 0,13 27 1,-14-39-48,1 0-1,0 0 1,0 0 0,1-1-1,0 0 1,1 0 0,0-1 0,0 0-1,0-1 1,1 1 0,1-2 0,-1 1-1,1-1 1,0-1 0,1 0 0,-1 0-1,1-1 1,0 0 0,0-1-1,0 0 1,20 1 0,-16-1-47,-1-2 0,1 0 0,0-1 0,-1 0 0,1-1 0,0-1 0,-1 0 0,0-1 0,1-1 0,-1 0 0,0-1 0,-1 0 0,1-1 0,-1-1 0,0 0 0,18-14 0,2-9-227,-1-2 0,-2-1 0,-2-1-1,-1-1 1,-1-1 0,-3-2 0,32-65 0,-36 57 172,-1 0 0,-3-1 0,-2-1 0,-2 0 1,9-92-1,-19 105 111,2-38 760,-3 70-515,-2 6-158,-3 9 9,-1 0 0,2 0 1,0 0-1,0 1 0,1 0 0,-2 19 0,-2 85 413,6-94-423,0 18-23,1 0 0,3-1 0,1 0 0,2 0-1,1 0 1,2 0 0,2-1 0,2-1 0,1 0 0,38 70 0,-31-71-427,2-2 1,2 0-1,1-1 0,1-2 0,2 0 0,1-2 1,52 40-1,-40-38-1104,1-3 0,2-1-1,1-2 1,1-2 0,0-3 0,76 24 0,-21-18-4324,3-1-3268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14:56:53.9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88 135 7485,'-16'5'1886,"0"0"0,-26 3 0,28-8 2395,31-4-201,-4 1-4931,278-37 2883,-210 32-1768,505-38 712,-127 13-641,-246 15-609,-207 18 39,-14 0-605,-131 5-1818,-15 1-3358,107-5 1553,23 4-2327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14:56:54.6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82 4 9097,'3'7'9880,"-18"-10"-6855,-19-5-1495,14 10 3085,19-2-4601,0 1 1,0 0 0,0-1 0,0 1-1,0 0 1,0 0 0,0 0 0,0 0-1,0 0 1,1 0 0,-1 0 0,0 0-1,1 0 1,-1 0 0,1 0 0,-1 1-1,1-1 1,-1 0 0,1 0 0,0 1-1,0-1 1,0 0 0,0 0 0,0 1-1,0 1 1,5 40 189,-2-25-104,28 283 222,-29-270-300,-1-7 21,1 1-1,7 26 0,-9-50-38,0 0 0,0 1 0,0-1 0,1 0 0,-1 0 0,0 0 0,1 0 0,-1 0 0,0 0 0,1 0 0,0 0 0,-1 0 0,1 0 0,0 0 0,-1 0 0,1 0 0,0 0 0,0-1 0,0 1 0,-1 0 0,1-1 0,0 1 0,0 0 0,0-1 0,0 1 0,0-1 0,2 1 0,0-1-2,-1-1 1,1 1-1,-1-1 1,1 1-1,0-1 1,-1 0-1,0 0 1,1 0-1,-1 0 1,1 0-1,-1-1 1,0 1-1,0-1 1,3-2-1,53-36 26,84-43 0,-111 66-40,-21 12-31,0-1 22,0 0 0,1 1 0,-1 0 0,13-3 0,-18 7 16,-1 0 1,1 1-1,-1 0 0,1 0 0,-1 0 0,1 0 0,-1 0 1,1 1-1,-1 0 0,1 0 0,-1 0 0,0 1 1,6 2-1,140 65 43,-27-19 37,-120-49-38,0-2-33,-1 0-1,1 0 1,-1 0-1,1 1 0,-1-1 1,1 1-1,-1-1 0,1 1 1,3 0-1,8-1 7,-8-2-7,0 0 0,-1 0 0,1 0 0,-1-1 0,0 1 0,0-2 0,0 1 0,-1 0 0,7-8 1,-6 6-18,-1 1 1,1 0 0,0 1 0,0-1 0,1 1 0,0 0 0,10-5 0,-5 5 6,0 0 1,0 1 0,0 0 0,0 1-1,0 0 1,0 1 0,1 0 0,-1 1-1,1 0 1,-1 0 0,0 2 0,13 2-1,-2 2-458,0 1-1,-1 0 0,0 2 0,40 22 0,108 72-7119,-151-93 5253,1-2 0,0 0 0,28 7 0,-15-4-4763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14:56:55.3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279 328 6513,'-1'-5'418,"0"0"1,0 0-1,0 1 1,1-1-1,0 0 1,0 0 0,0 0-1,1 0 1,-1 0-1,1 1 1,0-1 0,1 0-1,-1 1 1,1-1-1,0 1 1,0-1-1,4-6 1,-2 4 251,-1 0 0,1 0 0,-2-1 0,1 1 0,-1-1-1,1-11 1,7-106 3767,-10 121-4242,0 0 0,0 0-1,0 0 1,0 0 0,-1 0-1,1 0 1,-1 0-1,-3-8 1,3 12-176,0-1 0,0 1-1,0-1 1,0 1 0,0 0 0,-1-1 0,1 1-1,0 0 1,0 0 0,0 0 0,0 0 0,-1 0 0,1 0-1,0 0 1,0 0 0,0 0 0,0 1 0,-2-1-1,1 1 31,-8 0-4,0 2-1,1-1 1,-1 1-1,1 0 1,0 1-1,0 0 1,-10 6-1,-59 41 112,69-44-149,-2 0-65,1 2 0,1-1 0,0 2 0,0-1 0,0 1 0,2 0 0,-1 1 0,1 0 0,1 0 0,0 0 0,0 1 0,1 0 0,1 0 0,-4 14 0,6-19 16,1 0 0,-1 1 0,1-1 1,1 1-1,-1-1 0,1 1 0,1-1 1,-1 1-1,1-1 0,1 1 0,-1-1 1,1 1-1,1-1 0,-1 0 0,1 0 1,0 0-1,1-1 0,0 1 0,0-1 1,0 0-1,1 0 0,0 0 0,0 0 1,0-1-1,8 6 0,8 4-41,0-1 0,1-2-1,0 0 1,1-1 0,0-2 0,1 0 0,0-1-1,47 8 1,-31-10 33,0-1-1,0-3 1,1-1-1,72-8 1,-95 5 45,-1-1 0,0-1-1,0 0 1,0-1 0,0-1 0,27-14 0,-35 15 5,0-1-1,0 0 0,-1 0 1,1-1-1,-2 0 1,1 0-1,-1-1 0,0 0 1,0 0-1,-1-1 1,0 1-1,5-13 0,-9 18 0,-1 1 0,1-1 0,-1 0 0,0 0 0,0 0 0,0 0 0,-1 1 0,1-1 0,-1 0 0,1 0 0,-1 0 0,0 0 0,0 0 0,0 0 0,-1 0 0,1 0 0,-1 0 0,1 0 0,-1 0 0,0 0 0,0 0 0,-1 0 0,1 1 0,0-1 0,-1 0 0,0 1 0,1 0 0,-1-1 0,0 1 0,0 0 0,-1 0 0,1 0 0,-5-3 0,0 1-3,0 0 1,0 0-1,-1 1 1,1 0-1,-1 0 0,0 1 1,0 0-1,0 0 1,0 1-1,0 0 1,-12 0-1,17 1 3,-16 0-22,1 1-1,-1 0 0,-18 5 1,33-6 12,0 1 0,1-1 0,-1 1 1,0 0-1,1 1 0,-1-1 0,1 0 0,0 1 1,-1 0-1,1 0 0,0 0 0,0 0 0,0 1 0,0-1 1,1 1-1,-1 0 0,1-1 0,-1 1 0,1 0 1,0 0-1,0 1 0,0-1 0,-1 4 0,3-6 5,0 1-1,0-1 0,-1 0 0,1 1 0,0-1 0,1 1 1,-1-1-1,0 0 0,0 1 0,0-1 0,1 0 0,-1 1 0,1-1 1,-1 0-1,1 1 0,0-1 0,-1 0 0,1 0 0,0 0 1,1 2-1,20 17-63,-17-16 73,1 0-10,-1-1 1,1 0-1,0-1 0,0 1 0,0-1 0,1 0 0,-1-1 0,0 1 0,1-1 0,-1-1 1,1 1-1,7-1 0,3 1-2,30 2 2,67-3-1,13 0 163,-123 0-150,0 0 0,1 0 0,-1 1-1,0-1 1,0 1 0,0 0 0,1 0 0,-1 1 0,0-1 0,0 1 0,-1 0 0,1 0 0,0 0 0,0 0 0,-1 1 0,0-1 0,1 1 0,-1 0 0,0 0 0,0 0 0,-1 0 0,1 1-1,3 5 1,-5-7-95,0-2 81,-1 1-1,1-1 1,-1 0-1,1 0 1,-1 1-1,0-1 1,1 0-1,-1 0 0,0 1 1,1-1-1,-1 0 1,0 1-1,1-1 1,-1 0-1,0 1 1,0-1-1,1 1 0,-1-1 1,0 1-1,0-1 1,0 0-1,0 1 1,1-1-1,-1 2 1,0-2-11,0 1 0,0 0 1,0-1-1,1 1 1,-1 0-1,0-1 1,0 1-1,1-1 0,-1 1 1,0 0-1,1-1 1,-1 1-1,1-1 1,-1 1-1,1-1 0,-1 1 1,1-1-1,-1 0 1,1 1-1,-1-1 1,1 0-1,0 1 0,-1-1 1,1 0-1,-1 1 1,1-1-1,1 0 1,12 0-137,0-1 0,0 0 0,0-2 0,0 1 0,20-8 0,-10 2 46,0-1 1,0-2-1,-1-1 1,30-19-1,50-31-198,-95 59 308,0-1 0,1 2-1,-1-1 1,1 1 0,0 0 0,0 1-1,0 0 1,0 1 0,0-1 0,14 3 0,41-4 261,-33 0 189,-27 2 277,-2 1-540,4 1-240,-1 1 0,0-1 1,0 1-1,0 1 0,-1-1 0,1 1 1,-1-1-1,7 9 0,-6-7-325,0 0-1,0 0 1,0-1-1,1 1 1,0-1 0,0-1-1,12 7 1,3-2-568,1 0 0,1-2 0,-1 0 0,1-2 0,45 3 0,-18-5-544,0-1-211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14:56:55.5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89 92 6885,'-19'-14'4092,"13"0"-3468,3-6 396,-16 14-672,3 0 156,3-11-3812,0 3 280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14:56:56.1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0 497 8721,'3'2'2188,"5"2"-1315,1-1-1,0 1 1,0-1 0,0-1-1,0 1 1,0-2 0,0 1-1,11-1 1,12 0 98,35-5 0,-26 1-254,849-60 3355,-749 52-3782,903-66 494,-138 9-1253,275-36-1734,-592 35-1621,-4-20-5316,-392 54 1192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14:57:03.3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1 961 6801,'26'-55'1868,"35"-79"4009,-55 113-4940,0 0-1,-2 0 1,0 0-1,1-25 1,-4 25-423,13-240 7359,-13 244-7377,-1 17-484,0 0 0,0 0 0,0 0 0,0 0 0,0 0 0,0 0 0,0 1 0,0-1 1,0 0-1,0 0 0,0 0 0,0 0 0,0 0 0,0 0 0,0 0 0,0 0 0,0 0 1,0 0-1,0 0 0,0 0 0,1 0 0,-1 0 0,0 0 0,0 0 0,0 0 0,0 0 1,0 0-1,0 0 0,0 0 0,0 0 0,0 0 0,0 0 0,0 0 0,0 0 1,0 0-1,0 0 0,1 0 0,-1 0 0,0 0 0,0 0 0,0 0 0,0 0 0,0 0 1,0 0-1,0 0 0,0 0 0,0 0 0,0 0 0,0 0 0,0 0 0,0 0 0,0 0 1,0 0-1,0 0 0,0 0 0,0 0 0,1-1 0,7 33 1208,-1-8-1150,35 131 798,66 203 334,-89-306-1174,27 72 143,73 139 0,-99-226-146,1-2-1,1-1 1,2 0 0,2-2 0,1-1 0,1-1-1,1-1 1,39 28 0,-56-48-25,1-1 0,-1 0 0,1-1 0,1-1 0,-1 0 0,1-1 0,0 0 0,0-1 0,1-1 0,-1 0 0,18 1 0,-14-3 0,0-1 0,0-1 0,0-1 0,0-1 0,0 0 0,-1-1 0,0-1 0,22-9 0,-4-2 0,-1-2 0,-1-1 0,0-2 0,-2-1 0,0-2 0,-1-1 0,50-55 0,-31 24-60,-3-2 0,-2-3-1,38-69 1,-26 25-292,51-132 0,141-335-7294,-175 438 3396,-58 111 606,30-34 0,2 9-6010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14:57:03.73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655 46 10993,'-4'-4'343,"-1"0"1,0 1-1,0-1 1,0 1-1,-1 0 0,1 1 1,-1-1-1,0 1 1,1 0-1,-1 0 0,0 1 1,0 0-1,0 0 0,-9 0 1,-23-6 1371,27 6-1444,0 0 0,1 0-1,-1 1 1,0 0 0,0 1 0,0 0 0,1 1-1,-1 0 1,1 1 0,-1 0 0,1 1 0,-19 9-1,3 0 63,2 2 0,-1 1 0,-35 30 0,40-28-210,1 1-1,1 0 0,1 2 1,1 0-1,-15 26 0,8-10 17,3 2-1,-22 55 1,36-75-113,0 0 0,1 0-1,-2 21 1,5-29-6,1-1 0,1 1 0,-1-1-1,2 1 1,-1-1 0,2 1-1,2 11 1,-3-19-17,1 0 0,-1 0 0,1 0 0,0 0-1,0 0 1,0-1 0,3 4 0,-1-1 28,-4-5-26,0 0 0,0 0 0,0 1 0,0-1 0,1 0 1,-1 0-1,0 0 0,0 0 0,0 0 0,0 1 0,1-1 0,-1 0 0,0 0 0,0 0 0,0 0 0,1 0 0,-1 0 0,0 0 0,0 0 0,0 0 0,1 1 0,-1-1 0,0 0 0,0 0 1,1 0-1,-1 0 0,0 0 0,0-1 0,0 1 0,1 0 0,-1 0 0,0 0 0,0 0 0,0 0 0,1 0 0,-1 0 0,0 0 0,28-7 518,-2-1 0,1-2 0,34-16 0,54-20 1232,-108 45-1763,0-1 0,0 1-1,0 1 1,0-1 0,0 1-1,0 0 1,0 1 0,0-1-1,0 1 1,0 1-1,0-1 1,0 1 0,-1 1-1,1-1 1,-1 1 0,1 0-1,-1 0 1,6 5 0,12 9-1199,-1 1 0,-1 1 0,23 24 0,-1-1-2158,-36-34 2561,45 35-6982,-18-22-504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14:57:04.14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1 437 6425,'0'-1'11,"2"-23"868,1 0-1,1 1 1,1-1 0,1 1-1,1 0 1,12-28-1,-16 47-587,1-5 741,1 0-1,0 0 1,11-14 0,-14 20-872,1 1 1,-1-1 0,1 1 0,0 0 0,0 0-1,0 0 1,0 0 0,0 0 0,0 1 0,0-1 0,0 1-1,1 0 1,-1 0 0,6-1 0,-3 1-76,1 1 0,-1-1 0,0 1 0,0 0 0,1 1 0,-1-1 0,0 1 0,0 1 0,0-1 1,0 1-1,0 0 0,0 0 0,0 1 0,-1-1 0,1 1 0,-1 1 0,0-1 0,0 1 0,0 0 0,0 0 0,-1 0 0,1 1 0,-1-1 1,5 8-1,2 4 4,0 0 0,-2 1 0,1 0 0,-2 0 0,0 1 1,-2 0-1,0 0 0,0 1 0,2 22 0,-4-16-41,-2 1 0,0 0-1,-2 0 1,-1 0 0,-1 0-1,-7 32 1,-7 21 280,-3-2-1,-37 96 1,54-166 110,7-9-160,17-21-72,26-39-285,24-42-496,113-155-3156,-132 194 1003,108-106 0,-35 38-886,-61 62 1419,-58 62 2101,1 1 0,1 1 0,0-1 0,0 2 0,0-1 0,1 1 0,0 1 0,0-1-1,0 2 1,1 0 0,14-5 0,-23 9 169,-1 0 0,0 0 0,1 0 0,-1 0 0,1 0 0,-1 0 0,0 1 0,1-1 1,-1 0-1,1 1 0,-1-1 0,0 1 0,1-1 0,-1 1 0,0 0 0,0 0 0,0-1 0,0 1 0,1 0 0,-1 0 0,1 2 0,-1-3 74,0 2-49,1-1 0,-1 1 0,0 0 0,0 0 0,0-1 1,0 1-1,0 0 0,0 0 0,-1 0 0,1 0 0,0 0 0,-1 0 0,0 0 0,1 0 0,-1 0 0,0 3 0,-3 38 1094,0-21-540,5 198 1523,12-73-3720,-9-41-4008,0-51 209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14:57:04.30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29 5965,'3'-28'3764,"3"36"-4228,4 7-1056,-13 7-716,-1 1-289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14:57:04.71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665 131 12153,'1'-7'443,"-2"0"0,1 0 1,-1 0-1,1-1 0,-2 1 0,1 0 0,-1 0 0,-6-13 1,6 17-102,0 0 1,0-1 0,-1 1 0,0 0 0,1 0-1,-1 0 1,0 0 0,0 1 0,-1-1 0,1 1-1,-1 0 1,1 0 0,-1 0 0,0 1 0,1-1-1,-1 1 1,0 0 0,-7-2 0,-3 1 31,1 0 0,-1 0 0,0 1 0,0 1 0,1 0 0,-1 1 0,0 1 1,1 0-1,-17 5 0,10-1-126,1 0 1,1 2-1,-1 0 1,1 2 0,-30 19-1,20-7-141,0 1 0,1 1 0,1 2 0,2 0 0,0 2 0,-35 54 0,49-65-115,0 0 1,1 0-1,1 1 1,0 0-1,2 0 0,0 0 1,1 1-1,-3 24 1,7-36-10,0 0 0,1 0 0,-1 0 1,2 0-1,-1 0 0,1 0 0,0 0 1,0 0-1,1-1 0,0 1 0,0 0 1,1-1-1,0 1 0,0-1 0,0 0 1,1 0-1,0 0 0,0 0 0,0-1 0,1 0 1,0 0-1,0 0 0,0 0 0,1-1 1,9 7-1,-6-6 10,0-1 1,0 0-1,0 0 1,0-1-1,1 0 0,-1-1 1,1 0-1,-1 0 1,20 0-1,-13-2 48,0-1 1,0 0-1,0-2 0,0 0 1,22-7-1,6-6 458,-2-3-1,0-1 1,44-28 0,-7 1 1009,-79 47-1496,1 0 1,-1 0-1,1 0 0,-1 0 1,1 0-1,-1 0 0,1 0 1,-1 0-1,1 0 0,-1 0 1,1 1-1,-1-1 0,1 0 1,-1 0-1,1 1 0,-1-1 1,0 0-1,1 0 0,-1 1 1,1-1-1,-1 1 0,0-1 1,1 0-1,-1 1 0,0-1 1,0 1-1,1-1 0,-1 1 1,0-1-1,0 1 0,0-1 1,1 1-1,5 16-248,-7-4-222,0 0 0,-7 24-1,-1 13-1409,0 50-3898,9-33-3253,6-27-1957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14:57:05.18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99 74 10033,'-59'-50'11257,"47"39"-10806,10 9 1407,-3-1-707,5 3-1043,-1-1 0,0 0 0,0 0 0,0 1 0,0-1 0,0 1 0,0-1 0,0 1 0,0-1 0,0 1 0,0-1 1,0 1-1,0 0 0,0 0 0,0 0 0,0-1 0,0 1 0,0 0 0,-2 0 0,4 18 10,0 0-1,6 26 1,2 19-186,-2 0 0,-3 114 0,-6-131-432,2-32 332,0 1 1,-1-1-1,0 0 0,-1 0 0,-1 0 0,0 0 0,-7 18 1,8-25 106,5-7 57,15-13 123,23-30 335,15-40 819,-24 33-832,2 2 0,2 2 1,1 1-1,50-45 0,-77 81-358,1 1-1,0 0 1,0 0-1,1 1 1,0 0-1,24-9 1,-31 15-61,0-1 0,-1 1-1,1 0 1,0 0 0,0 1 0,0-1 0,0 1 0,0 0 0,0 0 0,0 1-1,-1-1 1,1 1 0,0 0 0,0 1 0,-1-1 0,1 1 0,0 0 0,-1 0-1,0 0 1,1 0 0,4 5 0,-4-3-6,-1 1 0,0-1 1,0 1-1,0 0 0,0 0 0,-1 0 0,0 1 1,0-1-1,-1 1 0,1 0 0,2 11 0,2 8 15,4 39 0,-8-42-57,18 120-1552,6 41-3596,-5-61-4975,-10-67-460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14:57:05.52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410 204 9989,'-2'-12'1073,"-1"1"1,0-1-1,0 1 0,-1 0 1,-1 0-1,0 1 0,0-1 1,-1 1-1,-1 0 0,1 0 1,-2 1-1,-10-11 0,0-3 914,-5-3 373,22 25-2290,0 1-1,1-1 1,-1 0 0,0 1 0,0-1-1,0 1 1,0-1 0,0 1-1,0 0 1,0-1 0,0 1 0,-1 0-1,1 0 1,0-1 0,0 1-1,0 0 1,0 0 0,0 0-1,0 1 1,0-1 0,0 0 0,0 0-1,0 1 1,-1-1 0,0 1-1,-5 3 55,0 0-1,1 1 0,0 0 0,0 0 0,0 0 0,1 1 0,0-1 1,0 1-1,-8 12 0,-34 68 1165,32-56-1142,-10 17-141,3 2 1,2 0-1,2 1 0,-19 88 1,31-112-17,2 0-1,1 0 1,1 0 0,2 1 0,0-1 0,2 0 0,1 1 0,1-1 0,1 0 0,1-1-1,13 36 1,-12-47-420,0 0-1,1 0 0,1-1 1,0 0-1,0-1 0,1 0 1,1 0-1,0-1 0,1 0 1,0-1-1,0-1 1,22 13-1,-15-11-937,1-1 1,0 0-1,26 7 1,-23-10-1551,0-1-1,42 5 1,-2-6-6914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14:57:05.86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1 134 10653,'3'1'351,"0"-1"-1,0 0 1,0 1-1,0-1 1,-1 1-1,1 0 1,0 0-1,0 0 1,-1 0 0,1 0-1,0 1 1,-1-1-1,1 1 1,2 3-1,1-2 54,0 0 0,0 0 0,0 0-1,1 0 1,-1-1 0,0 0-1,1-1 1,0 1 0,-1-1 0,11 0-1,10 3 228,14 3 16,1-3 1,53-1-1,-56-4-484,0-2-1,0-1 0,65-17 1,-93 17-148,0 0 1,0-1-1,0 0 0,0-1 1,-1 0-1,0-1 1,0 0-1,-1 0 0,0-1 1,0 0-1,-1-1 0,0 0 1,13-19-1,-20 26-16,0 1 0,-1 0 0,1 0 0,0 0 0,0-1 0,-1 1 0,1 0-1,-1-1 1,1 1 0,-1-1 0,0 1 0,0 0 0,0-1 0,1 1 0,-1-1 0,0 1 0,-1-1 0,1 1 0,0-1-1,0 1 1,-1 0 0,1-1 0,0 1 0,-1 0 0,-1-3 0,1 3 0,-1 0 1,1-1-1,-1 1 0,0 0 1,1 0-1,-1 0 1,0 0-1,0 0 0,0 0 1,0 1-1,0-1 0,0 1 1,0-1-1,0 1 1,-3 0-1,-8-1 10,1 1 0,-1 1 0,1 0 1,0 1-1,-13 3 0,-5 4 79,1 1-1,0 1 1,0 1 0,1 2 0,-33 22-1,40-23-27,1 1-1,1 2 0,0 0 1,1 0-1,1 2 1,0 0-1,-16 25 0,29-37-48,0 1 1,0 0-1,0 0 0,1 0 0,0 0 1,1 1-1,0-1 0,0 1 0,0-1 1,1 1-1,0 0 0,1-1 0,-1 1 0,2 0 1,-1 0-1,1 0 0,0-1 0,0 1 1,1 0-1,0-1 0,1 0 0,0 1 1,0-1-1,0 0 0,5 7 0,1-2-92,0 1-1,0-1 0,1-1 1,1 0-1,-1 0 0,2-1 1,0 0-1,0-1 0,1-1 1,0 0-1,0 0 1,15 5-1,27 8-768,0-2-1,1-3 1,0-2 0,83 9-1,236 0-8577,-232-20 2053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14:57:06.11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35 326 13709,'-34'-43'8071,"38"36"-4598,20-12-1175,4 4-1575,0 0 0,1 2 0,1 1 0,32-8 0,132-27 148,-167 42-804,431-63-3939,-235 41-536,2 2-5693,-116 15-638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14:57:07.60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584 586 8361,'0'0'12176,"0"3"-11223,-18 121 1595,16-89-2004,2-26-421,-1-1-1,0 0 1,0 1 0,-1-1-1,0 0 1,-3 9-1,5-15-103,-16 42 382,-2 0 0,-1-1 0,-28 44-1,35-69-327,0-1 0,0 0 0,-2-1 0,-24 23 0,30-32-59,1-1 0,-1-1 0,0 0 0,0 0 0,-1 0 0,0-1 0,1-1 0,-1 1 0,-1-1 0,1-1 0,0 0 0,-14 2 0,5-3 5,1 0-1,0-1 1,-1 0-1,1-2 1,-20-3 0,29 3-10,0 0 1,0-1-1,1 0 1,-1 0-1,1-1 1,0 0 0,0 0-1,-7-6 1,11 7-10,-1 1 1,1-1 0,0 0-1,0 0 1,1 0 0,-1 0-1,1 0 1,-1-1 0,1 1-1,0-1 1,0 0 0,1 1-1,-1-1 1,1 0 0,0 0-1,0 0 1,-1-7 0,2-10-5,1 0 0,2 0 0,0 0 0,1 0 1,1 0-1,1 1 0,0 0 0,2 0 1,0 1-1,2 0 0,0 0 0,1 1 0,0 0 1,23-25-1,-3 7-59,2 2 1,1 2 0,1 1-1,1 1 1,67-40-1,-20 23-102,2 4 0,112-42 0,189-44-451,-117 53 282,305-45 0,-325 90 242,-216 29 56,1 2 0,0 1-1,0 2 1,0 1 0,46 12 0,-69-13 37,-1 0-1,0 1 1,0 0-1,0 1 1,-1 0-1,0 1 1,13 9-1,-18-12-46,1 1 0,-1 1-1,0-1 1,0 1 0,0-1-1,-1 1 1,0 0 0,0 0-1,0 1 1,0-1 0,-1 1-1,0-1 1,0 1 0,-1 0 0,2 7-1,-1 1-204,-1 0 0,0 1 0,-1-1 0,0 0 0,-3 19 0,1-25-341,1-1 0,-1 0 0,-1 0 1,1-1-1,-1 1 0,0 0 0,-6 8 1,7-14-68,0 0 0,0 0 0,0 0 1,0 0-1,-1 0 0,1 0 1,0 0-1,-1-1 0,1 1 0,-5-1 1,5 1-1022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14:57:07.91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 27 9693,'0'0'8897,"-13"-12"-10957,4-2 775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14:57:10.21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323 284 3148,'0'0'9863,"-1"2"-9651,-10 40 510,-18 39-1,13-35-590,-10 23-29,4 1 0,3 1 0,-16 113 0,26-154-103,8-27 6,0-1 1,0 1-1,0 0 1,0 0 0,0 0-1,1 0 1,0 0-1,-1 0 1,1 5-1,-1-6 23,-17 22 77,14-23-135,0-1 0,-1 1 0,1-1 0,0 0 0,0 0 0,0 0 0,0-1 0,0 0 0,0 1 0,0-1 0,0-1 0,0 1 0,0 0 0,0-1 0,1 0 0,-1 0 0,1 0 0,-1 0 0,1-1 0,0 0 1,0 1-1,0-1 0,0 0 0,0 0 0,1 0 0,-1-1 0,1 1 0,-3-5 0,0-5-48,1 0 0,0 0 1,1-1-1,0 1 0,1-1 1,1 1-1,0-1 0,0 0 1,2 0-1,0 1 1,0-1-1,1 0 0,1 1 1,8-25-1,-6 23 50,1 0 0,0 1 0,1 0 0,1 0 0,0 0 0,1 1 0,1 0-1,0 1 1,0 0 0,1 1 0,1 0 0,19-15 0,34-16-186,77-39-1,88-26-352,-150 70 506,83-36-237,-96 45 205,1 3 0,1 2 0,103-19 0,-113 34-284,1 1 1,-1 4-1,1 2 1,65 7 0,177 0-4258,-246-6 2868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14:57:10.62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17 138 9233,'-16'-15'8937,"32"-2"-8457,-1 3-196,20 5-136,23-5-356,-14 6-660,16-7-588,4 1-397,3 0-2383,9-3-3241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14:57:11.34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48 967 7893,'0'0'7722,"-3"-2"-6216,-26-12 894,27 12-2172,1 0 0,0 0 1,0 0-1,0-1 0,0 1 0,0 0 0,0-1 0,0 1 1,1 0-1,-1-5 0,0 5 77,0-3-80,0 0 0,1-1 0,-1 1 0,1-1 0,0 1 1,0-1-1,1 1 0,0-1 0,-1 1 0,2 0 0,1-6 0,10-27 211,2 1 1,2 0-1,1 1 1,36-53-1,17-34 144,-47 77-443,-2-1 0,-2-2 1,-2 1-1,-3-2 1,14-73-1,-26 105-98,-1 6-22,0-1 0,0 1 0,-1-1 0,-1 0 1,0 1-1,-3-19 0,3 31-17,0 0 0,0 0 1,0 0-1,0-1 0,0 1 0,0 0 0,0 0 0,-1 0 1,1 0-1,0 0 0,0 0 0,0 0 0,0 0 1,0-1-1,0 1 0,0 0 0,0 0 0,0 0 1,0 0-1,-1 0 0,1 0 0,0 0 0,0 0 0,0 0 1,0 0-1,0 0 0,0 0 0,0 0 0,-1 0 1,1 0-1,0 0 0,0 0 0,0 0 0,0 0 1,0 0-1,0 0 0,-1 0 0,1 0 0,0 0 0,0 0 1,0 0-1,0 0 0,0 0 0,0 0 0,0 0 1,-1 0-1,1 0 0,0 0 0,0 0 0,0 0 1,0 0-1,0 1 0,0-1 0,0 0 0,0 0 0,-1 0 1,-4 2-2,0 0 1,0 0-1,0 0 1,0 1 0,0 0-1,0 0 1,0 0-1,1 0 1,0 1-1,-1 0 1,1 0 0,1 0-1,-1 0 1,1 1-1,-5 5 1,4-1 4,-1 0-1,1 0 1,1 1 0,0-1 0,0 1 0,1-1-1,0 1 1,-1 12 0,2 3 8,1 0 0,1 0 1,2 0-1,0 0 0,1-1 1,11 34-1,3-4-7,2-1 0,3-1 0,2 0 0,47 69 0,151 172 51,-220-289-58,139 175-14,-124-154 13,-1 2-1,-2 0 1,0 0-1,-2 2 1,11 35 0,-21-53-9,0 0 1,-1 0 0,0 1-1,-1-1 1,0 0 0,-1 1-1,0-1 1,-1 1 0,0-1-1,-1 0 1,0 0-1,-4 13 1,0-9 6,0 0-1,-1-1 1,0 0 0,-1-1-1,-1 1 1,0-1 0,-21 21-1,-8 2-14,-1-2 1,-2-2-1,-1-2 0,-57 31 0,-33 11-4,69-39-19,-59 41 0,121-74 44,0 1 0,1-1 1,-1 0-1,0 1 0,0-1 0,1 1 0,-1-1 0,0 1 0,1 0 0,-1-1 0,1 1 1,-1 0-1,1-1 0,-1 1 0,1 0 0,-1 0 0,1-1 0,0 1 0,0 0 0,-1 0 1,1 0-1,0 0 0,0-1 0,0 1 0,0 0 0,0 0 0,0 0 0,0 0 0,0 0 1,0-1-1,0 1 0,0 0 0,0 0 0,1 0 0,-1 0 0,0-1 0,1 1 0,-1 0 0,1 0 1,-1-1-1,1 1 0,-1 0 0,1-1 0,-1 1 0,1 0 0,0-1 0,-1 1 0,1-1 1,0 1-1,-1-1 0,1 1 0,0-1 0,0 0 0,-1 1 0,3-1 0,8 1 3,1-1-1,0-1 1,0 0-1,0 0 1,21-6-1,-23 5-4,32-9 2,-1-1 0,0-2 0,-1-2 0,0-1 1,64-40-1,168-135 12,-73 47 253,-165 120-216,-19 13-12,33-20 0,-45 30-38,1 0-1,-1 0 1,1 1 0,-1 0 0,1-1-1,0 1 1,0 0 0,-1 1 0,1-1 0,0 1-1,0-1 1,0 1 0,0 0 0,0 1 0,5 0-1,-5 1-72,-1 0 0,1 0 0,-1 0 1,0 0-1,0 1 0,0-1 0,0 1 0,0 0 0,0 0 0,4 6 0,-1-2-150,8 12-1160,-1 1 0,-1 1 0,-1 0 0,0 0 1,11 39-1,-9-28-1979,1 0-1892,4 2-2863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14:57:11.50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1 281 7237,'25'-103'1852,"-18"66"-200,-1 3-340,4 5-72,-4 15-284,0-6-236,-3 3-244,7 2-1044,-1 4-240,7 14-4416,3 0-637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14:57:12.03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625 11 10321,'-1'-1'124,"0"0"-1,0 0 1,0 1-1,0-1 1,0 0 0,0 0-1,0 1 1,0-1-1,0 1 1,-1-1 0,1 1-1,0-1 1,0 1 0,0-1-1,-1 1 1,1 0-1,0 0 1,0 0 0,-2 0-1,-30 3 1260,24-1-576,-26 4 230,2 2 1,-1 2 0,-36 14-1,40-11-758,0 1 1,1 1-1,1 2 1,0 0-1,2 2 0,-34 30 1,51-41-213,1 1 1,0 0 0,0 1 0,-11 17 0,17-23-49,-1 0 0,1 0 0,0 1 0,1-1 1,-1 1-1,1-1 0,0 1 0,0-1 0,0 1 0,1 0 0,-1-1 0,1 1 1,0 0-1,1 0 0,1 7 0,-1-8-12,0 0 0,0 0 0,0 0 0,1-1 1,0 1-1,-1-1 0,2 1 0,-1-1 0,0 0 0,0 0 0,1 0 0,0 0 1,0 0-1,0 0 0,0-1 0,0 1 0,0-1 0,1 0 0,-1 0 0,1 0 1,-1-1-1,1 1 0,0-1 0,7 2 0,-1 0 2,0-1 0,0-1-1,0 1 1,0-2 0,0 1 0,1-1 0,-1-1 0,0 0-1,14-3 1,-16 2 33,-1 0 1,1 0-1,-1-1 0,0 0 0,0 0 1,0-1-1,0 0 0,0 0 0,-1 0 1,0-1-1,0 0 0,10-10 0,-11 8 170,0-1-1,-1 1 0,0-1 1,0 0-1,0 0 0,-1 0 1,-1-1-1,1 1 0,-2-1 0,1 0 1,0-16-1,-1 3 581,-1-1 1,-1 1-1,-5-30 1,6 49 136,1 7-782,22 80 151,-5 1 0,13 147-1,-15-102-118,24 230 150,-32 11-101,-13-301-212,-2 0 0,-4 0-1,-23 81 1,20-105-43,-2-1 0,-2 0-1,-1-2 1,-3 0-1,-43 64 1,52-89-8,0 0 1,-2 0-1,0-1 1,-1-1-1,0-1 1,-1 0-1,-1-1 1,-1-1-1,0 0 1,-35 16-1,51-28 31,0 1 0,0-1 0,0 0-1,0-1 1,0 1 0,0 0 0,-1-1-1,1 0 1,0 1 0,0-1 0,-1-1-1,1 1 1,0 0 0,0-1 0,-1 0-1,1 1 1,0-1 0,0 0 0,0-1-1,0 1 1,0-1 0,0 1 0,0-1-1,1 0 1,-4-2 0,3 0-2,-1 0-1,1 1 1,0-1 0,0-1-1,0 1 1,0 0 0,1-1-1,0 1 1,0-1 0,0 0-1,0 0 1,1 0 0,0 0-1,-1-9 1,1-6-110,1 1 0,1 0 0,1 0 0,0 0 0,2 0-1,0 0 1,1 0 0,11-26 0,11-17-950,37-62 0,-43 85 609,210-351-5826,-55 118-2524,-85 145 241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14:57:12.91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 0 10161,'3'4'8195,"-2"0"-3494,-1 2-2514,-4 2-3012,0 8 553,5-5 299,1 0 0,0 0 0,1 0 0,0 0 0,8 17 1,3 11 116,33 125-91,-43-149-48,-1 0 0,3 27 1,-2-5-12,7-9 115,-10-26-83,1 0-12,-2-1-10,1 1 0,0-1 1,0 0-1,0 0 0,0 0 0,0 0 0,0 0 0,0 0 0,0 0 0,1 0 1,-1-1-1,0 1 0,0 0 0,3 0 0,-3-1-1,1 0 0,-1-1 0,0 1 0,0-1 0,0 1-1,0-1 1,0 1 0,0-1 0,0 0 0,0 0 0,0 1 0,0-1 0,0 0 0,1-1 0,12-11-40,44-36-3,57-45-40,-89 75 25,135-86-375,-141 94 355,0 2 0,1 0 0,0 1-1,0 1 1,1 0 0,26-3-1,-43 10 66,0 0 0,0 1 0,0 0 0,0-1-1,-1 1 1,1 1 0,0-1 0,0 1 0,-1 0-1,1 0 1,6 4 0,-11-6 10,3 2-9,-2 0 8,0 1 0,0-1 0,0 0 0,0 0 0,1 0 0,-1 1 0,1-1 0,-1-1 0,3 3 0,2 4 6,1 6-8,-1 0 0,-1 0-1,0 0 1,5 24-1,7 20 7,-11-44 2,0 0 0,1 0-1,1-1 1,0 0 0,1-1-1,0 0 1,1 0 0,0-1-1,1 0 1,1-1 0,-1 0-1,1-1 1,1 0 0,0-1-1,0 0 1,1-1 0,0-1 0,0 0-1,0-1 1,1 0 0,-1-1-1,1-1 1,0 0 0,1-1-1,-1-1 1,24-1-1,-17-1 6,1-2-1,-1 0 0,1-2 0,-1 0 0,0-2 0,-1 0 0,22-11 0,-12 3 20,0-2 0,-1-1 0,53-43 0,34-49 61,-15 12-20,-46 43-77,-42 39 10,1 1 1,1 1-1,0 0 0,18-11 1,-32 24-60,-4-2 8,-1 0 45,0 1 1,1-1 0,-1 1 0,0 0 0,0 0-1,0 0 1,0 0 0,-1 0 0,1 1 0,-1-1-1,1 1 1,-1 0 0,1 0 0,-1 0 0,1 1-1,-1-1 1,0 1 0,1 0 0,-7 0 0,-11 1-63,0 1 1,-28 7-1,21-4-6,4-1 15,-170 34-341,170-31 318,0 0 0,1 1 0,0 2 0,0 0 0,-37 24-1,57-33 70,1 1-1,0-1 1,0 1-1,-1 0 1,1 0-1,0 0 1,1 0-1,-1 0 1,0 1-1,1-1 1,-1 0-1,1 1 0,0-1 1,-2 5-1,2-5 8,1-1-1,0 1 1,0-1-1,0 1 1,0 0-1,0-1 1,0 1-1,1-1 1,-1 1 0,0-1-1,1 1 1,-1-1-1,1 1 1,-1-1-1,1 1 1,0-1-1,0 1 1,0-1-1,1 2 1,1 0 0,1 1 1,0 0 0,1-1 0,-1 0 0,0 0-1,1 0 1,0 0 0,0-1 0,-1 0-1,1 0 1,1 0 0,9 2 0,3-1 33,0 0 1,0 0 0,0-2 0,0 0-1,0-1 1,1-1 0,-1-1 0,0 0-1,0-2 1,0 0 0,-1 0 0,0-2-1,1 0 1,-2-1 0,30-18 0,20-7 734,-64 32-748,0 0 0,0 0 0,0 0 0,-1 0 0,1 1 0,0-1 0,0 0 0,0 1 0,0 0 0,-1-1 0,1 1 0,0 0 0,0 0-1,-1 0 1,1 0 0,-1 0 0,3 2 0,-3 1-14,0 0 0,0-1 1,0 1-1,-1 0 0,1 0 0,-1 0 0,0-1 0,0 1 0,0 0 1,-2 4-1,1 4-2,0 12-215,-2 0 1,-1-1 0,-13 45 0,-13 21-3655,21-65 1925,2 15-3608,6 10-3244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14:57:14.08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 12 5553,'4'17'5981,"-5"-19"-4864,-8-25 6974,9 30-7678,0 6-225,0 0 0,1 0 0,0 0 0,0 0 1,1 0-1,0-1 0,1 1 0,0-1 0,0 1 1,1-1-1,0 0 0,0 0 0,11 14 1,7-2 108,37 13 136,-42-25-343,51 25 318,1-3 0,1-3-1,136 32 1,795 112 409,12-69-501,39-29-193,0-57 1001,-688-42-477,-353 25-687,-1-1 1,1-1-1,0 1 0,-1-2 1,11-4-1,-16 6-535,-1 0 1,0-1-1,0 0 1,0 0-1,0 0 1,0 0-1,5-7 1,-7 8-1330,-21 2-3379,6-2-228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14:57:15.00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93 442 5164,'0'0'80,"0"1"-1,1-1 0,-1 0 0,0 0 0,1 1 1,-1-1-1,1 0 0,-1 0 0,0 0 1,1 0-1,-1 1 0,1-1 0,-1 0 0,1 0 1,-1 0-1,0 0 0,1 0 0,-1 0 0,1 0 1,-1 0-1,1 0 0,-1-1 0,0 1 0,1 0 1,-1 0-1,1 0 0,-1 0 0,1-1 0,-5-10 2421,-1 1 1085,5 7-2744,0 1-544,0-1-1,0 1 0,0 0 0,0-1 1,0 1-1,-1-1 0,1 1 1,-1 0-1,0-1 0,1 1 0,-1 0 1,0 0-1,0-1 0,-1 1 0,1 0 1,0 0-1,-1 0 0,-2-2 1,1 1 663,1 0-796,0 1 0,1 0 0,-1-1 1,0 1-1,0 0 0,-1 0 0,1 0 1,0 0-1,-5-2 0,0-1 258,4 3 131,0 0 0,0 1 0,0-1 0,-1 1 0,1 0 0,0 0-1,-1 0 1,1 0 0,-6 0 0,5 0-1179,2 1 1222,2 2-571,1 1 1,-1-1-1,1 1 1,-1 0-1,0-1 0,0 1 1,0-1-1,-1 6 1,1 9 52,8 44 117,-3 0 1,-3 103 0,-3-108-131,1-30-15,-5 43 0,4-65-10,0 20 68,0-20-95,10-17 2,-9 13-15,65-104 42,74-106-52,47-33-23,-159 205 11,1 2 1,2 2-1,1 0 0,2 2 0,46-34 0,-74 62 19,1 0-1,-1 1 1,1-1-1,-1 1 0,1 1 1,0-1-1,0 1 1,1 0-1,-1 0 0,8 0 1,-11 2 2,0 0 0,1 0 0,-1 0 0,0 0 0,0 1 0,1 0 0,-1-1 0,0 1 0,0 1 1,0-1-1,0 0 0,0 1 0,0-1 0,0 1 0,0 0 0,-1 0 0,1 0 0,-1 0 0,1 0 0,-1 1 0,4 5 0,2 3 1,-1 1-1,0 0 1,-1 1-1,0-1 0,-1 1 1,0 1-1,-1-1 1,0 0-1,-2 1 0,1 0 1,0 27-1,-2 4 10,-3-1-1,-10 66 0,-39 144 39,30-171-778,4 1 0,-7 107 1,22-157 236,0-11-31,1 0 1,1 0 0,3 25-1,-2-42 207,0 0 0,0 0 0,1 0 0,0 0 0,0 0 0,0-1 0,1 1 0,0-1 0,0 1 0,0-1-1,0 0 1,1 0 0,0-1 0,0 1 0,1-1 0,6 6 0,-9-9 5,1 1 0,-1-1 0,0 0 0,1 0 0,-1-1 0,1 1 0,-1 0 0,1-1-1,0 0 1,-1 1 0,1-1 0,-1 0 0,1 0 0,3-1 0,37-8-3047,-32 6 1737,32-8-5171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14:57:15.79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21 632 3944,'0'0'11008,"-17"14"-10789,13-13 2791,5-3-2894,1-1 1,-1 0-1,0 1 1,0-1-1,0 0 1,-1 0-1,1 0 1,-1 0-1,1 0 0,-1 1 1,0-1-1,0 0 1,0 0-1,-1 0 1,1 0-1,-2-5 1,1 6 183,4-35-43,-2 34-106,9-29-223,-5 21 100,1 0 1,0 0 0,1 1-1,0-1 1,0 2 0,1-1 0,1 1-1,0 0 1,0 1 0,15-11 0,-7 4-12,0-1 0,19-22 0,9-17 63,3 2 0,2 1 0,90-70 0,-132 115-68,1 2 1,-1-1-1,1 1 0,0 0 1,0 1-1,1 0 1,-1 1-1,1 0 0,0 0 1,0 1-1,17-2 0,-22 4 10,1 0-1,-1 1 0,1-1 1,-1 1-1,1 0 0,-1 0 1,0 1-1,0 0 0,1-1 1,-1 2-1,0-1 0,-1 1 1,1-1-1,0 2 0,-1-1 0,0 0 1,1 1-1,-1 0 0,-1-1 1,1 2-1,0-1 0,5 9 1,-2 1 18,0 0 1,0 0-1,-2 0 1,0 1-1,0 0 1,-1 0 0,-1 0-1,1 17 1,3 130 67,-6-105-135,-8 120-1458,1-22-3798,10-98 304,5 0-2859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14:57:16.24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149 340 5260,'-1'1'190,"0"1"0,0 0-1,-1-1 1,1 1-1,0 0 1,0-1-1,-1 0 1,1 1-1,-1-1 1,0 0-1,1 0 1,-1 1 0,0-1-1,1-1 1,-1 1-1,0 0 1,0 0-1,0-1 1,0 1-1,-5 0 4587,10 0-4169,4 0-407,0-1-1,0 1 1,0-1-1,0-1 1,0 1-1,0-1 1,0-1 0,-1 1-1,1-1 1,0 0-1,0-1 1,-1 1 0,0-1-1,1 0 1,8-7-1,-6 3-16,0-1 0,0 0 0,-1 0 0,0 0 0,0-1-1,-1 0 1,0-1 0,-1 0 0,6-12 0,68-154 909,-56 114-477,-46 62-405,5 4-160,0 0 1,0 1-1,0 1 0,1 0 1,0 1-1,0 1 1,1 1-1,-17 12 1,-3 4 42,2 2 0,-39 39 0,63-57-72,-1 1-1,2 1 1,0-1 0,0 1-1,1 0 1,0 1-1,1 0 1,0 0 0,1 0-1,0 1 1,-5 22 0,9-26-13,0 0 1,0 0-1,1 1 1,0-1-1,1 0 1,-1 0-1,2 0 1,-1 0 0,2 0-1,-1 0 1,1-1-1,0 1 1,1-1-1,0 1 1,0-1-1,1-1 1,0 1 0,6 7-1,2-1-10,0 0-1,0-1 1,1 0 0,1-2-1,0 1 1,1-2 0,0 0-1,27 12 1,16 3-635,73 20-1,-102-36 242,5 2-397,0-3 0,1 0 0,-1-3 0,49 2 1,-47-6-1573,0-2 1,41-7 0,-10-3-4419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14:57:16.73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235 10 8077,'1'-1'1994,"-1"1"-1745,1-1 0,-1 1 0,0 0 1,0 0-1,0 0 0,0-1 0,0 1 1,0 0-1,0 0 0,0-1 0,0 1 1,0 0-1,0 0 0,1-1 0,-1 1 1,-1 0-1,1 0 0,0-1 0,0 1 1,0 0-1,0 0 0,0-1 0,-2-1 2992,2 1-2992,-14 5 2078,8-2-2311,1 1 1,1 0-1,-1 0 1,0 0-1,-6 7 1,-7 11 216,2 0 1,0 1 0,1 1 0,1 0 0,2 1 0,0 1 0,-11 33-1,8-12-87,2 2-1,2-1 1,-5 63-1,14-93-117,1 0 1,1-1 0,0 1-1,2 0 1,0 0-1,0 0 1,2-1 0,9 29-1,-10-39-42,-1 1 0,1-1-1,0-1 1,0 1 0,0 0-1,1-1 1,0 0 0,0 1-1,0-2 1,1 1 0,0 0-1,0-1 1,0 0 0,0 0 0,0 0-1,1-1 1,0 0 0,0 0-1,0 0 1,0-1 0,0 0-1,0 0 1,1-1 0,-1 1-1,8-1 1,-3-1-16,0 0 1,0-1-1,-1-1 0,1 1 0,0-2 0,-1 0 1,1 0-1,-1-1 0,0 0 0,0 0 0,0-1 1,-1-1-1,16-11 0,7-8-4,0-2 0,34-38 0,-64 63 32,32-34 56,-1-2-1,-1-1 0,-3-1 0,36-62 0,-24 42 370,-37 55-373,-21 39 100,6 3-358,1 1 1,1 0-1,-4 58 0,11-77-489,2-1 0,0 1 0,1-1 0,0 1 0,2-1-1,0 0 1,1 0 0,1 0 0,12 28 0,-13-37-467,1 0 0,0 0 1,1 0-1,0 0 0,13 12 0,14 11-5491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14:57:16.87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71 163 5941,'-29'-34'2476,"36"11"-316,-1 0 1764,-16 6-2288,4 3-295,-7 0-333,7 2 412,-4-2-1268,1 2-520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14:57:21.36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1 141 4804,'0'0'7466,"2"-2"-6987,-1 1-502,1-2 295,1 1 0,-1-1 0,0 0 0,0 0 0,0 0 0,0 0 0,0 0 0,-1 0 0,1-1 0,-1 1 1,0 0-1,0-1 0,0 1 0,0-5 0,2 3-33,-1 0 1,1 1-1,0 0 0,0-1 1,6-5-1,-9 10-217,7-5 107,0 0 0,0 0 0,0 1 1,1 0-1,0 0 0,0 1 0,0 0 0,0 1 0,0 0 1,10-2-1,1 0 6,0 1 1,1 0-1,0 1 1,-1 1-1,1 1 1,0 1-1,-1 1 1,1 0-1,22 7 1,-33-7-114,0 1 1,0 0 0,0 1-1,0 0 1,-1 1 0,0-1 0,0 2-1,0-1 1,0 1 0,-1 0-1,0 0 1,0 1 0,-1 0-1,0 1 1,0-1 0,0 1 0,-1 0-1,-1 0 1,1 1 0,5 14-1,-6-6-10,0 0 0,0-1 0,-2 1-1,0 1 1,-1-1 0,-1 0 0,0 0 0,-1 0-1,-1 0 1,-1 0 0,0 0 0,-1 0 0,-10 23-1,3-9-4,-2-2-1,-2 1 0,0-2 0,-2 0 1,-1-1-1,-26 31 0,29-42 1,-1-1 1,-19 15-1,22-19-21,0 0-1,0 0 1,-20 26-1,30-33 27,0 0 0,0 0 0,-1-1 0,0 0 0,-6 5 0,0 1 21,10-9-33,0 1 0,0-1 0,0 1 0,0-1 0,0 1 0,1-1 0,-1 1 0,0-1 0,0 1 0,1-1 0,-1 0 0,0 1 0,1-1 0,-1 1 0,0-1 0,1 0 0,-1 1 0,1-1 0,-1 0 1,0 1-1,1-1 0,-1 0 0,1 0 0,-1 1 0,1-1 0,0 0 0,0 0 1,3 3-2,1-1 1,0-1-1,0 1 0,0-1 1,0 0-1,0 0 1,0 0-1,0-1 1,0 0-1,7 0 1,59-8-313,-23 1-110,274-17-4875,-106 16-1677,-108 6 1177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14:57:27.29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417 1315 10493,'-1'0'87,"0"0"1,1-1 0,-1 1-1,0 0 1,1 0-1,-1 0 1,0 0-1,0 0 1,1 0-1,-1 0 1,0 0-1,1 0 1,-1 0-1,0 1 1,1-1-1,-1 0 1,0 0-1,0 1 1,1-1-1,-1 0 1,0 1-1,2 11 2085,1 6 7915,-24-37-7645,22 12-2255,1 1 1,0-1-1,1 0 0,-1 1 0,1-1 1,1 1-1,-1 0 0,1 0 0,4-7 1,4-11 108,6-27-3,-2 0 0,16-103-1,-2-112-76,-27 242-202,3-41-12,-4 0 0,-1 1 1,-4-1-1,-3 1 0,-2 0 0,-3 0 0,-25-75 0,35 131-6,-1 1-1,1 0 1,-1-1-1,-1 1 0,1 0 1,-1 1-1,0-1 1,-1 1-1,0 0 0,0 0 1,-8-8-1,11 13 6,0 0-1,0 0 1,0 0 0,0 1 0,0-1-1,0 0 1,0 1 0,0-1-1,-1 1 1,1 0 0,0 0-1,0 0 1,0 0 0,-1 0-1,1 0 1,0 1 0,0-1-1,0 1 1,-3 0 0,-40 18 21,39-17-18,-9 7 19,1 0 1,0 0-1,0 1 0,1 1 0,0 0 0,1 1 1,0 0-1,1 1 0,0 1 0,1-1 0,-14 27 1,4-1 70,2 0 0,1 1 0,-16 60 0,20-52-57,2 0 1,2 2 0,3-1-1,2 1 1,1 0 0,3 0-1,3-1 1,1 1 0,2 0-1,3-1 1,2 0-1,2-1 1,2-1 0,2 0-1,2-1 1,2 0 0,39 60-1,-25-53-17,4-1-1,1-2 1,69 67-1,156 116-42,-85-78-36,-156-135 40,-2 1 0,0 2-1,-1 0 1,23 34 0,-40-51 16,0 1-1,0 0 1,0-1-1,-1 1 1,-1 0 0,1 1-1,-1-1 1,0 0 0,0 1-1,-1-1 1,0 1-1,-1 0 1,0-1 0,0 1-1,0-1 1,-1 1 0,0 0-1,-1-1 1,1 0-1,-1 1 1,-1-1 0,0 0-1,-3 7 1,-3 1-4,0-1-1,-1 0 1,-1-1 0,0 0-1,-1-1 1,0 0 0,-1-1 0,0 0-1,-28 16 1,-7 1-56,-85 37 1,-222 58-1753,252-92 324,100-30 1426,-9 4-529,-1-1 1,1 0-1,-1-1 0,1 0 0,-1-1 1,0-1-1,0 0 0,0 0 1,0-2-1,-24-2 0,31 2 173,-9-6-1344,15 6 1637,0 1 0,0-1 0,0 0 0,0 0 0,0 0 0,0 0 0,0 1 0,1-1 0,-1 0 0,0 0 0,0 0 0,1 1 0,-1-1 0,1 0 0,-1 0 0,0 1 0,1-1 0,-1 0 0,1 1 0,0-1 0,-1 0 1,2 0-2,27-30-5048,12 2-2981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14:57:28.44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726 912 10565,'-2'-26'2153,"1"25"-2024,1 0 0,-1 1 0,1-1 0,-1 0 0,0 1 0,1-1 1,-1 0-1,0 1 0,0-1 0,1 1 0,-1-1 0,0 1 0,0-1 0,0 1 0,0-1 0,0 1 0,1 0 1,-1 0-1,0-1 0,0 1 0,0 0 0,0 0 0,0 0 0,-2 0 0,2 0 202,-23-9 1510,20 8-1649,1-1 0,-1 1 0,1 0 0,-1-1 0,1 2 0,-1-1 0,0 0 0,1 1 0,-1 0 0,0 0 0,1 0 0,-1 0 0,0 0 0,-5 2 0,-8 3 9,0 1 0,1 1 0,-1 0 0,2 1 0,-29 19 0,-71 61 402,101-76-503,-194 187 211,194-185-304,-4 4-31,1 0-1,1 1 1,1 1-1,0 0 1,1 1-1,2 1 1,-16 35-1,27-56 24,1-1 1,-1 1-1,1 0 0,-1 0 1,1 0-1,0 0 0,-1 0 1,1 0-1,0 0 0,0 0 1,0 1-1,-1-1 0,1 0 1,0 0-1,0 0 0,1 0 1,-1 0-1,0 0 0,0 0 1,0 0-1,1 0 0,-1 0 1,1 0-1,-1 0 0,1 0 1,-1 0-1,1 0 0,-1 0 1,1 0-1,0-1 0,-1 1 1,1 0-1,0 0 0,0-1 1,0 1-1,-1 0 0,1-1 1,0 1-1,0-1 0,0 1 1,0-1-1,0 0 0,0 1 1,0-1-1,0 0 0,0 0 1,0 0-1,1 1 0,-1-1 1,0 0-1,0 0 0,0-1 1,1 1-1,9-1-3,1-1-1,-1 0 1,0 0 0,-1-1 0,1-1-1,11-5 1,26-11-12,-1-2 0,48-31 0,161-86 71,-251 137-51,0 0 0,0 1 0,0-1-1,0 1 1,0 0 0,0 1 0,0 0-1,0-1 1,0 1 0,0 1-1,0-1 1,1 1 0,-1 0 0,0 0-1,-1 1 1,9 2 0,5 4 25,0 1 0,33 23 0,1 0-43,-34-25 26,0 0 0,0-1-1,0 0 1,1-2 0,-1 0 0,1-1-1,0-1 1,0-1 0,0 0 0,1-2-1,25-3 1,-1-3-29,-1-2-1,-1-1 1,78-31-1,-98 32 2,1 0-1,-1 2 0,2 1 0,31-4 0,-10 4 22,0-2 0,0-2-1,-1-2 1,0-1-1,-2-3 1,1-2 0,67-38-1,-96 47 34,-1 0 0,-1-1 0,0-1-1,22-22 1,-28 26 41,-1 0-1,1-1 1,-1 1-1,-1-1 0,1 0 1,-1 0-1,-1 0 1,1-1-1,3-15 1,-7 21-52,1 0 1,0 0 0,0 1-1,0-1 1,1 0 0,-1 0-1,4-4 1,-3 3 11,-1 3-36,0 1 0,0-1-1,0 1 1,0-1 0,0 1-1,0-1 1,0 1 0,0 0-1,0 0 1,0 0 0,0-1-1,1 1 1,-1 0 0,0 0-1,0 0 1,0 0 0,0 1-1,2-1 1,-1 1 2,16-2 2,1 2 0,-1 0 0,0 2 0,33 8-1,-26-6-95,0 0 0,37 2 0,-35-6 44,0-2-1,1 0 1,-1-2 0,31-7 0,-34 4 55,0-2 0,0 0 0,-1-1-1,-1-1 1,1-1 0,-1-1 0,-1-1 0,25-21 0,-32 23 103,-2-1 0,0-1 0,0 0 0,-1-1 0,-1 0 0,0 0 0,-1-1 0,0-1 0,-1 1-1,-1-1 1,-1 0 0,7-28 0,36-202 660,-39 186-608,1 9 136,-9 50-185,1 0 1,-1 0-1,0 0 0,1 0 0,-1 0 0,0 1 1,1-1-1,-1 1 0,1 0 0,-1-1 0,1 1 1,2 0-1,4 9-39,1-1-1,-1 1 1,-1 1 0,0 0 0,0 0 0,-1 0-1,0 1 1,8 17 0,10 14 5,-14-25-67,1-1 0,0 0 0,1 0 0,1-2 0,26 23 0,-35-32-10,0-2-1,1 1 1,-1-1-1,1 0 0,0 0 1,0 0-1,0-1 0,0 0 1,0 0-1,1-1 0,-1 0 1,0 0-1,1 0 0,-1-1 1,1 0-1,-1 0 1,1 0-1,-1-1 0,1 0 1,-1-1-1,12-3 0,-1-1 2,0-1 0,0-1 0,0-1 0,-1 0 0,0-1 0,-1-1 0,15-13 0,-21 16-13,1-1 1,-1 0-1,-1-1 1,1 0-1,10-18 1,-3-1 15,-2-2 0,15-46 0,11-24 34,9 22 788,-48 78-806,-1-1 0,1 1 1,-1 0-1,1 0 1,-1 0-1,1 0 0,0 0 1,0 0-1,0 0 0,-1 0 1,1 0-1,0 0 0,0 0 1,0 0-1,0 1 0,0-1 1,1 0-1,-1 1 1,0-1-1,2 0 0,-3 1 3,1 1 0,0-1-1,-1 0 1,1 1 0,0-1 0,-1 1-1,1-1 1,-1 1 0,1-1-1,-1 1 1,1-1 0,-1 1 0,1 0-1,-1-1 1,0 1 0,1 0-1,-1-1 1,0 1 0,1 0 0,-1-1-1,0 1 1,0 0 0,0 1 0,2 8 207,0 1 1,-1-1 0,0 19 0,-27 315 153,1-20-289,13-111-100,-3 98 0,15-231 0,19 146 0,-17-211-362,1-1 0,0 0 0,1 0 0,1 0 1,0-1-1,1 1 0,1-1 0,0 0 0,1-1 0,15 20 0,-17-25 113,-1-2-1,1 1 1,0 0-1,1-1 1,-1-1-1,1 1 1,0-1 0,0 0-1,1 0 1,-1-1-1,1 0 1,-1 0-1,1-1 1,0 0-1,0-1 1,0 1-1,0-1 1,1-1-1,-1 0 1,12-1-1,-11 0-412,0-1-1,0 0 0,0 0 0,0-1 0,0 0 0,0 0 0,12-8 0,28-23-5627,-10 0-2680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14:57:29.00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1 689 10429,'8'-13'2018,"-8"12"-1957,0 1-1,1 0 0,-1 0 1,0 0-1,0 0 1,1 0-1,-1 0 1,0 0-1,0 0 0,1-1 1,-1 1-1,0 0 1,0 0-1,1 0 1,-1 0-1,0 0 0,0 1 1,1-1-1,-1 0 1,0 0-1,0 0 0,1 0 1,-1 0-1,0 0 1,0 0-1,1 0 1,-1 1-1,0-1 0,0 0 1,1 0-1,-1 0 1,0 0-1,0 1 1,0-1-1,0 0 0,1 0 1,-1 0-1,0 1 1,0-1-1,5 0 1750,10-9-1047,0 0 1,1 1-1,-1 1 1,2 0-1,-1 1 1,1 1-1,0 1 1,0 0-1,0 1 1,30-1-1,4 2 3,0 2 0,75 11-1,-111-9-656,1 0-1,-1 1 0,0 1 1,0 0-1,-1 1 0,1 1 1,20 11-1,-32-15-94,0 0 1,0 0-1,0 0 0,0 1 1,0-1-1,-1 0 1,1 1-1,-1 0 0,1 0 1,-1 0-1,0 0 0,0 0 1,0 0-1,-1 0 1,1 0-1,-1 1 0,0-1 1,0 1-1,0-1 1,0 1-1,-1-1 0,1 1 1,-1 0-1,0-1 0,0 1 1,0 0-1,0-1 1,-1 1-1,0-1 0,0 1 1,0 0-1,0-1 0,0 0 1,0 1-1,-1-1 1,-3 6-1,1-2-84,-1 1 1,1-1-1,-2 0 0,1-1 0,-1 1 1,0-1-1,0 0 0,0 0 1,-1-1-1,-14 9 0,27-19-54,0 1 0,0-2-1,-1 1 1,0-1 0,0 1 0,0-1-1,-1-1 1,0 1 0,6-11-1,5-8-33,102-163-486,-27 39 462,192-246 924,-279 391-685,1 0-1,-1 0 1,1 0 0,0 0 0,0 0-1,0 1 1,0 0 0,7-4 0,-10 7-41,0-1 0,0 0 1,0 1-1,0 0 0,1-1 0,-1 1 1,0 0-1,0-1 0,0 1 0,1 0 1,-1 0-1,0 0 0,0 0 0,1 0 1,-1 0-1,0 1 0,0-1 0,1 0 1,-1 1-1,0-1 0,0 1 0,0-1 1,0 1-1,0-1 0,0 1 0,0 0 1,0-1-1,0 1 0,0 0 0,0 0 1,0 0-1,0 0 0,0 0 0,-1 0 1,1 0-1,0 0 0,0 2 1,6 15 52,0 0 0,-2 0 0,0 0 1,-1 0-1,-1 1 0,1 22 1,0-4 19,5 26 10,3 0 0,27 84 0,-29-119-75,1-1 0,1 0 0,1 0 0,1-1 0,1-1-1,2-1 1,27 33 0,-34-47-19,0 0-1,1-1 0,0 0 1,0-1-1,1 0 0,0-1 1,0 0-1,1-1 0,0-1 1,0 0-1,0 0 0,1-2 1,-1 1-1,1-2 0,0 0 1,0 0-1,23-2 0,-15-1 3,0-1 0,-1 0-1,0-2 1,0-1-1,0-1 1,0 0 0,-1-2-1,0 0 1,0-1-1,33-22 1,-12 2-9,-2-2 0,-1-1-1,-2-2 1,-1-1 0,-1-2 0,-2-2 0,45-73 0,-42 60 20,-17 28-35,-2-1 1,-1-1 0,22-50-1,-37 75 23,0-1-1,0 1 1,1-1-1,-1 0 1,0 1-1,0-1 0,0 1 1,-1-1-1,1 0 1,0 1-1,-1-1 1,1 1-1,-1-1 1,1 1-1,-1-1 1,0 1-1,1-1 0,-1 1 1,0 0-1,0-1 1,0 1-1,0 0 1,0 0-1,0 0 1,-1 0-1,1 0 0,0 0 1,-1 0-1,1 0 1,0 0-1,-1 1 1,1-1-1,-1 0 1,1 1-1,-1-1 1,0 1-1,1 0 0,-1-1 1,-1 1-1,-2 0 13,1 0-1,0 1 1,0-1-1,-1 1 1,1 0-1,0 0 1,0 0-1,0 0 1,0 1-1,0 0 1,0 0 0,0 0-1,1 0 1,-1 1-1,1-1 1,-1 1-1,-2 3 1,-12 10 114,-25 29 1,43-44-132,-19 20 63,2 2-1,0 0 1,1 1 0,2 1 0,0 0-1,-10 30 1,18-42-58,2 0-1,0 1 1,0-1 0,1 1-1,1-1 1,0 1 0,1 0-1,1 0 1,0 0-1,1 0 1,0 0 0,1 0-1,1-1 1,5 20-1,-3-23-112,0 1 0,1-2 0,0 1-1,1-1 1,0 0 0,0 0 0,0-1-1,1 0 1,1 0 0,-1-1-1,1 0 1,1 0 0,-1-1 0,1 0-1,13 5 1,2 0-406,2 0 1,-1-2-1,1-1 0,55 10 1,-6-9-1622,0-3 0,151-8 0,25-28-6144,-116 5 98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14:57:29.25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26 341 16361,'-1'0'164,"0"1"-1,-1-1 0,1 0 0,0 1 1,-1-1-1,1 0 0,-1 0 0,1 0 1,-1 0-1,1 0 0,-1 0 0,1 0 1,0 0-1,-3-1 0,4 0-82,0 1 0,0 0 0,-1 0 0,1-1 0,0 1 0,0 0 0,-1-1 0,1 1 0,0 0 0,0-1 0,0 1 0,-1-1 0,1 1 0,0 0 0,0-1 0,0 1 0,0-1 0,0 1 0,0 0 0,0-1 0,0 1 0,0-1 0,0 1 0,0 0 0,0-1 0,0 1 0,1-1 0,-1 1 0,0 0 0,0-1 0,1 0 0,2-4 513,0-1 0,1 1-1,-1 0 1,1 0 0,0 0 0,7-6 0,4-1-115,0 1 0,0 0 0,1 0 0,0 2 0,1 0 0,0 1 0,0 1 0,1 0-1,30-7 1,19 0-86,90-7-1,-107 15-137,727-68-3802,-235 25-4769,-391 35 2010,-7 5-3929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14:58:22.01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343 200 4764,'-6'-5'360,"0"1"0,0-1 0,-1 1 0,0 0 0,0 1 0,-14-6 0,12 6-49,0-2 0,1 1 0,-1-1 0,1-1 0,-10-7 0,-26-17 349,15 13-348,22 13-275,0-1 0,0 1 0,0 1 0,0-1 0,-1 1-1,-9-2 1,8 3-90,0-1 0,1 0-1,-16-7 1,-4-10-3609,18 3 141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14:58:22.39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46 10077,'3'-5'815,"0"0"1,-1 0-1,1 0 1,-1-1-1,0 1 0,2-10 8753,0 17-7903,22 11-964,-1 2 0,0 0 0,32 27 0,70 67 2498,-69-58-2637,519 479-562,-19 18 0,-454-444 0,-51-52-6,399 407-1002,-447-454 854,183 214-8554,-185-216 8026,-1 1 1,0 0 0,0 0 0,0 0-1,0 0 1,0 0 0,-1 0 0,0 0-1,0 1 1,1 5 0,-3-10-876,1 0 1465,0 0 0,0 0 1,-1 0-1,1 0 1,0 0-1,0 0 1,0 0-1,0 0 0,0 0 1,0 0-1,-20-8-9756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14:58:22.60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2150 37 8653,'2'-1'442,"-1"0"-1,0-1 1,1 1 0,-1-1 0,0 0 0,0 1-1,0-1 1,0 0 0,0 0 0,-1 0 0,1 1 0,0-1-1,-1 0 1,1-2 0,-1 3-318,0 1 0,0-1 0,-1 1 0,1 0 0,0-1 0,0 1 0,0-1 0,0 1 0,-1 0 0,1-1 0,0 1 0,0 0 0,-1-1 0,1 1 0,0 0 0,0-1 0,-1 1 0,1 0 0,0 0 0,-1-1 0,1 1-1,-1 0 1,1 0 0,0 0 0,-1-1 0,-21 0 416,13 3-155,0 0-1,0 1 1,1 0-1,-1 1 1,1-1-1,-12 8 1,4-3 85,-20 12 444,1 2 0,1 1 0,-37 33 0,-90 92 1068,93-82-1362,-480 514 1402,343-353-2702,-435 479-8231,462-498 29,107-117-146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14:58:23.36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196 683 3976,'-25'-1'431,"-23"-1"3371,37-11-2081,5 4 5215,5 8-6796,0 0 0,1 0 0,-1 0 1,0 0-1,0 0 0,0 1 0,0-1 1,0 0-1,0 0 0,0 1 0,0-1 1,0 0-1,0 1 0,0-1 0,-1 1 1,1-1-1,0 1 0,0 0 0,-1 0 1,1-1-1,-2 1 0,1 1-66,1-1-1,-1 1 1,1 0 0,-1 0 0,1 0-1,-1 0 1,1 0 0,0 0-1,0 0 1,-1 0 0,1 1-1,0-1 1,0 0 0,0 1 0,0-1-1,1 1 1,-1-1 0,-1 3-1,-10 17 804,-26 34-1,33-47-539,4-7-276,1 0 0,0 0 0,0 0 0,0 0 0,-1 0 0,1 0 0,0 0 0,1 0 0,-1 0 0,0 0 0,0 0 0,0 0 0,1 0 0,-1 0 0,0 0 0,1 0 0,-1 0 0,1 0 0,-1 0 0,1 0 0,-1-1 0,1 1 0,1 1 0,-1 0 106,1 1-97,0-1 1,1 1-1,-1-1 0,1 0 0,-1 0 0,1 0 0,0 0 0,0 0 0,0-1 0,0 1 0,0-1 1,0 1-1,0-1 0,0 0 0,1-1 0,-1 1 0,0 0 0,1-1 0,3 0 0,10 1 135,1-2-1,26-3 1,-25 2-70,625-100 1418,-361 50-1292,2111-330-1513,-2294 368 919,527-81-2349,-216 21-1903,-217 32-1896,-35 1-4239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1EC36-A944-3175-AC41-0B0A2E7A1C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34A1F9-4F36-56D2-9883-3BA1E7EBB2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5BD1EB-D0F6-1566-91F7-EC9E43A71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C5095-74A3-4102-BBB6-956F9247E1F6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0854FB-BB92-514A-F0B3-4313C6C5A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A3FC6F-867E-164C-BE92-30B60D673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7D828-41C7-4B16-BA25-516FE376F7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1646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DE382-75F8-0B79-DD91-0E7252C91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B49CEE-1828-3974-AE7E-F881BFC038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D02E7D-CB7B-5012-0522-4A71EB78A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C5095-74A3-4102-BBB6-956F9247E1F6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027AE-B330-B3AF-F650-A105D109D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EF1520-EF2A-2D76-7A9D-CA09340DF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7D828-41C7-4B16-BA25-516FE376F7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1130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FAC04-E90E-1253-5C66-273E7B77B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62F68B-2E0E-D6AB-F21F-1EF9E8DDC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527F04-61C7-DC81-8772-D426909F0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C5095-74A3-4102-BBB6-956F9247E1F6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474657-64A5-AC39-3F95-CAA4FD884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EE680D-B839-A5B4-BB8F-7409105C6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7D828-41C7-4B16-BA25-516FE376F7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27043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8EF2A-F5BA-6DBE-8DB2-E6C5E3CD2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CBED75-7ACF-A83C-2DB1-A37C1E2812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470CFC-4083-6440-A0CA-29CB3C6245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7FD9F5-DA2E-73AF-6B2C-44FFD52F0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C5095-74A3-4102-BBB6-956F9247E1F6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EB3AFA-2731-DE3D-D7FF-776011B69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E6E017-C00A-6AA0-6BEF-A2B9CFA87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7D828-41C7-4B16-BA25-516FE376F7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7386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39625-A14F-6171-DD5E-1547B0EED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270217-281A-8997-E393-3E15892A28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BBD01B-6669-678A-E039-88C0238FE0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2F4033-3B09-0CD0-B940-5076D0E1FD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2BD0A9-8ACD-C1C6-67DE-57C8C371B2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1E8CDA-214C-9ABE-57D5-A372BD046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C5095-74A3-4102-BBB6-956F9247E1F6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A36525-1422-721D-CBD4-5AE1A4C2F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81891E-1203-1262-3301-43A7B817A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7D828-41C7-4B16-BA25-516FE376F7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0678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E2B5D-388F-52C6-620F-025645A0B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D85AA0-74FB-0D39-7267-49F6B97BD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C5095-74A3-4102-BBB6-956F9247E1F6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0F57E9-FBAE-786A-ED55-DF8B6B288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F45815-CF95-6B82-EB02-0AC00AE2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7D828-41C7-4B16-BA25-516FE376F7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95692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2A6D31-357C-3AEE-2B52-4D1A14ECA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C5095-74A3-4102-BBB6-956F9247E1F6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551D0B-6E6E-731B-BFCB-6DA1A3FB3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8C91A6-D89C-FBDD-7592-B64B2902A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7D828-41C7-4B16-BA25-516FE376F7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80143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E1450-4EC6-2A4C-E5DA-02F973D54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0085A9-5DF6-1D56-F7C1-910B9BC505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417017-498E-044E-D5ED-CDAF81A3EC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71C8B2-619B-18A1-F5A2-D5B3BC6EE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C5095-74A3-4102-BBB6-956F9247E1F6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1DDD08-7740-6850-9CC0-26842776A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20F3C7-5DE7-63D1-1CF1-7DFFB8C07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7D828-41C7-4B16-BA25-516FE376F7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7951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D1FDA-6A6B-63F0-2702-10E1E7A6D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31ED62-8F4C-61F2-B694-9ECCF94B15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65D381-B029-9CDF-0CB7-CCE18FFF22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AAF975-CF17-6432-9E92-3D4EBD727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C5095-74A3-4102-BBB6-956F9247E1F6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E3E8F7-3029-7B01-F928-63BC892EF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B9B15C-F63A-D02C-2E87-E3FC3D19F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7D828-41C7-4B16-BA25-516FE376F7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8066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ACEAD-70F5-167F-B2B6-AC6E1F4EF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E59CAE-17D4-32EA-D20D-3D2831253C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763626-9887-C262-38BE-92DBA0ABA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C5095-74A3-4102-BBB6-956F9247E1F6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973ECE-B103-63FD-904A-BE9E44518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552C0B-19B6-6196-3430-321FBD98A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7D828-41C7-4B16-BA25-516FE376F7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1963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273CB4-E567-88A3-39ED-A0BD2A94A6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17625C-A4BE-FE22-D361-E3CF66AEF4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7C6D12-B160-65DB-D01A-BB54CDCBE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C5095-74A3-4102-BBB6-956F9247E1F6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008679-B9BB-870F-EBE5-2390002DA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81140-C17C-85B5-40B1-990F473BC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7D828-41C7-4B16-BA25-516FE376F7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0357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2E1E99-9245-764B-5C1F-BB1C95C6C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D7060B-A655-D15F-529A-F2B4535D56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C390A7-F183-16E3-DBFB-668E0BD4E8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2C5095-74A3-4102-BBB6-956F9247E1F6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3B563E-E962-B7D9-6161-41EFC49D02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146D26-F739-B062-C907-1E0FD0D7E7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97D828-41C7-4B16-BA25-516FE376F7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1700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3.xml"/><Relationship Id="rId21" Type="http://schemas.openxmlformats.org/officeDocument/2006/relationships/image" Target="../media/image10.png"/><Relationship Id="rId42" Type="http://schemas.openxmlformats.org/officeDocument/2006/relationships/customXml" Target="../ink/ink21.xml"/><Relationship Id="rId47" Type="http://schemas.openxmlformats.org/officeDocument/2006/relationships/image" Target="../media/image23.png"/><Relationship Id="rId63" Type="http://schemas.openxmlformats.org/officeDocument/2006/relationships/image" Target="../media/image31.png"/><Relationship Id="rId68" Type="http://schemas.openxmlformats.org/officeDocument/2006/relationships/customXml" Target="../ink/ink34.xml"/><Relationship Id="rId84" Type="http://schemas.openxmlformats.org/officeDocument/2006/relationships/customXml" Target="../ink/ink42.xml"/><Relationship Id="rId89" Type="http://schemas.openxmlformats.org/officeDocument/2006/relationships/image" Target="../media/image44.png"/><Relationship Id="rId16" Type="http://schemas.openxmlformats.org/officeDocument/2006/relationships/customXml" Target="../ink/ink8.xml"/><Relationship Id="rId107" Type="http://schemas.openxmlformats.org/officeDocument/2006/relationships/image" Target="../media/image53.png"/><Relationship Id="rId11" Type="http://schemas.openxmlformats.org/officeDocument/2006/relationships/image" Target="../media/image5.png"/><Relationship Id="rId32" Type="http://schemas.openxmlformats.org/officeDocument/2006/relationships/customXml" Target="../ink/ink16.xml"/><Relationship Id="rId37" Type="http://schemas.openxmlformats.org/officeDocument/2006/relationships/image" Target="../media/image18.png"/><Relationship Id="rId53" Type="http://schemas.openxmlformats.org/officeDocument/2006/relationships/image" Target="../media/image26.png"/><Relationship Id="rId58" Type="http://schemas.openxmlformats.org/officeDocument/2006/relationships/customXml" Target="../ink/ink29.xml"/><Relationship Id="rId74" Type="http://schemas.openxmlformats.org/officeDocument/2006/relationships/customXml" Target="../ink/ink37.xml"/><Relationship Id="rId79" Type="http://schemas.openxmlformats.org/officeDocument/2006/relationships/image" Target="../media/image39.png"/><Relationship Id="rId102" Type="http://schemas.openxmlformats.org/officeDocument/2006/relationships/customXml" Target="../ink/ink51.xml"/><Relationship Id="rId5" Type="http://schemas.openxmlformats.org/officeDocument/2006/relationships/image" Target="../media/image2.png"/><Relationship Id="rId90" Type="http://schemas.openxmlformats.org/officeDocument/2006/relationships/customXml" Target="../ink/ink45.xml"/><Relationship Id="rId95" Type="http://schemas.openxmlformats.org/officeDocument/2006/relationships/image" Target="../media/image47.png"/><Relationship Id="rId22" Type="http://schemas.openxmlformats.org/officeDocument/2006/relationships/customXml" Target="../ink/ink11.xml"/><Relationship Id="rId27" Type="http://schemas.openxmlformats.org/officeDocument/2006/relationships/image" Target="../media/image13.png"/><Relationship Id="rId43" Type="http://schemas.openxmlformats.org/officeDocument/2006/relationships/image" Target="../media/image21.png"/><Relationship Id="rId48" Type="http://schemas.openxmlformats.org/officeDocument/2006/relationships/customXml" Target="../ink/ink24.xml"/><Relationship Id="rId64" Type="http://schemas.openxmlformats.org/officeDocument/2006/relationships/customXml" Target="../ink/ink32.xml"/><Relationship Id="rId69" Type="http://schemas.openxmlformats.org/officeDocument/2006/relationships/image" Target="../media/image34.png"/><Relationship Id="rId80" Type="http://schemas.openxmlformats.org/officeDocument/2006/relationships/customXml" Target="../ink/ink40.xml"/><Relationship Id="rId85" Type="http://schemas.openxmlformats.org/officeDocument/2006/relationships/image" Target="../media/image42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33" Type="http://schemas.openxmlformats.org/officeDocument/2006/relationships/image" Target="../media/image16.png"/><Relationship Id="rId38" Type="http://schemas.openxmlformats.org/officeDocument/2006/relationships/customXml" Target="../ink/ink19.xml"/><Relationship Id="rId59" Type="http://schemas.openxmlformats.org/officeDocument/2006/relationships/image" Target="../media/image29.png"/><Relationship Id="rId103" Type="http://schemas.openxmlformats.org/officeDocument/2006/relationships/image" Target="../media/image51.png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54" Type="http://schemas.openxmlformats.org/officeDocument/2006/relationships/customXml" Target="../ink/ink27.xml"/><Relationship Id="rId62" Type="http://schemas.openxmlformats.org/officeDocument/2006/relationships/customXml" Target="../ink/ink31.xml"/><Relationship Id="rId70" Type="http://schemas.openxmlformats.org/officeDocument/2006/relationships/customXml" Target="../ink/ink35.xml"/><Relationship Id="rId75" Type="http://schemas.openxmlformats.org/officeDocument/2006/relationships/image" Target="../media/image37.png"/><Relationship Id="rId83" Type="http://schemas.openxmlformats.org/officeDocument/2006/relationships/image" Target="../media/image41.png"/><Relationship Id="rId88" Type="http://schemas.openxmlformats.org/officeDocument/2006/relationships/customXml" Target="../ink/ink44.xml"/><Relationship Id="rId91" Type="http://schemas.openxmlformats.org/officeDocument/2006/relationships/image" Target="../media/image45.png"/><Relationship Id="rId96" Type="http://schemas.openxmlformats.org/officeDocument/2006/relationships/customXml" Target="../ink/ink48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15" Type="http://schemas.openxmlformats.org/officeDocument/2006/relationships/image" Target="../media/image7.png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49" Type="http://schemas.openxmlformats.org/officeDocument/2006/relationships/image" Target="../media/image24.png"/><Relationship Id="rId57" Type="http://schemas.openxmlformats.org/officeDocument/2006/relationships/image" Target="../media/image28.png"/><Relationship Id="rId106" Type="http://schemas.openxmlformats.org/officeDocument/2006/relationships/customXml" Target="../ink/ink53.xml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44" Type="http://schemas.openxmlformats.org/officeDocument/2006/relationships/customXml" Target="../ink/ink22.xml"/><Relationship Id="rId52" Type="http://schemas.openxmlformats.org/officeDocument/2006/relationships/customXml" Target="../ink/ink26.xml"/><Relationship Id="rId60" Type="http://schemas.openxmlformats.org/officeDocument/2006/relationships/customXml" Target="../ink/ink30.xml"/><Relationship Id="rId65" Type="http://schemas.openxmlformats.org/officeDocument/2006/relationships/image" Target="../media/image32.png"/><Relationship Id="rId73" Type="http://schemas.openxmlformats.org/officeDocument/2006/relationships/image" Target="../media/image36.png"/><Relationship Id="rId78" Type="http://schemas.openxmlformats.org/officeDocument/2006/relationships/customXml" Target="../ink/ink39.xml"/><Relationship Id="rId81" Type="http://schemas.openxmlformats.org/officeDocument/2006/relationships/image" Target="../media/image40.png"/><Relationship Id="rId86" Type="http://schemas.openxmlformats.org/officeDocument/2006/relationships/customXml" Target="../ink/ink43.xml"/><Relationship Id="rId94" Type="http://schemas.openxmlformats.org/officeDocument/2006/relationships/customXml" Target="../ink/ink47.xml"/><Relationship Id="rId99" Type="http://schemas.openxmlformats.org/officeDocument/2006/relationships/image" Target="../media/image49.png"/><Relationship Id="rId101" Type="http://schemas.openxmlformats.org/officeDocument/2006/relationships/image" Target="../media/image50.png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34" Type="http://schemas.openxmlformats.org/officeDocument/2006/relationships/customXml" Target="../ink/ink17.xml"/><Relationship Id="rId50" Type="http://schemas.openxmlformats.org/officeDocument/2006/relationships/customXml" Target="../ink/ink25.xml"/><Relationship Id="rId55" Type="http://schemas.openxmlformats.org/officeDocument/2006/relationships/image" Target="../media/image27.png"/><Relationship Id="rId76" Type="http://schemas.openxmlformats.org/officeDocument/2006/relationships/customXml" Target="../ink/ink38.xml"/><Relationship Id="rId97" Type="http://schemas.openxmlformats.org/officeDocument/2006/relationships/image" Target="../media/image48.png"/><Relationship Id="rId104" Type="http://schemas.openxmlformats.org/officeDocument/2006/relationships/customXml" Target="../ink/ink52.xml"/><Relationship Id="rId7" Type="http://schemas.openxmlformats.org/officeDocument/2006/relationships/image" Target="../media/image3.png"/><Relationship Id="rId71" Type="http://schemas.openxmlformats.org/officeDocument/2006/relationships/image" Target="../media/image35.png"/><Relationship Id="rId92" Type="http://schemas.openxmlformats.org/officeDocument/2006/relationships/customXml" Target="../ink/ink46.xml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24" Type="http://schemas.openxmlformats.org/officeDocument/2006/relationships/customXml" Target="../ink/ink12.xml"/><Relationship Id="rId40" Type="http://schemas.openxmlformats.org/officeDocument/2006/relationships/customXml" Target="../ink/ink20.xml"/><Relationship Id="rId45" Type="http://schemas.openxmlformats.org/officeDocument/2006/relationships/image" Target="../media/image22.png"/><Relationship Id="rId66" Type="http://schemas.openxmlformats.org/officeDocument/2006/relationships/customXml" Target="../ink/ink33.xml"/><Relationship Id="rId87" Type="http://schemas.openxmlformats.org/officeDocument/2006/relationships/image" Target="../media/image43.png"/><Relationship Id="rId61" Type="http://schemas.openxmlformats.org/officeDocument/2006/relationships/image" Target="../media/image30.png"/><Relationship Id="rId82" Type="http://schemas.openxmlformats.org/officeDocument/2006/relationships/customXml" Target="../ink/ink41.xml"/><Relationship Id="rId19" Type="http://schemas.openxmlformats.org/officeDocument/2006/relationships/image" Target="../media/image9.png"/><Relationship Id="rId14" Type="http://schemas.openxmlformats.org/officeDocument/2006/relationships/customXml" Target="../ink/ink7.xml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56" Type="http://schemas.openxmlformats.org/officeDocument/2006/relationships/customXml" Target="../ink/ink28.xml"/><Relationship Id="rId77" Type="http://schemas.openxmlformats.org/officeDocument/2006/relationships/image" Target="../media/image38.png"/><Relationship Id="rId100" Type="http://schemas.openxmlformats.org/officeDocument/2006/relationships/customXml" Target="../ink/ink50.xml"/><Relationship Id="rId105" Type="http://schemas.openxmlformats.org/officeDocument/2006/relationships/image" Target="../media/image52.png"/><Relationship Id="rId8" Type="http://schemas.openxmlformats.org/officeDocument/2006/relationships/customXml" Target="../ink/ink4.xml"/><Relationship Id="rId51" Type="http://schemas.openxmlformats.org/officeDocument/2006/relationships/image" Target="../media/image25.png"/><Relationship Id="rId72" Type="http://schemas.openxmlformats.org/officeDocument/2006/relationships/customXml" Target="../ink/ink36.xml"/><Relationship Id="rId93" Type="http://schemas.openxmlformats.org/officeDocument/2006/relationships/image" Target="../media/image46.png"/><Relationship Id="rId98" Type="http://schemas.openxmlformats.org/officeDocument/2006/relationships/customXml" Target="../ink/ink49.xml"/><Relationship Id="rId3" Type="http://schemas.openxmlformats.org/officeDocument/2006/relationships/image" Target="../media/image1.png"/><Relationship Id="rId25" Type="http://schemas.openxmlformats.org/officeDocument/2006/relationships/image" Target="../media/image12.png"/><Relationship Id="rId46" Type="http://schemas.openxmlformats.org/officeDocument/2006/relationships/customXml" Target="../ink/ink23.xml"/><Relationship Id="rId67" Type="http://schemas.openxmlformats.org/officeDocument/2006/relationships/image" Target="../media/image3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BB464936-F7F2-E908-29AC-0A144CF575A6}"/>
              </a:ext>
            </a:extLst>
          </p:cNvPr>
          <p:cNvGrpSpPr/>
          <p:nvPr/>
        </p:nvGrpSpPr>
        <p:grpSpPr>
          <a:xfrm>
            <a:off x="1089105" y="406095"/>
            <a:ext cx="3886920" cy="1103400"/>
            <a:chOff x="1089105" y="406095"/>
            <a:chExt cx="3886920" cy="1103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B6AE53A6-7385-6313-5848-42596D8B84B4}"/>
                    </a:ext>
                  </a:extLst>
                </p14:cNvPr>
                <p14:cNvContentPartPr/>
                <p14:nvPr/>
              </p14:nvContentPartPr>
              <p14:xfrm>
                <a:off x="1089105" y="542175"/>
                <a:ext cx="95400" cy="7822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B6AE53A6-7385-6313-5848-42596D8B84B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84785" y="537855"/>
                  <a:ext cx="104040" cy="79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71AFCF60-EFC8-8FF2-A6EE-30276F2660DA}"/>
                    </a:ext>
                  </a:extLst>
                </p14:cNvPr>
                <p14:cNvContentPartPr/>
                <p14:nvPr/>
              </p14:nvContentPartPr>
              <p14:xfrm>
                <a:off x="1102785" y="418695"/>
                <a:ext cx="555120" cy="5184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71AFCF60-EFC8-8FF2-A6EE-30276F2660D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98465" y="414375"/>
                  <a:ext cx="563760" cy="52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D8B0A003-1AA7-7A80-8CE0-8E2F77BA9C8A}"/>
                    </a:ext>
                  </a:extLst>
                </p14:cNvPr>
                <p14:cNvContentPartPr/>
                <p14:nvPr/>
              </p14:nvContentPartPr>
              <p14:xfrm>
                <a:off x="1844385" y="747735"/>
                <a:ext cx="235440" cy="3434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D8B0A003-1AA7-7A80-8CE0-8E2F77BA9C8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840065" y="743415"/>
                  <a:ext cx="24408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298E9B5-6139-AB5F-D2B3-EF5B2B6F60FF}"/>
                    </a:ext>
                  </a:extLst>
                </p14:cNvPr>
                <p14:cNvContentPartPr/>
                <p14:nvPr/>
              </p14:nvContentPartPr>
              <p14:xfrm>
                <a:off x="2294025" y="527415"/>
                <a:ext cx="147600" cy="9820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298E9B5-6139-AB5F-D2B3-EF5B2B6F60F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289705" y="523095"/>
                  <a:ext cx="156240" cy="9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98E784A-0B15-F729-83F2-50B30892EB03}"/>
                    </a:ext>
                  </a:extLst>
                </p14:cNvPr>
                <p14:cNvContentPartPr/>
                <p14:nvPr/>
              </p14:nvContentPartPr>
              <p14:xfrm>
                <a:off x="2393385" y="801375"/>
                <a:ext cx="258840" cy="2736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98E784A-0B15-F729-83F2-50B30892EB0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389065" y="797055"/>
                  <a:ext cx="26748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7AFF6A5-9ED3-B65E-A9B4-4C518003C67E}"/>
                    </a:ext>
                  </a:extLst>
                </p14:cNvPr>
                <p14:cNvContentPartPr/>
                <p14:nvPr/>
              </p14:nvContentPartPr>
              <p14:xfrm>
                <a:off x="2691465" y="467655"/>
                <a:ext cx="828000" cy="5256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7AFF6A5-9ED3-B65E-A9B4-4C518003C67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687145" y="463335"/>
                  <a:ext cx="836640" cy="53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28B12EA-F3E9-34A7-95C8-23408C7A07BC}"/>
                    </a:ext>
                  </a:extLst>
                </p14:cNvPr>
                <p14:cNvContentPartPr/>
                <p14:nvPr/>
              </p14:nvContentPartPr>
              <p14:xfrm>
                <a:off x="3847065" y="410775"/>
                <a:ext cx="37080" cy="4302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28B12EA-F3E9-34A7-95C8-23408C7A07B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842745" y="406455"/>
                  <a:ext cx="45720" cy="43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2C44C2B-2D28-8604-406A-FBF2902324A2}"/>
                    </a:ext>
                  </a:extLst>
                </p14:cNvPr>
                <p14:cNvContentPartPr/>
                <p14:nvPr/>
              </p14:nvContentPartPr>
              <p14:xfrm>
                <a:off x="3602625" y="653415"/>
                <a:ext cx="593640" cy="1911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2C44C2B-2D28-8604-406A-FBF2902324A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598305" y="649095"/>
                  <a:ext cx="60228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491BB8B-499F-C159-CAEF-A3C40ED39340}"/>
                    </a:ext>
                  </a:extLst>
                </p14:cNvPr>
                <p14:cNvContentPartPr/>
                <p14:nvPr/>
              </p14:nvContentPartPr>
              <p14:xfrm>
                <a:off x="4247385" y="406095"/>
                <a:ext cx="20880" cy="374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491BB8B-499F-C159-CAEF-A3C40ED3934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243065" y="401775"/>
                  <a:ext cx="2952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6F32310-545C-2947-029B-E319CD497579}"/>
                    </a:ext>
                  </a:extLst>
                </p14:cNvPr>
                <p14:cNvContentPartPr/>
                <p14:nvPr/>
              </p14:nvContentPartPr>
              <p14:xfrm>
                <a:off x="4264305" y="506175"/>
                <a:ext cx="260280" cy="2462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6F32310-545C-2947-029B-E319CD49757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259985" y="501855"/>
                  <a:ext cx="26892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479FF2B-AAE3-594C-216A-827D1E72B5C5}"/>
                    </a:ext>
                  </a:extLst>
                </p14:cNvPr>
                <p14:cNvContentPartPr/>
                <p14:nvPr/>
              </p14:nvContentPartPr>
              <p14:xfrm>
                <a:off x="4735905" y="547935"/>
                <a:ext cx="240120" cy="3546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479FF2B-AAE3-594C-216A-827D1E72B5C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731585" y="543615"/>
                  <a:ext cx="248760" cy="36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1DF238E-5BC2-507F-E2AE-BA2373AED3E8}"/>
                    </a:ext>
                  </a:extLst>
                </p14:cNvPr>
                <p14:cNvContentPartPr/>
                <p14:nvPr/>
              </p14:nvContentPartPr>
              <p14:xfrm>
                <a:off x="2876505" y="755295"/>
                <a:ext cx="91080" cy="2934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1DF238E-5BC2-507F-E2AE-BA2373AED3E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872185" y="750975"/>
                  <a:ext cx="99720" cy="30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B21BF6F-1DF0-2260-4FCB-83E7D0930429}"/>
              </a:ext>
            </a:extLst>
          </p:cNvPr>
          <p:cNvGrpSpPr/>
          <p:nvPr/>
        </p:nvGrpSpPr>
        <p:grpSpPr>
          <a:xfrm>
            <a:off x="5798625" y="416535"/>
            <a:ext cx="4903560" cy="577800"/>
            <a:chOff x="5798625" y="416535"/>
            <a:chExt cx="4903560" cy="577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CB6407C-2772-0904-3368-5225EF6E667C}"/>
                    </a:ext>
                  </a:extLst>
                </p14:cNvPr>
                <p14:cNvContentPartPr/>
                <p14:nvPr/>
              </p14:nvContentPartPr>
              <p14:xfrm>
                <a:off x="5798625" y="657375"/>
                <a:ext cx="706320" cy="442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CB6407C-2772-0904-3368-5225EF6E667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794305" y="653055"/>
                  <a:ext cx="71496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24E416B-B981-6D81-0968-D1BCD206F883}"/>
                    </a:ext>
                  </a:extLst>
                </p14:cNvPr>
                <p14:cNvContentPartPr/>
                <p14:nvPr/>
              </p14:nvContentPartPr>
              <p14:xfrm>
                <a:off x="6973665" y="446415"/>
                <a:ext cx="319680" cy="5479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24E416B-B981-6D81-0968-D1BCD206F88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969345" y="442095"/>
                  <a:ext cx="328320" cy="55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349F40F-ED1C-B68E-A7B4-9FC59A336B13}"/>
                    </a:ext>
                  </a:extLst>
                </p14:cNvPr>
                <p14:cNvContentPartPr/>
                <p14:nvPr/>
              </p14:nvContentPartPr>
              <p14:xfrm>
                <a:off x="7247625" y="471255"/>
                <a:ext cx="39240" cy="133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349F40F-ED1C-B68E-A7B4-9FC59A336B1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243305" y="466935"/>
                  <a:ext cx="4788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6243186-B570-314C-9EB1-182EB410E68F}"/>
                    </a:ext>
                  </a:extLst>
                </p14:cNvPr>
                <p14:cNvContentPartPr/>
                <p14:nvPr/>
              </p14:nvContentPartPr>
              <p14:xfrm>
                <a:off x="7231785" y="416535"/>
                <a:ext cx="651600" cy="5364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6243186-B570-314C-9EB1-182EB410E68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227465" y="412215"/>
                  <a:ext cx="660240" cy="54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3F822C7-5C75-22AB-E29B-EA6309D8C25A}"/>
                    </a:ext>
                  </a:extLst>
                </p14:cNvPr>
                <p14:cNvContentPartPr/>
                <p14:nvPr/>
              </p14:nvContentPartPr>
              <p14:xfrm>
                <a:off x="8164905" y="665295"/>
                <a:ext cx="600120" cy="550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3F822C7-5C75-22AB-E29B-EA6309D8C25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160585" y="660975"/>
                  <a:ext cx="60876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BB69874-2F39-2DD8-EC28-22D0D5DE4308}"/>
                    </a:ext>
                  </a:extLst>
                </p14:cNvPr>
                <p14:cNvContentPartPr/>
                <p14:nvPr/>
              </p14:nvContentPartPr>
              <p14:xfrm>
                <a:off x="9135105" y="523095"/>
                <a:ext cx="548640" cy="2138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BB69874-2F39-2DD8-EC28-22D0D5DE430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130785" y="518775"/>
                  <a:ext cx="55728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6171683-6068-F082-6314-915A30E3F22E}"/>
                    </a:ext>
                  </a:extLst>
                </p14:cNvPr>
                <p14:cNvContentPartPr/>
                <p14:nvPr/>
              </p14:nvContentPartPr>
              <p14:xfrm>
                <a:off x="9743145" y="528135"/>
                <a:ext cx="735120" cy="2030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6171683-6068-F082-6314-915A30E3F22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738825" y="523815"/>
                  <a:ext cx="74376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C92F337-1974-D8E1-29D7-538A9CDA886E}"/>
                    </a:ext>
                  </a:extLst>
                </p14:cNvPr>
                <p14:cNvContentPartPr/>
                <p14:nvPr/>
              </p14:nvContentPartPr>
              <p14:xfrm>
                <a:off x="10669785" y="650895"/>
                <a:ext cx="32400" cy="331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C92F337-1974-D8E1-29D7-538A9CDA886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665465" y="646575"/>
                  <a:ext cx="41040" cy="41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D57671FA-46A5-CAA9-3F13-EB8EBE5E037B}"/>
                  </a:ext>
                </a:extLst>
              </p14:cNvPr>
              <p14:cNvContentPartPr/>
              <p14:nvPr/>
            </p14:nvContentPartPr>
            <p14:xfrm>
              <a:off x="6488745" y="1156335"/>
              <a:ext cx="2075040" cy="18864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D57671FA-46A5-CAA9-3F13-EB8EBE5E037B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6484425" y="1151655"/>
                <a:ext cx="2083680" cy="197280"/>
              </a:xfrm>
              <a:prstGeom prst="rect">
                <a:avLst/>
              </a:prstGeom>
            </p:spPr>
          </p:pic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7D9CED10-CDD2-BAD0-2BF0-039DED0AA134}"/>
              </a:ext>
            </a:extLst>
          </p:cNvPr>
          <p:cNvGrpSpPr/>
          <p:nvPr/>
        </p:nvGrpSpPr>
        <p:grpSpPr>
          <a:xfrm>
            <a:off x="1645665" y="1959495"/>
            <a:ext cx="3651120" cy="704160"/>
            <a:chOff x="1645665" y="1959495"/>
            <a:chExt cx="3651120" cy="704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5F0B94B-CDB5-3EBE-152E-A490A25B60B8}"/>
                    </a:ext>
                  </a:extLst>
                </p14:cNvPr>
                <p14:cNvContentPartPr/>
                <p14:nvPr/>
              </p14:nvContentPartPr>
              <p14:xfrm>
                <a:off x="1645665" y="2037615"/>
                <a:ext cx="801720" cy="6260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5F0B94B-CDB5-3EBE-152E-A490A25B60B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639545" y="2031495"/>
                  <a:ext cx="813960" cy="63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F488CB9C-717D-5C01-0824-100FDDFA2CB2}"/>
                    </a:ext>
                  </a:extLst>
                </p14:cNvPr>
                <p14:cNvContentPartPr/>
                <p14:nvPr/>
              </p14:nvContentPartPr>
              <p14:xfrm>
                <a:off x="2636385" y="2292855"/>
                <a:ext cx="245160" cy="2876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F488CB9C-717D-5C01-0824-100FDDFA2CB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630265" y="2286735"/>
                  <a:ext cx="25740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ED12837-C630-FCEA-2752-1734C3DF4FDC}"/>
                    </a:ext>
                  </a:extLst>
                </p14:cNvPr>
                <p14:cNvContentPartPr/>
                <p14:nvPr/>
              </p14:nvContentPartPr>
              <p14:xfrm>
                <a:off x="3036705" y="2163615"/>
                <a:ext cx="427680" cy="3492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ED12837-C630-FCEA-2752-1734C3DF4FD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030585" y="2157495"/>
                  <a:ext cx="439920" cy="36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0921F20-BEED-B045-3CE2-CF8B74969B9F}"/>
                    </a:ext>
                  </a:extLst>
                </p14:cNvPr>
                <p14:cNvContentPartPr/>
                <p14:nvPr/>
              </p14:nvContentPartPr>
              <p14:xfrm>
                <a:off x="3559065" y="1959495"/>
                <a:ext cx="7200" cy="252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0921F20-BEED-B045-3CE2-CF8B74969B9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552945" y="1953375"/>
                  <a:ext cx="194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211A746-980D-1190-F844-41277EE3813E}"/>
                    </a:ext>
                  </a:extLst>
                </p14:cNvPr>
                <p14:cNvContentPartPr/>
                <p14:nvPr/>
              </p14:nvContentPartPr>
              <p14:xfrm>
                <a:off x="3584985" y="2125455"/>
                <a:ext cx="239760" cy="3135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211A746-980D-1190-F844-41277EE3813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578865" y="2119335"/>
                  <a:ext cx="25200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63021F8-13FE-D038-8254-F4E3AA14A6D9}"/>
                    </a:ext>
                  </a:extLst>
                </p14:cNvPr>
                <p14:cNvContentPartPr/>
                <p14:nvPr/>
              </p14:nvContentPartPr>
              <p14:xfrm>
                <a:off x="3974145" y="2142015"/>
                <a:ext cx="255240" cy="2840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63021F8-13FE-D038-8254-F4E3AA14A6D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968025" y="2135895"/>
                  <a:ext cx="26748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E2C30D8-F376-FF80-95B3-481C74DAFD47}"/>
                    </a:ext>
                  </a:extLst>
                </p14:cNvPr>
                <p14:cNvContentPartPr/>
                <p14:nvPr/>
              </p14:nvContentPartPr>
              <p14:xfrm>
                <a:off x="4452945" y="2060295"/>
                <a:ext cx="169560" cy="3985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E2C30D8-F376-FF80-95B3-481C74DAFD4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446825" y="2054175"/>
                  <a:ext cx="181800" cy="41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489BDEC-A785-E4F5-9046-727010EF4C07}"/>
                    </a:ext>
                  </a:extLst>
                </p14:cNvPr>
                <p14:cNvContentPartPr/>
                <p14:nvPr/>
              </p14:nvContentPartPr>
              <p14:xfrm>
                <a:off x="4847145" y="2093415"/>
                <a:ext cx="449640" cy="2556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489BDEC-A785-E4F5-9046-727010EF4C0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841025" y="2087295"/>
                  <a:ext cx="461880" cy="267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3539711C-6A71-17DD-1846-1A39F72E17EB}"/>
                  </a:ext>
                </a:extLst>
              </p14:cNvPr>
              <p14:cNvContentPartPr/>
              <p14:nvPr/>
            </p14:nvContentPartPr>
            <p14:xfrm>
              <a:off x="6033705" y="2105655"/>
              <a:ext cx="519120" cy="11772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3539711C-6A71-17DD-1846-1A39F72E17EB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6027585" y="2099535"/>
                <a:ext cx="531360" cy="129960"/>
              </a:xfrm>
              <a:prstGeom prst="rect">
                <a:avLst/>
              </a:prstGeom>
            </p:spPr>
          </p:pic>
        </mc:Fallback>
      </mc:AlternateContent>
      <p:grpSp>
        <p:nvGrpSpPr>
          <p:cNvPr id="55" name="Group 54">
            <a:extLst>
              <a:ext uri="{FF2B5EF4-FFF2-40B4-BE49-F238E27FC236}">
                <a16:creationId xmlns:a16="http://schemas.microsoft.com/office/drawing/2014/main" id="{BB105C03-472C-7825-35D7-71EB3CFDA633}"/>
              </a:ext>
            </a:extLst>
          </p:cNvPr>
          <p:cNvGrpSpPr/>
          <p:nvPr/>
        </p:nvGrpSpPr>
        <p:grpSpPr>
          <a:xfrm>
            <a:off x="7239705" y="928815"/>
            <a:ext cx="4341240" cy="1740240"/>
            <a:chOff x="7239705" y="928815"/>
            <a:chExt cx="4341240" cy="1740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D049E1D-7832-B65C-7671-F3DFC65423BC}"/>
                    </a:ext>
                  </a:extLst>
                </p14:cNvPr>
                <p14:cNvContentPartPr/>
                <p14:nvPr/>
              </p14:nvContentPartPr>
              <p14:xfrm>
                <a:off x="7239705" y="1788855"/>
                <a:ext cx="947160" cy="4320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D049E1D-7832-B65C-7671-F3DFC65423BC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233585" y="1782735"/>
                  <a:ext cx="959400" cy="44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9AFD1F2-C9FB-DCD1-FE9D-0CEE7097E42E}"/>
                    </a:ext>
                  </a:extLst>
                </p14:cNvPr>
                <p14:cNvContentPartPr/>
                <p14:nvPr/>
              </p14:nvContentPartPr>
              <p14:xfrm>
                <a:off x="8164185" y="2247495"/>
                <a:ext cx="8280" cy="97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9AFD1F2-C9FB-DCD1-FE9D-0CEE7097E42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158065" y="2241375"/>
                  <a:ext cx="2052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521C9F8A-8FAA-5A57-7CB2-6A9C40A4E6E5}"/>
                    </a:ext>
                  </a:extLst>
                </p14:cNvPr>
                <p14:cNvContentPartPr/>
                <p14:nvPr/>
              </p14:nvContentPartPr>
              <p14:xfrm>
                <a:off x="7337265" y="1891455"/>
                <a:ext cx="694800" cy="3387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521C9F8A-8FAA-5A57-7CB2-6A9C40A4E6E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331145" y="1885335"/>
                  <a:ext cx="707040" cy="35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6B9B831-F438-A556-1232-DF7DC4AC7D2F}"/>
                    </a:ext>
                  </a:extLst>
                </p14:cNvPr>
                <p14:cNvContentPartPr/>
                <p14:nvPr/>
              </p14:nvContentPartPr>
              <p14:xfrm>
                <a:off x="8575665" y="2133375"/>
                <a:ext cx="156960" cy="496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6B9B831-F438-A556-1232-DF7DC4AC7D2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569545" y="2127255"/>
                  <a:ext cx="16920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1036BD8-9D2C-76D2-29BA-4338ABFADBF2}"/>
                    </a:ext>
                  </a:extLst>
                </p14:cNvPr>
                <p14:cNvContentPartPr/>
                <p14:nvPr/>
              </p14:nvContentPartPr>
              <p14:xfrm>
                <a:off x="8963385" y="1468815"/>
                <a:ext cx="516600" cy="7459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1036BD8-9D2C-76D2-29BA-4338ABFADBF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957265" y="1462695"/>
                  <a:ext cx="528840" cy="75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7FEAB6AC-D041-C543-1950-46C5E3FBED86}"/>
                    </a:ext>
                  </a:extLst>
                </p14:cNvPr>
                <p14:cNvContentPartPr/>
                <p14:nvPr/>
              </p14:nvContentPartPr>
              <p14:xfrm>
                <a:off x="9556305" y="1683735"/>
                <a:ext cx="42480" cy="1011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7FEAB6AC-D041-C543-1950-46C5E3FBED8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550185" y="1677615"/>
                  <a:ext cx="5472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ABF7887C-5581-741A-CBA5-FA56F3AD6B54}"/>
                    </a:ext>
                  </a:extLst>
                </p14:cNvPr>
                <p14:cNvContentPartPr/>
                <p14:nvPr/>
              </p14:nvContentPartPr>
              <p14:xfrm>
                <a:off x="9532905" y="1850775"/>
                <a:ext cx="232200" cy="8182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ABF7887C-5581-741A-CBA5-FA56F3AD6B5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526785" y="1844655"/>
                  <a:ext cx="244440" cy="83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B61EEF0-7F67-9272-31C4-FAD70141A0BF}"/>
                    </a:ext>
                  </a:extLst>
                </p14:cNvPr>
                <p14:cNvContentPartPr/>
                <p14:nvPr/>
              </p14:nvContentPartPr>
              <p14:xfrm>
                <a:off x="10058865" y="1782735"/>
                <a:ext cx="692280" cy="2102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B61EEF0-7F67-9272-31C4-FAD70141A0B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052745" y="1776615"/>
                  <a:ext cx="70452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33EC744-4932-34C3-2095-B627C2A53123}"/>
                    </a:ext>
                  </a:extLst>
                </p14:cNvPr>
                <p14:cNvContentPartPr/>
                <p14:nvPr/>
              </p14:nvContentPartPr>
              <p14:xfrm>
                <a:off x="7957185" y="928815"/>
                <a:ext cx="1854360" cy="2556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33EC744-4932-34C3-2095-B627C2A5312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951065" y="922695"/>
                  <a:ext cx="186660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CF736FE-BC94-EFE8-C206-483274EC2149}"/>
                    </a:ext>
                  </a:extLst>
                </p14:cNvPr>
                <p14:cNvContentPartPr/>
                <p14:nvPr/>
              </p14:nvContentPartPr>
              <p14:xfrm>
                <a:off x="9998745" y="960135"/>
                <a:ext cx="324000" cy="4618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CF736FE-BC94-EFE8-C206-483274EC214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992625" y="954015"/>
                  <a:ext cx="336240" cy="47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A36D79E-68BB-9783-1556-84B0F5815670}"/>
                    </a:ext>
                  </a:extLst>
                </p14:cNvPr>
                <p14:cNvContentPartPr/>
                <p14:nvPr/>
              </p14:nvContentPartPr>
              <p14:xfrm>
                <a:off x="10347945" y="979215"/>
                <a:ext cx="276480" cy="3153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A36D79E-68BB-9783-1556-84B0F5815670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341825" y="973095"/>
                  <a:ext cx="28872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68A24111-BB0E-D918-41EC-330DF20843CD}"/>
                    </a:ext>
                  </a:extLst>
                </p14:cNvPr>
                <p14:cNvContentPartPr/>
                <p14:nvPr/>
              </p14:nvContentPartPr>
              <p14:xfrm>
                <a:off x="10722705" y="1022775"/>
                <a:ext cx="314280" cy="2725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68A24111-BB0E-D918-41EC-330DF20843C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716585" y="1016655"/>
                  <a:ext cx="32652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5017E3D-620D-6364-50D4-4C00FB921825}"/>
                    </a:ext>
                  </a:extLst>
                </p14:cNvPr>
                <p14:cNvContentPartPr/>
                <p14:nvPr/>
              </p14:nvContentPartPr>
              <p14:xfrm>
                <a:off x="11058585" y="948975"/>
                <a:ext cx="265320" cy="3020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5017E3D-620D-6364-50D4-4C00FB921825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1052465" y="942855"/>
                  <a:ext cx="27756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2C8372A6-E6E8-BF62-9DB2-E99D5E570F2D}"/>
                    </a:ext>
                  </a:extLst>
                </p14:cNvPr>
                <p14:cNvContentPartPr/>
                <p14:nvPr/>
              </p14:nvContentPartPr>
              <p14:xfrm>
                <a:off x="11555385" y="1167495"/>
                <a:ext cx="25560" cy="590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2C8372A6-E6E8-BF62-9DB2-E99D5E570F2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1549265" y="1161375"/>
                  <a:ext cx="3780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477E4E0F-CBF3-F6E7-028C-E9A57D15BAAE}"/>
                    </a:ext>
                  </a:extLst>
                </p14:cNvPr>
                <p14:cNvContentPartPr/>
                <p14:nvPr/>
              </p14:nvContentPartPr>
              <p14:xfrm>
                <a:off x="8261385" y="1633335"/>
                <a:ext cx="372960" cy="3002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477E4E0F-CBF3-F6E7-028C-E9A57D15BAA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255265" y="1627215"/>
                  <a:ext cx="385200" cy="31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499E4E3D-850C-4255-E408-4B41CA9C7A96}"/>
              </a:ext>
            </a:extLst>
          </p:cNvPr>
          <p:cNvGrpSpPr/>
          <p:nvPr/>
        </p:nvGrpSpPr>
        <p:grpSpPr>
          <a:xfrm>
            <a:off x="2188545" y="3193935"/>
            <a:ext cx="4042440" cy="985320"/>
            <a:chOff x="2188545" y="3193935"/>
            <a:chExt cx="4042440" cy="985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C76B2F06-507F-1591-D337-B007188ADD1F}"/>
                    </a:ext>
                  </a:extLst>
                </p14:cNvPr>
                <p14:cNvContentPartPr/>
                <p14:nvPr/>
              </p14:nvContentPartPr>
              <p14:xfrm>
                <a:off x="2188545" y="3193935"/>
                <a:ext cx="364320" cy="9853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C76B2F06-507F-1591-D337-B007188ADD1F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182425" y="3187815"/>
                  <a:ext cx="376560" cy="9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00B2391E-018C-46EF-4545-F8B251DEE2F4}"/>
                    </a:ext>
                  </a:extLst>
                </p14:cNvPr>
                <p14:cNvContentPartPr/>
                <p14:nvPr/>
              </p14:nvContentPartPr>
              <p14:xfrm>
                <a:off x="2773185" y="3330735"/>
                <a:ext cx="1438920" cy="6512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00B2391E-018C-46EF-4545-F8B251DEE2F4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767065" y="3324615"/>
                  <a:ext cx="1451160" cy="66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263DD362-ABBD-4395-75CE-30E30F7EBCF9}"/>
                    </a:ext>
                  </a:extLst>
                </p14:cNvPr>
                <p14:cNvContentPartPr/>
                <p14:nvPr/>
              </p14:nvContentPartPr>
              <p14:xfrm>
                <a:off x="4133985" y="3414255"/>
                <a:ext cx="1145520" cy="3117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263DD362-ABBD-4395-75CE-30E30F7EBCF9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127865" y="3408135"/>
                  <a:ext cx="115776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E0AEB458-7737-2742-EBB1-DDBF318B2F27}"/>
                    </a:ext>
                  </a:extLst>
                </p14:cNvPr>
                <p14:cNvContentPartPr/>
                <p14:nvPr/>
              </p14:nvContentPartPr>
              <p14:xfrm>
                <a:off x="5468865" y="3360615"/>
                <a:ext cx="762120" cy="1238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E0AEB458-7737-2742-EBB1-DDBF318B2F27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462745" y="3354495"/>
                  <a:ext cx="774360" cy="13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EFBDCF6D-6BAF-81B2-0D7F-4A1EB8ADE186}"/>
              </a:ext>
            </a:extLst>
          </p:cNvPr>
          <p:cNvGrpSpPr/>
          <p:nvPr/>
        </p:nvGrpSpPr>
        <p:grpSpPr>
          <a:xfrm>
            <a:off x="6876465" y="2699295"/>
            <a:ext cx="1793520" cy="1276920"/>
            <a:chOff x="6876465" y="2699295"/>
            <a:chExt cx="1793520" cy="1276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90A50D2-AEF3-90AE-902B-B8DD2278B2C5}"/>
                    </a:ext>
                  </a:extLst>
                </p14:cNvPr>
                <p14:cNvContentPartPr/>
                <p14:nvPr/>
              </p14:nvContentPartPr>
              <p14:xfrm>
                <a:off x="7020105" y="3312375"/>
                <a:ext cx="123840" cy="723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90A50D2-AEF3-90AE-902B-B8DD2278B2C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013985" y="3306255"/>
                  <a:ext cx="13608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E900A4CA-BD3E-66F0-11DB-100ABB1982EB}"/>
                    </a:ext>
                  </a:extLst>
                </p14:cNvPr>
                <p14:cNvContentPartPr/>
                <p14:nvPr/>
              </p14:nvContentPartPr>
              <p14:xfrm>
                <a:off x="6950265" y="3052095"/>
                <a:ext cx="827640" cy="7974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E900A4CA-BD3E-66F0-11DB-100ABB1982E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944145" y="3045975"/>
                  <a:ext cx="839880" cy="80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F29EC73F-2BED-984D-9C9B-6C93A25FA93D}"/>
                    </a:ext>
                  </a:extLst>
                </p14:cNvPr>
                <p14:cNvContentPartPr/>
                <p14:nvPr/>
              </p14:nvContentPartPr>
              <p14:xfrm>
                <a:off x="6988065" y="3189975"/>
                <a:ext cx="779400" cy="7862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F29EC73F-2BED-984D-9C9B-6C93A25FA93D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981945" y="3183855"/>
                  <a:ext cx="791640" cy="79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87917EDD-A10D-8106-35CF-C33B2A646F4B}"/>
                    </a:ext>
                  </a:extLst>
                </p14:cNvPr>
                <p14:cNvContentPartPr/>
                <p14:nvPr/>
              </p14:nvContentPartPr>
              <p14:xfrm>
                <a:off x="6876465" y="2699295"/>
                <a:ext cx="1793520" cy="2912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87917EDD-A10D-8106-35CF-C33B2A646F4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870345" y="2693175"/>
                  <a:ext cx="1805760" cy="3034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1478841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0123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54980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975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testBI Power</dc:creator>
  <cp:lastModifiedBy>testBI Power</cp:lastModifiedBy>
  <cp:revision>1</cp:revision>
  <dcterms:created xsi:type="dcterms:W3CDTF">2025-12-22T14:56:16Z</dcterms:created>
  <dcterms:modified xsi:type="dcterms:W3CDTF">2025-12-23T07:11:57Z</dcterms:modified>
</cp:coreProperties>
</file>