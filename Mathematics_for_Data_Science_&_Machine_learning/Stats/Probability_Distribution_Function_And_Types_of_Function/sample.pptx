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6:54.5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281 102 7549,'1'-4'2011,"2"-9"-1207,0 1 1900,0 1 1,9-22 0,-11 31-1791,-2-21 541,1 23-1436,0 0 0,0 0 0,0 0 0,0 0 0,0-1 0,0 1 0,0 0 0,0 0 0,0 0 0,0 0 0,0 0 0,0 0 0,0-1 0,0 1 0,0 0 0,-1 0 0,1 0 0,0 0 0,0 0 0,0 0 0,0-1 0,0 1 0,0 0 0,0 0 0,0 0 0,0 0 0,0 0 0,-1 0 0,1 0 0,0 0 0,0 0 0,0 0 0,0-1 0,0 1 0,0 0 0,0 0 0,-1 0 0,1 0 0,0 0 0,0 0 0,0 0 0,0 0 0,0 0 0,-1 0 0,1 0 0,0 0 0,0 0 0,0 0 0,0 0 0,0 0 0,0 0 0,-1 0 0,1 0 0,0 1 0,-17 30 1182,13-23-1078,-15 38 937,2 0 0,-15 67 1,-13 101 492,31-137-1146,-111 704 1655,109-618-1682,8 0-1,23 303 1,-7-390-321,4-1 1,4 0 0,2-1 0,4-1 0,3-1-1,47 95 1,-52-129-50,3 0 0,0-2 0,3 0 0,1-2 1,40 40-1,-44-52-61,1-1 1,2-1-1,-1-2 1,2 0-1,0-2 1,1-1-1,60 23 1,-59-29-138,-1-2 0,2-1 0,-1-1 0,0-2 1,1-1-1,0-1 0,0-1 0,45-7 0,21-9-1155,115-34-1,-191 44 1151,19-3-242,-1-2 0,0-2 0,-2-1 0,1-2 0,37-23 0,-61 31-86,0-1-1,-1 0 1,0 0 0,0-1-1,12-14 1,-21 20 11,0 0 0,0-1 1,0 1-1,-1-1 1,1 0-1,-1 1 0,2-9 1,-3 8-322,0 0 0,0 0-1,0 0 1,-1 0 0,0-1 0,0 1 0,0 0 0,-2-8 0,-4-2-5952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6:55.0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0 388 6561,'21'-31'2792,"-18"25"-2419,0 1 0,0 0 0,1 0 0,0 0 0,0 0 0,0 0 0,0 1 0,1 0 0,0 0 1,7-4-1,142-72 3994,88-19-2201,-154 66-1818,132-47-698,-212 78 24,0 0 1,0 0-1,1 1 1,-1 0-1,1 0 1,0 1-1,-1 0 1,14 3 0,-20-3 135,0 0 0,0 1 1,0-1-1,0 1 1,0 0-1,0 0 1,0 0-1,-1 0 1,1 0-1,0 0 1,-1 0-1,1 1 1,0-1-1,-1 1 0,0-1 1,3 3-1,-3-1-88,0-1-1,-1 0 0,1 0 0,0 1 0,-1-1 1,1 0-1,-1 1 0,0-1 0,0 0 1,0 1-1,0-1 0,0 0 0,-1 1 0,1-1 1,-1 0-1,1 1 0,-1-1 0,-1 3 0,-11 36-5276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6:55.2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38 251 5893,'-37'21'5468,"50"-30"-3832,1 0-100,-1 0-260,14-3-247,6-3-213,7-3-96,7-6-488,10-9-636,7-1-888,10-5-665,6 3-2367,10 3-3321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6:55.5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17 14785,'-2'-1'1767,"-15"-14"2690,28 19-4158,-1 1 0,-1 0 0,1 1 0,-1 0 0,0 0 0,0 1 0,-1 1 0,0-1 0,0 1 0,-1 0 0,0 1 0,8 13 0,10 17 367,32 70-1,-46-87-506,112 282 790,-83-198-739,26 47-90,-1-1 656,-64-148-528,4-5-33,3-3-176,1 0-1,-1 0 1,0-1-1,0 0 1,0-1-1,-1 1 1,0-1 0,0-1-1,0 1 1,-1-1-1,0-1 1,8-12-1,8-15-55,28-63 0,-17 31-378,120-234-4205,-62 119-441,-34 79-1189,6 15-3891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6:56.3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0 815 6637,'6'1'335,"0"0"0,-1 0 0,1 0 0,0 0 0,0-1 0,-1 0 0,1 0 0,0-1 0,8-2 0,53-18 2618,-5 0 452,-36 14-2497,-1-2 1,46-21-1,-57 23-584,-1-1-1,0 0 1,0-1-1,0-1 1,-1 1-1,19-22 1,-24 22-216,0-1 1,-1-1 0,0 1 0,0-1 0,-1 0 0,0 0-1,-1-1 1,-1 1 0,0-1 0,3-20 0,-5 22-55,0-1 1,0 1 0,-1-1 0,0 1-1,-1-1 1,0 1 0,-1 0-1,0 0 1,-1-1 0,0 1-1,0 1 1,-10-20 0,12 27-55,0-1 1,0 1 0,-1 0-1,1 0 1,-1 0 0,1 0-1,-1 0 1,0 1 0,0-1-1,0 0 1,0 1 0,0-1-1,0 1 1,0 0-1,0-1 1,-1 1 0,1 0-1,0 1 1,-1-1 0,1 0-1,-3 0 1,2 1 1,0 1 0,0-1-1,0 0 1,0 1 0,0 0 0,0 0 0,0 0 0,0 0-1,1 0 1,-1 1 0,0-1 0,1 1 0,-1-1 0,-4 5 0,-3 4 1,1 0 0,0 0 0,0 1-1,1 0 1,0 1 0,-9 17 0,8-10-1,1 1-1,0 0 0,2 0 0,0 0 0,1 1 0,1 0 0,-2 39 0,6-43-1,0 0 0,1 1 0,1-1 0,0 0 0,1 0-1,1 0 1,1 0 0,0-1 0,1 0 0,9 16 0,-10-22 0,1-1 0,0 0 0,1 0 1,0 0-1,0-1 0,1 0 0,0-1 0,10 8 1,-13-11 9,1 0 0,1 0 0,-1 0 1,1-1-1,-1 0 0,1-1 1,0 1-1,0-1 0,0 0 1,0-1-1,0 0 0,0 0 1,11 0-1,-8-1-10,0-1 0,0 0 1,0-1-1,-1 0 0,1 0 0,-1-1 1,0 0-1,1-1 0,-1 0 0,-1 0 1,1-1-1,-1 0 0,0 0 0,0-1 1,0-1-1,-1 1 0,0-1 0,0 0 1,0 0-1,9-15 0,-14 18 0,9-13-12,-1 0-1,0 0 0,-2-1 0,0-1 1,9-30-1,-9 20-9,2 0-1,13-31 1,-18 50 11,-4 6-9,4 4 9,1-1 2,-1 1 0,1 0 0,0 0 1,0 1-1,0-1 0,-1 1 0,1 1 0,0-1 0,-1 1 0,1 0 0,-1 0 0,9 6 0,33 22-40,-26-16 31,1-1 0,0-1 1,1-1-1,46 17 0,17 5-41,-56-20 52,0-1 1,1-2 0,45 9-1,-39-14 8,1-2 1,-1-2-1,1-1 0,0-2 0,-1-2 0,0-1 1,0-2-1,0-1 0,-1-2 0,0-2 1,40-18-1,-53 19 6,0 0 0,-1-2 0,-1-1 0,34-27 0,-45 32 23,-1 0-1,0-1 0,0 0 1,-1-1-1,0 0 1,-1 0-1,-1 0 0,1-1 1,-2 0-1,8-21 0,-5-3 126,-1 0 0,-2 0-1,-2-1 1,-1 0-1,-4-49 1,1 24 516,-7-99 2481,-3 192-2882,9-15-295,-1 0 1,2 1-1,0-1 0,1 1 0,1-1 1,0 0-1,1 1 0,5 16 1,39 130-2354,-44-157 2246,13 39-2642,30 64 1,-19-60 332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6:56.4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108 435 10513,'-57'-21'2504,"40"12"-288,0 0 273,11-3-189,-5-3-436,28-7-368,23-14-408,14 9-112,23-3-292,20-3-896,20-3-536,24-10-1004,6-5-1216,8 3-3101,9 9-5328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6:57.0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108 380 11337,'-9'2'729,"1"0"-1,-1-1 1,0 0 0,0-1-1,1 0 1,-1 0 0,0-1-1,0 0 1,1 0 0,-13-4-1,59-6 3535,451-75-626,-318 62-3173,1684-226 1215,-1833 248-1665,-9 0 4,0 0-1,-1 1 1,1 1-1,0 0 1,0 1 0,23 4-1,-35-5-16,0 1-1,0-1 1,0 0-1,0 0 1,0 1-1,0-1 1,0 0-1,0 1 1,0-1-1,0 1 1,-1-1-1,1 1 1,0 0 0,0-1-1,0 1 1,-1 0-1,2 1 1,-2-2-3,0 0 1,0 1 0,0-1-1,0 1 1,0-1-1,0 1 1,0-1 0,0 1-1,0-1 1,0 0 0,-1 1-1,1-1 1,0 1-1,0-1 1,0 0 0,0 1-1,-1-1 1,1 1 0,0-1-1,0 0 1,-1 1-1,1-1 1,0 0 0,-1 1-1,1-1 1,-1 1-1,-3 2-78,-1-1-1,1 1 1,-1-1-1,0 1 0,1-2 1,-9 3-1,7-2-390,0 1 1,0-1-1,0 1 0,0 0 1,0 0-1,1 0 1,-8 7-1,10-8-1829,14-11-7348,2 0-595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6:58.8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342 1251 6361,'-28'-6'10770,"24"2"-10349,-1 0 0,1 0 0,0-1 1,0 0-1,0 0 0,1 0 0,-1 0 0,1 0 0,1-1 1,-1 1-1,-2-8 0,-1-5 415,1 1 1,-5-26-1,4 3-290,2-1 0,1 0 0,3 1 0,1-1-1,7-46 1,23-107 0,8-94-334,-34 224-171,4-155-5,-9 216-37,0 1 1,0 0-1,-1-1 1,1 1-1,0 0 1,-1-1-1,1 1 1,-1 0-1,0 0 1,0-1-1,0 1 1,0 0-1,0 0 1,0 0-1,-1 0 1,-1-2-1,1 3 2,1 0-1,0 1 1,0-1-1,0 1 1,0-1-1,-1 1 0,1-1 1,0 1-1,0 0 1,-1 0-1,1-1 1,0 1-1,-1 0 1,1 0-1,0 0 0,0 0 1,-1 1-1,1-1 1,0 0-1,-1 0 1,0 1-1,-6 3 0,1-1-1,0 1 0,0 0 1,0 0-1,1 1 1,-1 0-1,-6 8 1,-5 4 17,2 2 0,0 0 0,1 1 0,1 0 0,-21 43 0,18-26 109,1 1 0,-19 69 0,22-57-19,3 0 0,2 1 0,2 0 0,2 0 1,6 97-1,3-105-67,1 0 1,3-1 0,1 0-1,2 0 1,1-1-1,3-1 1,27 53 0,-9-34 8,3 0 0,2-3 1,86 95-1,179 143 47,-265-258-88,147 145 10,-170-164-23,-1 1 0,0 1 1,-1 0-1,-1 1 0,-1 0 0,15 34 0,-24-48 6,-1 1-1,1-1 0,-2 1 1,1 0-1,-1-1 0,0 1 1,0 0-1,-1 0 0,0 0 1,0-1-1,-1 1 0,0 0 1,0 0-1,-1-1 0,1 1 1,-1-1-1,-1 1 0,1-1 1,-1 0-1,0 0 0,-1 0 1,1 0-1,-1 0 0,0-1 0,-1 0 1,1 0-1,-7 6 0,-10 6-4,-1 0-1,-1-1 0,0-1 0,-1-2 0,-43 19 0,9-9-33,-86 21-1,112-36-204,-60 7 0,79-13-121,1-2 0,0 0 0,0 0 0,0-1 0,-1-1 0,1 0 0,-23-7 0,34 8 211,-1 1 0,1-1 0,-1-1 0,1 1 0,0 0 0,-1 0 0,1 0 0,0-1 0,0 1 0,0 0 0,0-1 0,0 1-1,0-1 1,0 0 0,0 1 0,1-1 0,-1 0 0,0 1 0,1-1 0,0 0 0,-1 0 0,1 1 0,0-1 0,0 0 0,0 0 0,0 0 0,0 1 0,0-1 0,1 0 0,0-3 0,1-4-548,0 0 1,1 0-1,0 0 1,4-9-1,-3 10-316,1 0 0,0 0-1,0 0 1,0 1 0,8-8-1,47-44-8686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6:59.1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291 54 11541,'-6'6'952,"0"-1"0,0 1 0,0 1-1,0-1 1,1 1 0,0 0 0,1 0 0,-7 14 0,8-14-726,2 0 0,-1 0 0,1 0 1,0 0-1,0 0 0,1 0 1,0 0-1,1 1 0,-1-1 0,4 12 1,5 39 630,4-1 0,33 98 1,-37-134-770,0 0 1,1-1-1,1 0 1,1-1-1,1 0 1,1-1-1,0 0 0,1-1 1,1-1-1,24 20 1,-22-23-50,1-1 0,0 0 1,1-1-1,0-1 0,0-1 1,1-1-1,0-1 0,0-1 0,34 6 1,-42-10-25,-1 0 0,0-1 0,1-1 0,-1 0 0,1 0 0,-1-2 0,1 1 0,-1-1 0,0-1 0,0 0 1,0-1-1,0-1 0,0 1 0,-1-2 0,0 0 0,0 0 0,-1-1 0,14-11 0,-18 13-9,-1-1 0,0 1 0,0-1 0,-1 0 0,0-1 0,0 1 0,0-1 0,-1 0-1,0 0 1,0 0 0,-1 0 0,0 0 0,0 0 0,-1-1 0,1 1 0,-2-1 0,1 1 0,-1-1 0,0 0 0,-1 1 0,-2-14-1,-2-1-13,0 0 0,-2 1 0,-1 0-1,0 0 1,-1 1 0,-16-25 0,6 16-75,0 1 0,-2 0 0,-2 2 1,0 0-1,-2 2 0,0 1 0,-2 1 1,0 1-1,-2 1 0,0 1 0,-34-15 0,23 15-217,-1 1-1,0 2 1,-2 2-1,0 2 0,0 2 1,-1 1-1,0 3 0,-51-1 1,86 6-7,-1 1 0,1 0 0,0 0 0,-1 1 0,1 0-1,0 1 1,0 0 0,0 1 0,0-1 0,0 2 0,1-1 0,-1 1 0,1 1 0,-9 5 0,16-8 66,-1-1 0,1 0 0,0 1 0,0-1 0,0 1 0,0 0 0,0-1 0,0 1 0,0 0 0,1-1 0,-1 1 0,1 0 0,-1 0 0,1 0 0,0-1 0,-1 1 0,1 0 0,0 0 0,0 0 0,0 0 1,1 0-1,-1-1 0,0 1 0,1 0 0,-1 0 0,1 0 0,0 1 0,1 3-640,12 45-7096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6:59.8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0 400 6805,'35'-44'2367,"-1"-3"3502,-33 45-2945,0 0-2720,1 0 1,-1 0-1,0 0 0,0 1 1,1-1-1,-1 1 0,1-1 1,0 1-1,-1-1 0,1 1 1,3-2-1,-4 3-166,0 0-1,0 1 0,1-1 1,-1 0-1,0 1 1,0-1-1,0 0 0,0 1 1,0 0-1,0-1 1,0 1-1,0-1 0,0 1 1,-1 0-1,1 0 1,0 0-1,0-1 0,0 1 1,-1 0-1,1 0 1,-1 0-1,1 0 0,0 0 1,-1 0-1,0 0 1,1 0-1,-1 1 0,0-1 1,1 1-1,6 32 475,-7-34-499,3 33 205,-2 0 0,-1 0 0,-6 38 0,0 33 57,6-84-291,-1-3 305,2 0 0,2 20 0,-3-37-286,0 0 0,0 0 0,0 0 0,0 0 0,0 0 0,0 1 0,0-1 0,0 0 1,0 0-1,0 0 0,0 0 0,0 0 0,0 0 0,0 1 0,0-1 0,0 0 0,1 0 0,-1 0 0,0 0 0,0 0 0,0 0 0,0 0 0,0 0 0,0 0 0,0 0 0,0 1 0,1-1 0,-1 0 0,0 0 0,0 0 0,0 0 0,0 0 0,0 0 0,1 0 0,-1 0 0,0 0 1,0 0-1,0 0 0,0 0 0,0 0 0,0 0 0,1 0 0,-1 0 0,0 0 0,0 0 0,0 0 0,0-1 0,0 1 0,0 0 0,1 0 0,-1 0 0,0 0 0,0 0 0,0 0 0,0 0 0,18-5 64,-1 0 1,0-2-1,-1 1 0,0-2 1,0 0-1,0-1 0,-1-1 0,0 0 1,19-18-1,239-182 76,-265 204-150,0 0 1,1 1-1,0 0 1,0 0-1,0 1 1,0 0 0,0 0-1,13-2 1,-18 5 4,-1 1 1,1 0-1,0-1 1,-1 1-1,1 0 1,0 1-1,-1-1 1,1 1-1,0 0 1,-1 0-1,1 0 0,-1 0 1,1 0-1,-1 1 1,1 0-1,-1 0 1,0 0-1,0 0 1,0 0-1,0 0 1,0 1-1,-1-1 1,1 1-1,3 6 1,11 12 5,-8-8 16,0 0 1,1-1-1,1 0 1,15 12-1,-21-20-17,-1-1 0,1 0 0,0 0 0,0-1 0,0 0 0,0 0 0,0 0 0,0 0 0,1-1 0,-1 1 0,1-2-1,-1 1 1,1 0 0,-1-1 0,1 0 0,7-1 0,0-2 6,1 1-1,0-2 0,-1 0 1,0-1-1,0 0 1,0-1-1,-1 0 0,15-10 1,91-71 91,-46 31-60,-69 54-39,1 0 0,-1 0 0,1 0 0,-1 0 0,1 1 0,0-1 1,0 1-1,0 0 0,0 0 0,0 1 0,0-1 0,0 1 0,0 0 0,0 0 1,0 0-1,0 0 0,0 1 0,0 0 0,5 1 0,4 3 36,-1 0 0,1 1 0,-1 0-1,15 10 1,11 6 195,-14-10-128,0-2 0,0 0 1,31 7-1,-42-14-74,0-1 0,0 0 0,0-1 0,0 0 0,0-1 0,0 0 0,0-2 0,23-3 0,-18-1-10,1 0-1,-1-1 1,0-1-1,-1 0 0,0-1 1,0-2-1,-1 1 1,0-2-1,-1 0 1,0-1-1,-1 0 1,17-21-1,-9 7-11,-2-1 0,0-1 0,-2-1 0,-1-1 0,-1 0 0,13-38 0,-29 68-8,1 0 0,-1 0-1,1 0 1,-1 0 0,0 0 0,1 0 0,-1 0 0,0 0 0,0-1-1,1 1 1,-1 0 0,0 0 0,0 0 0,0 0 0,-1 0 0,1 0 0,0-2-1,-2 2 4,1 0-1,0 1 1,0-1-1,0 1 1,0-1-1,-1 1 1,1 0-1,0-1 1,0 1-1,-1 0 1,1 0-1,0 0 1,-1 0-1,1 0 1,0 0-1,-2 0 1,-5 1 28,1 0 0,-1 1 0,1 0 0,-1 0-1,1 1 1,0 0 0,0 0 0,0 0 0,0 1 0,1 0 0,0 0 0,-7 7 0,-9 7 252,-39 41 0,34-30-80,2 1 1,1 1-1,-22 39 1,39-59-148,1-1 0,1 2 0,0-1 0,0 0 0,1 1 0,1 0 0,0 0 0,0 0 0,1 0 0,1 0 0,0 1 1,1-1-1,0 0 0,2 14 0,0-19-39,0 0 1,1 1 0,0-1-1,0-1 1,0 1 0,1 0-1,0-1 1,0 0-1,1 0 1,0 0 0,0 0-1,0-1 1,1 0 0,-1 0-1,1 0 1,1-1 0,-1 0-1,1 0 1,-1 0 0,1-1-1,13 4 1,8 2-249,0-1-1,0-1 1,1-1 0,39 2 0,4-4-1109,1-2 0,118-14 0,-23-11-2507,2-7-3295,-21 3-3518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00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86 290 10141,'0'-1'44,"4"-6"386,-1 1 1,0-1-1,0 1 1,3-13 0,-5 16-225,-1 0 0,0 0 0,0 0 0,0-1 1,0 1-1,-1 0 0,1 0 0,-1 0 1,0 0-1,1 0 0,-2 0 0,1 0 1,-3-5-1,-5-10 1211,-2-1 567,1-1-1,1 1 1,1-2 0,-9-35-1,9 18 226,8 37-2189,0 1-1,0 0 0,0 0 0,0 0 0,0 0 1,0 0-1,0-1 0,0 1 0,0 0 0,0 0 0,0 0 1,0 0-1,0-1 0,0 1 0,0 0 0,0 0 1,-1 0-1,1 0 0,0 0 0,0 0 0,0-1 1,0 1-1,0 0 0,0 0 0,0 0 0,0 0 0,-1 0 1,1 0-1,0 0 0,0 0 0,0 0 0,0-1 1,0 1-1,-1 0 0,1 0 0,0 0 0,0 0 0,0 0 1,0 0-1,-1 0 0,1 0 0,0 0 0,0 0 1,0 0-1,0 0 0,0 0 0,-1 0 0,1 0 0,0 1 1,0-1-1,0 0 0,0 0 0,0 0 0,-1 0 1,-5 22 369,1 18-139,1 1 0,2 0 0,4 46-1,20 127 101,-5-68-431,61 337-5497,-71-447 3457,20 54 0,-20-73-950,0-1-1,16 26 0,-14-27-6391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00.6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13 658 6937,'-12'-6'1569,"15"1"-229,27-4 636,-7 3-1160,168-65 3734,90-50-2016,-249 105-2321,-1 0 0,-1-2-1,0-1 1,-1-2 0,-1 0-1,-1-2 1,-1-1 0,-2-1-1,0-1 1,-1-2-1,-2 0 1,29-50 0,-1-15 130,-47 89-292,6 40 35,-17 212-12,5-190-60,2-35-9,1-1 1,1 1-1,1-1 1,6 38-1,-4-24 7,-3-29-8,0 1 1,1-1 0,0 0-1,0 0 1,4 12-1,-4-17-2,0 0-1,-1-1 0,1 1 0,0-1 1,0 1-1,0-1 0,1 1 1,-1-1-1,0 0 0,0 0 0,1 1 1,-1-1-1,1 0 0,-1 0 0,1 0 1,-1-1-1,1 1 0,0 0 0,-1-1 1,1 1-1,0-1 0,0 1 0,0-1 1,-1 0-1,1 0 0,0 1 1,3-2-1,11 0 6,-1-1 1,1-1-1,0-1 1,-1 0 0,1-1-1,20-10 1,28-8 17,-29 13-16,0 2 1,0 2 0,1 0-1,0 3 1,0 1-1,0 2 1,49 5-1,-34 3-55,76 22 0,-31-6 20,-81-20 54,1-2 0,-1 0 0,0 0 0,1-1 0,25-3 0,-37 1-18,0 0 0,-1 0 0,1 0 0,0 0 0,0-1-1,-1 0 1,1 0 0,-1 0 0,1 0 0,-1 0 0,0-1 0,0 0 0,5-4 0,32-48 455,-17 21 250,-5 12-167,-10 14-229,-1-1 1,0 0-1,0 0 0,6-13 0,-12 19-136,1 3-147,-1 0 0,1 0-1,0 0 1,0 0 0,0 0-1,0 0 1,0 0 0,0 0-1,-1 1 1,1-1 0,0 1 0,0 0-1,-1-1 1,1 1 0,0 0-1,-1 0 1,3 1 0,-3 0-21,-1 0 1,1 0-1,0 0 1,-1 1-1,1-1 1,-1 0-1,0 0 1,1 0-1,-1 0 1,0 0-1,0 1 1,-1 2-1,1 10 59,2 15-530,1 1 0,2-1 0,13 45 0,-10-42-619,-5-24 51,0 1 0,0-1 0,9 17 0,10 3-7401,-9-21-1096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00.8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52 7605,'-40'-52'4620,"17"52"-2576,3 0 2945,23 12-4341,4 6-328,16-2-548,21 14-792,-1-6-684,4 3-405,10 6-2283,7 6-3397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01.6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1 250 9117,'1'-2'85,"30"-41"2449,-16 5 1894,-12 28-3457,0 1-1,0-1 1,1 1-1,0 0 0,1 0 1,0 0-1,0 0 1,1 1-1,0 0 1,13-12-1,-18 19-903,6-7 420,1 1 0,0 0 1,0 0-1,1 1 1,13-9-1,-20 15-452,0-1 0,0 0 0,0 0-1,0 0 1,0 1 0,-1-1 0,1 1 0,0 0 0,0 0 0,0 0-1,0-1 1,0 2 0,0-1 0,0 0 0,0 0 0,0 1 0,0-1-1,0 1 1,0-1 0,0 1 0,0 0 0,0 0 0,-1 0-1,1 0 1,0 0 0,-1 0 0,1 1 0,-1-1 0,1 0 0,-1 1-1,1-1 1,-1 1 0,0-1 0,0 1 0,0 0 0,2 3 0,8 19 94,0 0 1,-2 1 0,0 0 0,5 31-1,-9-34-197,0-1-1,2 1 0,0-1 1,2 0-1,0-1 0,20 32 1,-26-48 44,0-1 1,1 0 0,-1 1-1,1-1 1,0-1 0,0 1-1,0 0 1,0-1 0,0 0-1,1 0 1,-1 0 0,0-1 0,1 0-1,0 1 1,-1-1 0,1-1-1,0 1 1,0-1 0,-1 0-1,1 0 1,0 0 0,7-2-1,-1 0 3,1 0 0,0-1-1,-1 0 1,1-1-1,-1 0 1,0 0 0,17-11-1,27-24-20,-37 25 2,1 1 0,27-13 0,-39 22 34,1 1 1,-1 0 0,1 0-1,0 1 1,0 0 0,0 1 0,1-1-1,-1 2 1,0-1 0,11 2-1,28 5 2,0 3 0,0 1 0,56 21-1,-61-16-48,1-3 0,1-1-1,82 9 1,-115-20 36,0 0-1,1 0 1,-1-1 0,0-1 0,0 0 0,1 0 0,-2-1-1,1 0 1,0-1 0,0 0 0,-1-1 0,0 0-1,0-1 1,-1 0 0,10-8 0,-13 9 7,-1 0 0,0 0 0,0 0 0,-1-1 0,1 0 0,-1 0 1,-1-1-1,1 1 0,-1-1 0,0 1 0,0-1 0,-1 0 0,0 0 0,0 0 0,-1-1 0,0 1 0,0 0 1,0 0-1,-1-1 0,-1 1 0,1 0 0,-1-1 0,-2-10 0,2 14 5,0-1 0,0 1 0,0 0-1,-1 0 1,1 0 0,-1 0 0,0 0 0,0 0 0,-1 1-1,1-1 1,-1 0 0,0 1 0,0 0 0,0 0 0,0 0-1,0 0 1,-1 0 0,-5-3 0,4 4-7,0 0 0,1 0 0,-1 1 1,0 0-1,-1 0 0,1 0 0,0 0 0,0 1 0,0 0 1,0 0-1,-1 0 0,1 1 0,0 0 0,0 0 1,-9 3-1,8-3-47,1 1 0,-1 0 0,0 1 0,1 0 0,0-1 0,-1 2 0,1-1 0,0 1 0,1-1 0,-1 1 0,1 1 0,-1-1 0,1 1 0,1-1 0,-1 1 0,1 0 0,-5 9 0,-3 4-286,1 1-1,2 0 1,-1 1 0,-5 25-1,12-41 305,1 0 0,0 0 0,0 0 0,1 0 0,-1 1 0,1-1-1,0 0 1,0 1 0,0-1 0,1 0 0,-1 1 0,1-1 0,0 0 0,0 0 0,1 0 0,-1 0 0,1 0-1,0 0 1,0 0 0,0-1 0,1 1 0,-1-1 0,1 1 0,0-1 0,0 0 0,0 0 0,0 0-1,4 2 1,-3-3 78,0 0 0,0 0-1,0-1 1,1 0 0,-1 0-1,0 0 1,1 0 0,-1-1-1,0 1 1,1-1 0,-1 0 0,1 0-1,-1-1 1,0 0 0,1 1-1,-1-1 1,0-1 0,1 1-1,-1-1 1,0 1 0,0-1-1,7-5 1,2-1 363,1-1 0,-1 0 0,-1-1 0,0 0-1,12-14 1,62-73 1504,-84 97-1882,0 0 0,-1-1 0,1 1 0,-1 0 0,1 0 0,0 0 0,-1 0 0,1 1 0,0-1-1,-1 0 1,1 1 0,-1-1 0,1 1 0,-1-1 0,1 1 0,-1 0 0,1 0 0,-1-1 0,3 3 0,0 4 2,-1 0 0,1 0 0,-1 0-1,3 13 1,1 0 7,0-1-6,0 0 0,-2 0 0,0 1-1,-1 0 1,-1 0 0,0 24 0,1 3 7,12 127-25,-8 1 0,-22 269-1,-70 55-1512,81-482 1431,0-1 0,-2 0 1,0 0-1,-1 0 0,0-1 0,-1 0 0,-1 0 0,0-1 1,-1 0-1,-1 0 0,-18 20 0,25-31 67,0-1 0,0 1 0,0-1 0,0 1-1,0-1 1,0 0 0,-1 0 0,1-1 0,-1 1 0,1-1 0,-1 1 0,0-1-1,1 0 1,-1-1 0,0 1 0,0 0 0,0-1 0,-4 0 0,3-1 27,0 0 0,0 0 0,0 0 0,0-1 0,0 0 0,1 0 0,-1 0 1,0 0-1,1-1 0,0 0 0,-1 0 0,-3-3 0,-1-3 41,0 1-1,1-1 1,0 0 0,1-1 0,0 0-1,0 0 1,1 0 0,0-1-1,1 0 1,-6-18 0,6 9-85,1 0-1,1 0 1,1-1 0,1 1 0,1 0 0,1-1 0,0 1-1,1 0 1,2-1 0,0 1 0,1 1 0,1-1-1,0 1 1,2 0 0,12-22 0,0 4-624,3 0 1,1 1-1,1 2 1,2 1-1,2 0 1,41-35-1,-21 24-1979,97-64 0,-2 26-4092,-11 20-3034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02.0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 0 9057,'-24'16'3521,"19"-14"-2849,1 0 0,0 1 0,0-1 0,0 1 0,0 0 0,0 0 0,1 1 0,-1-1 0,1 1 0,0-1 0,-3 6 0,3-4-233,-1 1 0,1 0 0,0 1 0,1-1 0,0 0 0,0 1 0,0-1 0,1 1 0,0 0 0,0 0 0,0 10 0,14 279 3747,-8-209-4267,-1-51-1146,2 0-1,1-1 0,2 1 1,1-2-1,27 62 0,-29-80-1922,0-1-1,19 27 1,-7-16-7064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02.1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64 7861,'51'-36'2880,"-41"21"-1824,0 2-232,16 20-188,18 2-496,3 3-524,13 6-284,7 9-352,3 0-760,-3 9-1036,4 9-929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02.4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51 641 6113,'-1'-7'383,"0"0"0,0-1 1,1 1-1,-1 0 1,2 0-1,-1-1 0,1 1 1,0 0-1,1 0 1,0 0-1,2-7 1,7-13 1906,21-40 0,5-12 1187,-14 13-1440,5-16 1436,39-77 1,-61 148-3102,1 0 0,0 0 1,11-13-1,-17 23-346,0 0 1,0 0-1,0 0 0,0 0 1,0 1-1,1-1 0,-1 0 1,0 1-1,1-1 0,-1 0 1,0 1-1,1 0 1,-1-1-1,0 1 0,1 0 1,-1 0-1,1 0 0,-1 0 1,1 0-1,-1 0 0,0 0 1,1 0-1,-1 1 0,1-1 1,-1 0-1,0 1 0,1-1 1,-1 1-1,0 0 0,0-1 1,1 1-1,-1 0 0,0 0 1,0 0-1,0 0 1,1 1-1,5 4 53,0 0 0,0 1 0,-1 0 0,8 11-1,7 13 7,-2 1 0,-1 0 0,-2 2 0,-1 0 0,-1 0 0,-2 1 0,-2 1 0,-1 0 0,-2 1 0,-1-1 0,1 67 0,-6-71-149,-2 1 0,-1-1-1,-2-1 1,-1 1 0,-1 0-1,-2-1 1,-1-1 0,-2 1-1,-1-1 1,-1-1 0,-1 0-1,-2-1 1,-36 49 0,37-59-466,0 0 1,-2-1-1,0-1 0,-1-1 1,0 0-1,-1-1 1,-40 21-1,-11-7-3635,-8-10-3313,20-11-4391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04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0 391 9365,'0'0'2985,"0"3"-1840,7 103 2735,-4-69-3304,7 51 489,23 80 398,3 21-430,24 90-346,-50-242-607,2-1 0,1 0 0,28 51 0,-37-81-56,0 0 1,0 0-1,0 0 0,1-1 0,0 0 0,0 0 0,11 9 0,-13-13-21,-1 0 0,1 0 0,0 0-1,0 0 1,-1 0 0,1 0 0,0-1 0,0 0-1,0 1 1,0-1 0,0 0 0,0 0 0,0-1 0,5 0-1,38-11-1,-38 9-2,8-2 5,-1-2-1,0 0 1,0 0 0,0-2 0,-1 0-1,0-1 1,19-17 0,81-90 37,-72 70-36,0 2-10,2 1 1,68-52-1,-107 92 8,1 0 0,-1 0 0,1 0 1,0 0-1,0 1 0,0 0 0,1 1 0,-1-1 0,1 1 0,0 0 0,-1 1 1,1-1-1,0 1 0,0 1 0,0-1 0,0 1 0,0 1 0,-1-1 0,1 1 1,0 0-1,11 4 0,-3 1 34,0 1 1,-1 0-1,0 2 0,0-1 1,0 2-1,-1 0 1,13 13-1,78 91 162,-79-84-125,0 0-1,3-2 1,45 36 0,-52-48-63,1-2 0,0 0 0,1-2 0,1-1 0,28 10 0,-35-15-10,0-2 1,1 0-1,-1-1 1,1-1-1,0-1 1,0 0-1,0-1 1,24-4 0,-41 4-4,23-2-43,0-1 0,-1-1 0,1-1 0,-1-1 0,0-1 0,-1-1 0,0-1 0,0-1 0,-1 0 0,38-27 0,79-71-385,-126 98 364,-1-1 0,-1 0-1,1 0 1,-2-1 0,0-1 0,0 0 0,12-25 0,-11 18-19,5-6-60,-1-1-1,-2-1 0,-1 0 1,-1-1-1,8-37 0,-17 63 136,-1 0 0,0-1-1,0 1 1,-1 0 0,1 0-1,-1 0 1,1 0-1,-1 0 1,0 0 0,0 0-1,0 0 1,0 0 0,-1 0-1,1 1 1,-1-1 0,0 0-1,-2-2 1,-2-3-17,6 8 26,0 0-1,0-1 1,0 1-1,0 0 1,0 0 0,0 0-1,0 0 1,0-1-1,-1 1 1,1 0-1,0 0 1,0 0 0,0 0-1,0 0 1,0 0-1,-1-1 1,1 1 0,0 0-1,0 0 1,0 0-1,0 0 1,-1 0 0,1 0-1,0 0 1,0 0-1,0 0 1,-1 0 0,1 0-1,0 0 1,0 0-1,0 0 1,-1 0 0,1 0-1,0 0 1,0 0-1,0 0 1,0 0 0,-1 0-1,1 0 1,0 0-1,0 0 1,0 0-1,0 1 1,-1-1 0,1 0-1,-9 2-49,0 1 0,0 0 0,1 1 0,-1 0 0,1 0 0,0 1 0,0 0 0,1 1 0,-1-1 0,1 1 0,0 1-1,1-1 1,-1 1 0,2 0 0,-1 1 0,1-1 0,0 1 0,0 0 0,1 1 0,0-1 0,-5 16 0,8-17-73,0-1 1,0 1-1,1-1 0,0 12 1,0-8-33,1-8 121,0 0-1,0 0 0,0 0 0,0-1 0,1 1 0,-1 0 0,0 0 0,1-1 0,-1 1 0,1-1 0,0 1 0,2 1 1,-2-1-47,4-1-47,18-5 19,-18 2 134,1 0-1,-1 1 1,0 0 0,0 0 0,1 1-1,-1-1 1,1 1 0,-1 1 0,13 1-1,88 48 755,-89-44-737,1-1 0,0 0-1,0-2 1,0 0-1,0-1 1,1-1 0,-1 0-1,1-2 1,19-3-1,-12 1-59,0-1-1,0-2 0,-1-1 1,0 0-1,0-2 0,-1-2 1,0 0-1,-1-1 0,0-1 0,-1-2 1,-1 0-1,0-1 0,-1-2 1,-1 0-1,0-1 0,-2-1 0,0 0 1,-1-1-1,-1-2 0,-1 1 1,-2-2-1,0 0 0,-1 0 0,11-33 1,7-39 336,-5-1 0,-3-1 0,-5-1 1,8-185-1,-27 225 459,-1 51-221,2 37-127,-16 326 2160,1-29-1358,15-286-1125,-1 34-139,2 0 1,4 0-1,18 100 0,-14-136-475,2 1 1,2-2-1,1 1 1,26 52-1,-31-76-171,1 0-1,0-1 1,0 0 0,2-1-1,20 21 1,-21-26-306,-1 1-1,1-1 0,0-1 1,1 1-1,0-2 1,0 0-1,0 0 1,19 5-1,23 3-6968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04.3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171 11 11481,'25'1'2058,"1"-2"0,41-4 0,-40 1-1339,0 2 0,40 2 0,-37 3-460,-1 2-1,0 1 0,-1 1 0,1 1 1,-1 2-1,43 21 0,-64-28-222,0 1-1,0 1 1,0-1 0,-1 1-1,0 0 1,0 1 0,0-1 0,-1 1-1,0 0 1,0 1 0,0-1-1,4 10 1,-6-10-18,-1 0 0,0-1 0,0 1 0,-1 0 0,1 0 0,-1 1-1,-1-1 1,1 0 0,-1 0 0,0 0 0,0 1 0,-1-1 0,0 0 0,0 0 0,0 0 0,-4 8 0,-1 2 9,-2 1 1,0-2-1,-1 1 1,0-1 0,-1-1-1,-1 1 1,0-2-1,-15 14 1,-10 8 26,-65 47 0,12-21-127,-155 77 0,91-54-2048,134-72 1055,49-9-15362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04.5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 12397,'0'2'737,"-1"1"0,1-1 0,-1 1-1,1-1 1,0 1 0,0 0 0,0-1 0,0 1-1,1 3 1,1 1-215,0 0-1,0-1 1,1 1 0,5 9-1,7 17 948,8 38-202,-4 0 0,-3 2 0,11 107 0,-5 226-151,-15-189-1003,-5-171-774,1 1 0,3-1-1,1 1 1,3-2-1,17 52 1,-22-85 143,1-1 0,0 1 0,0-1 1,1 0-1,1-1 0,0 0 0,0 0 0,12 10 0,-11-12-930,0 0-1,1-1 0,-1 0 0,1-1 1,16 7-1,19 2-8385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04.8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48 6901,'0'-1'83,"-1"1"1,1-1 0,-1 0 0,1 1 0,0-1-1,0 0 1,-1 0 0,1 1 0,0-1 0,0 0-1,0 0 1,0 1 0,0-1 0,0 0-1,0 0 1,0 0 0,0 1 0,0-1 0,0 0-1,1 0 1,-1 0 0,0 1 0,0-1 0,1 0-1,-1 1 1,1-1 0,-1 0 0,0 1 0,1-1-1,-1 0 1,1 1 0,0-1 0,0 0 0,2-1 181,0 0 0,0 1 1,0-1-1,0 0 1,0 1-1,1 0 1,-1 0-1,5-1 1,8-1 841,1 1 0,28-1 0,-22 3-795,-1 2 0,0 0 0,1 1 0,-1 1 0,0 2 0,-1 0 0,1 1 0,-1 1-1,0 1 1,-1 1 0,0 0 0,-1 2 0,22 17 0,-35-24-269,-1 0 0,1 0-1,-1 0 1,-1 1 0,1 0 0,-1 0 0,0 0-1,0 1 1,-1-1 0,0 1 0,0 0-1,-1 0 1,1 0 0,-2 0 0,1 0 0,-1 0-1,1 8 1,-2-6-13,-1 0-1,1 0 1,-2 0-1,1 0 1,-1 0-1,-1 0 0,1-1 1,-2 1-1,1-1 1,-1 0-1,0 0 1,-1 0-1,-9 12 1,-9 9 28,-1-2 0,-1-1 0,-1 0 0,-54 38 0,-130 71-75,202-130-4,-16 10-967,0 1 1,-31 27-1,56-41 315,1-1 1,0 0-1,0 0 0,0 1 0,0-1 1,0 0-1,0-1 0,1 1 0,-1 0 1,3 0-1,41 11-7242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05.5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1 736 5981,'40'-14'623,"6"-1"922,44-23 0,2-9 1500,-3-4 0,125-94 0,-205 137-2769,0 1 0,0-1 1,-1 0-1,0-1 0,0 0 0,12-19 0,-18 25-240,-1 1-1,1-1 1,-1 0-1,1 0 1,-1 0-1,0 0 1,0 0 0,-1 0-1,1 0 1,0 0-1,-1-1 1,0 1-1,0 0 1,0 0-1,0 0 1,0 0 0,-1-1-1,1 1 1,-1 0-1,0 0 1,0 0-1,0 0 1,0 0-1,-1 0 1,1 0-1,-1 1 1,0-1 0,0 0-1,-4-4 1,3 3-19,0 0 0,-1 0 1,0 1-1,0-1 0,0 1 1,0 0-1,0 0 0,-1 0 0,0 0 1,1 1-1,-1 0 0,0 0 1,0 0-1,0 1 0,0 0 1,0-1-1,0 2 0,-1-1 1,1 1-1,0 0 0,-1 0 0,1 0 1,-6 1-1,2 2-10,1 0-1,0 0 1,0 1 0,1-1 0,-1 2-1,1-1 1,-1 1 0,2 0-1,-1 1 1,0-1 0,1 1-1,0 1 1,1-1 0,-1 1 0,1 0-1,1 0 1,-1 1 0,1-1-1,0 1 1,-3 10 0,0 0-5,1 1 0,1-1 1,1 1-1,1 0 0,0 1 1,1-1-1,2 38 0,3-25 16,1 0 1,1 0-1,19 61 0,-18-77-12,0-1 0,0 1-1,2-2 1,0 1 0,1-1 0,12 15 0,-14-20-3,0-2 0,0 1 1,1-1-1,0-1 0,0 1 0,1-1 1,0-1-1,0 1 0,15 5 1,-23-10-4,7 1 8,-1 0 0,0 0-1,0-1 1,0 0 0,1 0 0,-1-1-1,1 0 1,-1 0 0,0 0-1,1-1 1,-1 0 0,12-4 0,-12 3-6,9-2-5,0 0 1,-1-2 0,0 0-1,0-1 1,-1 0-1,0-1 1,0 0-1,19-17 1,-9 5-3,-1-1 0,-1-1 0,27-35 0,41-71 29,7-8-74,-95 134 50,-1 0-1,1 0 1,0 0-1,-1 0 0,1 0 1,0 1-1,0-1 0,1 0 1,-1 1-1,0 0 0,0-1 1,1 1-1,-1 0 1,1 0-1,-1 1 0,1-1 1,-1 0-1,1 1 0,-1 0 1,1-1-1,0 1 0,-1 0 1,5 1-1,-4-1-1,-1 1-1,1 0 1,-1 0-1,0 1 1,1-1-1,-1 0 0,0 1 1,0-1-1,0 1 1,0 0-1,0 0 1,0 0-1,-1 0 1,1 0-1,0 0 1,-1 0-1,0 0 1,1 1-1,-1-1 1,0 0-1,0 1 1,0 3-1,15 42 17,0 0-11,11 56 1,-25-92 6,0-1 1,1 0 0,1 0-1,0 0 1,0 0 0,1 0-1,0-1 1,1 0 0,9 14-1,-13-22-1,0-1 0,0 1-1,0 0 1,0-1 0,1 0-1,-1 1 1,0-1 0,1 0-1,-1 0 1,1 0 0,-1-1-1,1 1 1,-1 0-1,1-1 1,-1 0 0,1 0-1,0 0 1,-1 0 0,1 0-1,-1 0 1,1 0 0,0-1-1,-1 0 1,1 1 0,2-2-1,7-2 26,0-1 0,0 0 0,-1 0 0,11-8-1,95-69 389,-4 3-223,-77 57-189,85-49 124,-102 62-106,1 0 0,1 0 0,-1 2 0,26-6 0,-36 11-24,-1 1-1,0 0 0,1 1 1,-1-1-1,1 2 1,-1-1-1,1 1 1,-1 1-1,0 0 0,0 0 1,0 1-1,0 0 1,0 0-1,0 1 0,-1 0 1,0 1-1,1 0 1,-2 0-1,1 1 1,-1 0-1,0 0 0,0 1 1,9 11-1,0 7 5,0 1 1,22 54-1,-35-73 28,0-1 1,0 1 0,1-1-1,0 0 1,0 0 0,0 0-1,1 0 1,0-1-1,0 1 1,0-1 0,9 6-1,-13-11-29,0 0 0,0 0 0,0 0 0,0 0 0,1-1 0,-1 1 0,0 0 0,0 0 0,0-1 0,0 1 0,0 0 0,0-1 0,0 1 0,0-1 0,0 0 0,0 1 1,0-1-1,-1 0 0,3-1 0,-1 0 15,6-4-3,0 0 1,-1-1 0,0 1-1,0-2 1,-1 1-1,0-1 1,8-14-1,32-68-1,-15 26 29,41-75 80,31-58-168,-78 155 210,1 2 1,49-57-1,-72 94 11,-2 5-142,0-1 0,1 1-1,-1-1 1,0 1-1,0-1 1,0 1-1,0 0 1,0-1 0,-1 1-1,2 3 1,-1-4-12,0 5 13,1 0-1,-1 1 0,0-1 1,0 0-1,-1 1 0,0-1 0,0 0 1,0 1-1,-1-1 0,-3 12 1,-22 72 250,14-53-207,5-12-127,-51 199-330,54-198-537,0 1 1,2 0-1,1 0 1,1 0-1,1 0 0,7 38 1,-8-63 476,0 0-1,1 0 1,-1 0 0,1 0 0,0 0-1,-1 0 1,1-1 0,0 1-1,0 0 1,0 0 0,0-1 0,1 1-1,-1-1 1,0 1 0,1-1 0,2 3-1,-2-2-542,15 13-7734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05.6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91 8721,'10'-27'6904,"-13"6"-5179,3 3-269,10 6-448,0 3-208,7 6-188,6 3-288,14 6-468,24 3-924,-18 0-648,-3 6-537,7 9-2551,-7 3-3777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06.5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39 347 11177,'-1'-10'5224,"8"-3"-3599,-3 4 3593,-1 60-3529,-2-36-1480,0 1 0,-1 0 0,-1-1 0,0 1 1,-5 21-1,-11 81 442,14-86-512,-1 0 1,-12 40-1,15-65-117,-1 0 0,1 0 0,0 0-1,0 0 1,1 0 0,0 0 0,1 0 0,-1 0-1,1 0 1,0-1 0,1 1 0,0 0 0,3 7 0,-4-12-16,1-1 1,0 0 0,0 0-1,0 0 1,0 0 0,0 0-1,1-1 1,-1 1 0,0-1-1,0 1 1,0-1 0,1 0-1,-1 0 1,0 0 0,1 0-1,-1 0 1,3-1 0,1-1-4,0 0 0,1 0 0,-1-1 0,0 0 0,-1 0 0,1 0 0,-1-1 0,1 0 1,9-8-1,41-52 57,-7 9-23,6 5 56,87-62 0,-118 95-92,1 1 0,1 1-1,1 1 1,0 2 0,1 0 0,40-10 0,-62 21 5,0 0 0,1 1 0,-1 0 0,0-1 0,0 2 1,0-1-1,0 1 0,0 0 0,0 0 0,0 1 0,0 0 0,-1 0 0,1 0 0,-1 1 0,1 0 0,-1 0 0,0 0 0,0 0 0,0 1 0,0 0 0,-1 0 0,1 0 0,-1 1 0,0-1 0,-1 1 1,7 11-1,-1 5 64,-1 1 0,0 1 0,-2 0 0,6 43 0,0-3 18,-8-47-68,0 0 0,1 1 1,1-1-1,0-1 0,1 1 1,1-1-1,17 24 0,-20-32-11,1 0-1,-1-1 0,2 0 0,-1 0 1,1-1-1,-1 0 0,2 0 0,-1-1 1,0 1-1,1-2 0,0 1 0,0-1 1,0 0-1,0-1 0,0 0 0,1 0 1,11 1-1,-3-2-5,0-1 1,0-1-1,-1 0 0,1-1 1,0-1-1,0 0 0,-1-1 1,0-1-1,0-1 0,0 0 1,-1-1-1,0-1 0,23-15 1,10-11 0,-1-3 0,64-64 1,-83 74 10,23-23-30,-2-2 0,-2-2 0,-3-2 0,-2-2 0,-3-2 0,-3-1 0,-2-2 0,27-72 0,-59 131 13,-1 1 0,0-1 0,0 0-1,0 1 1,0-1 0,-1 0 0,1 0 0,-1 1 0,0-1 0,0 0-1,-1 0 1,-1-7 0,2 10 1,-1-1-1,1 1 0,-1 0 1,0-1-1,1 1 0,-1 0 1,0 0-1,0 0 1,0-1-1,0 1 0,0 0 1,0 0-1,0 0 0,0 1 1,0-1-1,0 0 1,-1 0-1,1 0 0,0 1 1,-1-1-1,1 1 1,0-1-1,-1 1 0,1 0 1,-1-1-1,1 1 0,0 0 1,-1 0-1,1 0 1,-3 0-1,-6 1-33,1 1-1,-1 0 1,0 1 0,1-1-1,0 2 1,0-1 0,0 2-1,0-1 1,0 1-1,1 0 1,-14 12 0,18-15 17,-22 17-204,1 2 0,1 0 0,1 1 1,1 1-1,1 1 0,1 1 0,-22 37 0,32-46 56,0 1-1,1 1 1,2 0 0,-1 0-1,2 0 1,0 1-1,2 0 1,0 0-1,1 0 1,0 1-1,2-1 1,2 37 0,0-49 136,1 1 1,0-1-1,0 1 1,0-1 0,1 0-1,1 0 1,-1 0-1,1-1 1,0 1 0,0-1-1,1 0 1,0 0-1,0 0 1,0-1 0,1 0-1,0 0 1,0 0-1,0-1 1,0 0 0,1 0-1,0 0 1,-1-1-1,1 0 1,1 0 0,-1-1-1,0 0 1,1 0 0,-1-1-1,1 0 1,-1 0-1,1-1 1,0 0 0,-1 0-1,9-1 1,-3-1 32,0 1 0,0-2 0,0 0 0,-1 0 0,0-1 0,1-1 0,-1 0 0,-1 0 1,1-1-1,-1-1 0,0 0 0,17-15 0,-9 5 61,-1-2 0,0 0 0,26-38 0,35-71 702,-34 52 374,-25 34-209,-13 24-619,-5 15 285,-1 5-539,1 0 0,-1 0 0,0 0 0,1 0-1,-1 0 1,0 1 0,0-1 0,0 0 0,0 5 0,-1-7-50,5 19 119,-2 0 1,-1 0-1,0 0 0,-1 1 1,-2 21-1,1 9 92,-19 977 1777,16-956-1933,3-53-58,-33 509 283,-1 156-169,35-671-118,-1 0 1,0 0-1,-1-1 0,-1 1 0,0 0 1,-4 15-1,5-25-3,0 1 0,0-1 0,0 1 0,0-1 0,-1 1 1,1-1-1,-1 1 0,0-1 0,1 0 0,-1 0 0,0 0 0,0 0 0,0 0 1,-1-1-1,1 1 0,0-1 0,-1 1 0,1-1 0,-1 0 0,1 0 0,-1 0 1,0 0-1,1 0 0,-1-1 0,0 1 0,1-1 0,-1 0 0,0 1 0,0-1 1,0-1-1,1 1 0,-5-1 0,-9-2-8,-1 0 0,1-1 0,-1-1-1,1-1 1,-18-9 0,-78-45 12,69 35 8,-220-136-19,215 128-124,2-3 1,2-1-1,-51-56 1,83 79-51,0 0 0,1-1 1,0 0-1,2-1 0,0 0 1,-7-18-1,11 23-39,2 1 0,0-1 0,0 0 1,1-1-1,0 1 0,1 0 0,0-1 0,1 1 0,0 0 1,4-23-1,1 14-279,1 1 0,0 0 0,2 0 0,0 0 0,1 1 0,1 0 0,0 1-1,2 0 1,0 1 0,28-30 0,3 3-2389,2 2 0,71-49 1,34-13-7038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06.7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54 106 7289,'-37'-3'2176,"31"-12"1624,-1-6-2196,4 0 873,16 9-1589,7 0-360,10 3-112,0 0-352,14 6-268,-4 3-540,-3 0-632,27 0-233,-44 3-887,7 3-1232,-4-3-2373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10.0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54 7537,'-1'-14'1619,"-1"-20"-2490,1 28 4591,-2 18 7178,-4 42-9317,3-1 0,5 92 0,24 109 188,38 141-537,-41-295-2702,66 182 0,-79-259 447,2 1 0,1-1 0,24 36 0,-24-43-1040,1-1-1,27 27 1,-7-19-3604,8-12-3107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10.3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0 10981,'-7'2'626,"1"-1"0,0 0 0,-1 0 0,1 0 0,0-1 0,-1 0 0,-15-3 7795,27 5-7110,336 79 2065,50 15-2602,-292-62-623,-3 4-1,-1 4 1,99 60-1,-140-69-112,-2 2 0,-1 3 0,-1 2 0,-3 2 0,-1 2 0,53 66 0,-87-94-36,0 1 0,-1 0 0,0 1 0,-2 1 0,0-1 0,-1 1 0,7 28 0,5 24-3,-4 0 1,10 98-1,-25-153-1,0 0 0,0-1 0,-2 1 0,0 0 0,0 0 0,-2-1 0,0 1 0,-1-1 0,-9 24 0,-3 0-12,-3-1-1,-1-1 0,-2-1 0,-1-1 0,-2-1 0,-1-1 0,-49 47 0,-10-1-441,-145 103 0,158-129-473,-2-4 0,-2-2 0,-2-5-1,-110 45 1,172-81 150,0-1 1,-1 0-1,0-1 0,1-1 1,-1 0-1,-26 0 0,41-3 457,1 0 1,-1 0-1,1 0 0,0 0 1,-1 0-1,1 0 0,-1 0 1,1-1-1,0 1 0,-1-1 1,1 1-1,0-1 0,-1 1 1,1-1-1,0 0 0,0 1 1,-1-1-1,-1-2 0,3 1-501,-1 1-1,1-1 0,-1 0 1,1 0-1,0 0 1,0 0-1,-1 0 1,1 0-1,1 0 0,-1 1 1,1-5-1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10.9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1216 7613,'41'-19'649,"121"-51"2436,-117 54-2107,243-99 3608,-111 30-3026,-144 68-1008,35-25-1,-58 36-429,-1-1-1,-1 0 1,0-1 0,0 0-1,0 0 1,-1-1-1,0 0 1,7-11 0,-13 17-96,1 0-1,-1 0 1,0 0 0,0 0 0,0-1 0,0 1 0,0 0 0,-1 0 0,0-1 0,1 1 0,-1 0 0,0-1 0,-1 1 0,1 0 0,-1-1 0,1 1 0,-1 0 0,0 0 0,0-1 0,0 1 0,-1 0 0,1 0 0,-3-3 0,-1-2-2,-1 1 1,1 0-1,-1 1 1,0-1-1,-1 1 1,1 1-1,-11-8 1,5 5-6,-2 1-1,1 0 1,-1 1 0,0 0 0,0 1-1,0 1 1,-1 0 0,0 1 0,0 0-1,-17 0 1,7 2 28,-1 0 1,1 2-1,0 1 0,0 2 0,-33 7 0,39-5-13,0 1-1,1 0 1,0 1 0,0 1-1,0 1 1,1 0-1,1 2 1,0 0 0,0 0-1,1 1 1,-21 25-1,17-15-8,1 0 1,1 1-1,1 1 0,2 1 0,0 0 1,1 0-1,-10 36 0,9-20 1,2 0-1,3 1 1,1 0 0,2 0-1,2 1 1,2 82 0,4-103-21,0-1 1,2 1 0,0-1-1,2 1 1,0-1-1,2-1 1,0 0 0,1 0-1,1 0 1,1-1 0,1-1-1,1 0 1,0 0-1,32 32 1,-28-35 10,2-1 1,0 0-1,0-2 1,1 0-1,1-1 0,0-1 1,37 14-1,-28-15-8,1-1 0,0-2 0,0-1 0,0-2 0,42 2 0,-26-6 0,-1-3-1,1-1 0,-1-2 0,0-2 0,-1-3 1,0-1-1,-1-2 0,44-21 0,-42 13-39,-1-2-1,-1-2 1,-1-3 0,-2 0-1,-1-3 1,-1-2-1,-2-1 1,34-41 0,-30 25-26,-1-1 1,-3-2-1,-2-2 1,-3-1 0,46-112-1,-48 92 18,-3-1-1,29-145 1,-55 218 38,33-248-56,-30 209 107,-3-1 1,-1 0-1,-10-72 1,8 106 35,-1-1 1,0 1-1,0 0 1,-1 0-1,-1 0 1,0 0-1,0 1 1,-1 0-1,-13-18 0,18 28-56,0-1-1,1 0 0,-1 0 0,1 1 0,-1-1 0,0 0 0,0 1 1,1-1-1,-1 1 0,0-1 0,0 1 0,0-1 0,0 1 0,0-1 1,0 1-1,0 0 0,1 0 0,-1-1 0,0 1 0,0 0 0,0 0 1,0 0-1,0 0 0,0 0 0,0 0 0,0 0 0,0 1 0,0-1 1,0 0-1,0 0 0,0 1 0,0-1 0,0 1 0,1-1 0,-2 1 0,-1 2 94,0-1-1,1 1 0,-1-1 1,1 1-1,0 0 0,-4 6 0,6-9-98,-8 15 276,1-1-1,0 1 0,1 0 0,1 0 1,0 1-1,2 0 0,-4 24 0,-5 123 1277,11-132-1275,-7 186 290,-42 691 2116,14-589-2722,-23 414-717,59-704-92,1 0 0,7 40 0,-7-61 432,1-1 1,0 1 0,0-1-1,0 1 1,1-1 0,0 0-1,1 0 1,-1-1 0,2 1-1,-1-1 1,0 0 0,1 0 0,9 9-1,-13-14 112,0 0 0,0-1 0,0 1 0,0 0 0,0 0 0,0-1 0,1 1-1,-1 0 1,0-1 0,1 1 0,-1-1 0,0 0 0,1 0 0,-1 1 0,0-1 0,1 0 0,-1 0-1,0 0 1,1 0 0,-1 0 0,0 0 0,1-1 0,-1 1 0,0 0 0,1-1 0,-1 1 0,0-1-1,1 1 1,-1-1 0,0 0 0,2-1 0,1 0-837,40-19-9835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11.1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0 121 8461,'24'-61'5954,"-22"58"-5703,0 0 0,0 0 0,0 1 0,1-1 0,-1 1 0,1-1 0,0 1 0,0 0 0,0 0 0,0 0 0,0 0 0,0 1 0,0-1 0,0 1 0,5-1 0,57-13 1174,-48 12-1287,2 0 31,1 1 1,-1 1-1,1 0 1,-1 2-1,1 0 1,-1 1-1,28 7 1,-31-5-98,-1 0 1,0 1 0,0 1-1,0 0 1,-1 1 0,0 1 0,0 0-1,-1 1 1,20 16 0,-28-20-60,0 0 0,-1 0 0,1 1 0,-1-1 0,0 1 0,-1 0 0,1 0 0,-1 1 0,0-1 0,-1 1 0,1-1 0,-1 1 1,-1 0-1,1 0 0,-1 0 0,0 0 0,-1 0 0,0 0 0,0 0 0,0 0 0,-1 0 0,0 0 0,0-1 0,-5 14 0,0-2 0,-1-1 1,-1 0-1,-1-1 0,0 0 0,-1 0 0,-1-1 1,0 0-1,-18 18 0,-28 22-232,-65 50 1,78-69-329,-6 10-1557,49-46 2082,1 0 0,0 0 0,0 0 0,0 0 0,0 0 0,0 0 0,0 0 0,0 0 0,0 0 0,0 0 0,-1 1 0,1-1 0,0 0 0,0 0 0,0 0 0,0 0 0,0 0 0,0 0 0,0 0 0,0 0 0,0 0 0,0 0 0,0 1 0,0-1 0,0 0 0,0 0 0,0 0 0,0 0 0,0 0 0,0 0 0,0 0 0,0 1 0,0-1 0,0 0 0,0 0 0,0 0 0,0 0 0,0 0 0,0 0 0,0 0 0,0 1-1,0-1 1,0 0 0,0 0 0,0 0 0,0 0 0,0 0 0,0 0 0,0 0 0,0 0 0,1 0 0,-1 0 0,0 1 0,0-1 0,0 0 0,0 0 0,0 0 0,0 0 0,0 0 0,0 0 0,1 0 0,-1 0 0,0 0 0,0 0 0,0 0 0,3 2-209,-1-1 0,0 1 1,1-1-1,0 0 0,-1 0 0,1 0 1,0 0-1,0 0 0,-1-1 0,1 1 1,0-1-1,0 1 0,0-1 0,0 0 1,0 0-1,3-1 0,50-15-4127,-54 16 4222,71-26-6444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12.0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1254 6501,'57'-24'5039,"62"-38"-873,-28 13-2591,-26 13-392,-2-2 1,87-70-1,-141 102-1036,-7 4-103,1 0 0,-1 0 0,0-1 1,0 1-1,0 0 0,0-1 0,0 0 0,-1 1 1,1-1-1,-1 0 0,1 1 0,-1-1 0,0 0 1,0 0-1,-1 0 0,1 0 0,0 0 0,-1-4 0,0 5-32,0 1 0,0-1 0,0 0-1,0 1 1,0-1 0,-1 0-1,1 1 1,-1-1 0,1 0-1,-1 1 1,0-1 0,0 1-1,1-1 1,-1 1 0,0-1 0,0 1-1,0 0 1,-1-1 0,1 1-1,0 0 1,0 0 0,-1 0-1,1 0 1,-1 0 0,1 0-1,-1 0 1,1 1 0,-1-1 0,1 0-1,-1 1 1,0-1 0,-1 1-1,-9-1 15,0 0-1,1 1 0,-1 1 0,1 0 0,-1 0 1,0 1-1,1 1 0,0 0 0,0 0 1,0 1-1,-16 8 0,26-11-23,-13 5 14,1 1 1,0 1-1,0 1 0,1-1 1,0 2-1,0 0 0,1 0 1,0 1-1,1 0 0,1 1 1,-17 24-1,15-16 15,0 1 0,1-1-1,1 2 1,1-1 0,1 1 0,-7 40-1,11-47-26,1-1 0,1 1 0,1 0-1,0 0 1,0 0 0,2-1 0,0 1 0,1 0-1,0-1 1,1 1 0,10 23 0,-9-27-4,0-1 1,1 0-1,0-1 1,1 0 0,0 0-1,1 0 1,-1 0-1,2-1 1,-1-1 0,1 0-1,0 0 1,0 0-1,1-1 1,0-1 0,18 8-1,-14-7 1,0-1-1,1-1 1,-1-1-1,1 0 1,-1-1-1,1 0 1,0-1-1,0-1 1,0 0-1,0-2 1,-1 1-1,1-2 1,0 1-1,27-11 0,-24 6-2,0-1-1,-1-1 1,-1-1-1,1 0 1,-1-1-1,-1-1 1,0 0-1,-1-1 1,0 0-1,-1-2 1,13-17-1,-6 3 7,26-51-1,-27 46-6,-16 29-2,1-1 1,0 1 0,0 0-1,1 1 1,7-8 0,1 0 8,-11 11-3,-1 0-1,0 0 0,0 0 0,1 0 0,-1 0 0,1 0 0,-1 0 1,1 1-1,-1-1 0,1 1 0,-1-1 0,1 1 0,0 0 0,-1-1 1,1 1-1,-1 0 0,1 0 0,0 0 0,-1 0 0,1 0 0,0 1 0,-1-1 1,1 0-1,-1 1 0,1-1 0,-1 1 0,1 0 0,-1-1 0,1 1 1,-1 0-1,1 0 0,-1 0 0,0 0 0,0 0 0,3 2 0,5 7 25,1 0 0,-1 0 0,12 18 0,-7-10-7,12 18-82,-13-17 81,1-1 1,22 23-1,-32-37-17,-1 0-1,1-1 1,1 0 0,-1 1-1,0-2 1,1 1-1,-1 0 1,1-1 0,0 0-1,0 0 1,0 0 0,0-1-1,0 0 1,0 0 0,10 1-1,-8-2-2,-1 0 1,1-1-1,0 0 0,0 0 1,-1 0-1,1-1 0,6-3 1,48-27-6,-37 18 7,5-2 5,9-6 29,57-24 0,-68 34 94,1 1 0,0 2 0,40-9 0,-58 16-43,1 0 0,-1 1 0,1 1 0,-1 0-1,1 0 1,-1 1 0,1 0 0,-1 1 0,1 0 0,-1 0 0,0 1 0,0 1 0,11 5 0,-1 3 136,1 1 0,-2 1 0,0 0 0,23 25 0,9 6 161,-47-42-359,0 0 1,1 1-1,-1-2 0,1 1 1,0-1-1,-1 1 1,1-1-1,1 0 1,-1-1-1,0 0 1,0 1-1,0-1 0,1-1 1,6 1-1,-4-2-8,0 1 0,0-1 0,0-1 0,-1 0 0,1 0-1,-1 0 1,1-1 0,13-7 0,-4 0 3,-1-1 0,0-1 0,0 0 0,-1-1 0,0-1 0,-2 0 0,13-16 0,-1-2-35,-3 0 0,0-1 0,21-47 0,-32 56 3,0-1-1,-2 0 1,-2 0-1,0-1 0,6-45 1,-13 67 10,1 0 1,-1-1 0,0 1-1,0 0 1,-1 0-1,1 0 1,-1 0-1,0 0 1,0 0 0,0 0-1,-1 0 1,1 0-1,-1 0 1,0 0 0,0 1-1,-1-1 1,1 1-1,-1-1 1,1 1-1,-5-4 1,4 5 4,0 0-1,0 0 0,0 0 1,0 1-1,0-1 1,0 1-1,0 0 1,-1-1-1,1 2 0,0-1 1,-1 0-1,1 1 1,-1-1-1,1 1 1,0 0-1,-1 0 1,1 0-1,-1 1 0,1-1 1,-1 1-1,1 0 1,0 0-1,0 0 1,-5 2-1,-8 5 3,-1 2 0,2-1 0,-1 2 0,1 0 0,1 1 0,0 0 0,1 1 0,0 1 0,1 0 0,0 1 0,1 0 0,1 0 0,-11 22 0,12-19 4,1-1 0,0 2 0,2-1 0,0 1 0,1 0 0,0 0 0,2 0 0,0 1 0,2-1-1,0 1 1,1 0 0,4 33 0,-2-44-46,0-1-1,0 0 0,1 0 0,0-1 0,0 1 0,1 0 0,0-1 1,0 0-1,1 0 0,0 0 0,0-1 0,1 1 0,-1-1 1,1-1-1,1 1 0,-1-1 0,1 0 0,0 0 0,0-1 0,0 0 1,1 0-1,0-1 0,-1 0 0,1 0 0,15 3 0,-8-3-61,-1-1 0,0 0 0,1-1-1,-1-1 1,1 0 0,-1-1-1,1 0 1,-1-1 0,1-1 0,-1 0-1,0-1 1,-1-1 0,1 0-1,16-9 1,-14 5 58,-1-2 1,0 0-1,-1-1 0,0-1 0,-1 0 1,0 0-1,-1-2 0,0 1 0,-1-1 0,-1-1 1,-1 0-1,0-1 0,7-20 0,4-14 6,-2-1-1,-3-1 0,10-66 0,-7 19 208,-5-1-1,-4 0 1,-5 0-1,-4-1 1,-15-119 0,-16 25 2200,30 196-2294,0 0-1,0 1 1,0-1-1,1 0 1,-1 0 0,0 1-1,0-1 1,0 1-1,1-1 1,-1 1-1,0-1 1,0 1 0,1-1-1,-1 1 1,0 0-1,1-1 1,-1 1-1,1 0 1,-2 1 0,-1 3 50,-1 0 0,1 0 1,0 1-1,0-1 0,1 1 1,-1 0-1,1 0 0,-2 11 0,-5 54 536,6-40-434,-5 47 278,-9 69 283,3 237 0,15-359-848,2 46-695,18 106 0,-17-156 50,1 0 1,1 0 0,1 0 0,1-1-1,1 0 1,0 0 0,2-1 0,0 0-1,18 21 1,-22-31-428,0-2-1,1 1 0,0-1 1,0 0-1,1 0 0,0-1 1,0 0-1,13 5 1,31 12-9355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12.7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70 474 10677,'63'-32'1837,"-57"28"-1156,-1 1 1,1-1-1,-1 0 0,0-1 1,6-6-1,8-7 1499,59-44 784,-51 39-2319,-23 20-520,-1 0 0,1 0 0,-1 0 0,0 0 0,0-1 0,0 0 0,0 1 0,-1-1 0,1 0 0,-1 0 0,0-1 0,0 1 1,-1 0-1,1-1 0,-1 1 0,0 0 0,0-1 0,0-9 0,-1 9-57,-1 0 0,0 0 0,0 0 1,0 0-1,-1 0 0,1 0 0,-1 0 0,0 0 0,-1 1 1,1-1-1,-1 1 0,0 0 0,0-1 0,0 1 1,-8-6-1,8 6-45,0 1 1,-1 0 0,0 0-1,0 0 1,1 0-1,-1 1 1,-1-1 0,1 1-1,0 0 1,-1 1-1,1-1 1,-1 1 0,1 0-1,-1 0 1,0 0 0,1 0-1,-1 1 1,0 0-1,0 0 1,1 0 0,-1 1-1,0-1 1,1 1-1,-1 0 1,0 1 0,1-1-1,-1 1 1,1 0 0,0 0-1,0 0 1,-1 1-1,2-1 1,-6 5 0,-3 2 17,0 1 1,0 1 0,1 0-1,1 1 1,0 0 0,0 1-1,1 0 1,-13 26 0,14-21-30,1 1 0,1 0 0,1 0 0,0 1 0,2-1 0,0 1 0,1 0 0,1 0 0,1 0 0,1 0 0,0 0 1,2-1-1,0 1 0,1-1 0,1 1 0,1-1 0,1 0 0,1-1 0,0 0 0,1 0 0,12 17 0,-13-26-56,0 0 0,1 0 1,0-1-1,1 0 0,0 0 0,0-1 0,1-1 0,-1 0 0,1 0 0,1-1 0,-1 0 1,1-1-1,-1-1 0,1 0 0,1 0 0,-1-1 0,0 0 0,0-2 0,1 1 0,-1-1 1,0-1-1,15-2 0,-22 1 25,0 1-1,0-1 1,-1 0 0,1 0 0,-1-1 0,1 1-1,-1-1 1,0 0 0,0 0 0,0 0 0,0-1-1,-1 1 1,4-6 0,2 0 4,5-6-6,-2-1 0,0 0 0,-1-1 0,0 0 0,-1-1 0,-1 0 0,8-26 0,21-36-47,-38 79 64,1 0 1,0 0-1,-1-1 1,1 1-1,0 0 1,0 0-1,0 0 1,0 0 0,0 0-1,0 0 1,0 0-1,0 0 1,0 0-1,1 0 1,-1 0-1,0 1 1,0-1-1,1 1 1,-1-1 0,1 1-1,-1-1 1,0 1-1,1 0 1,-1 0-1,1-1 1,-1 1-1,1 0 1,-1 0-1,0 1 1,1-1-1,-1 0 1,1 0 0,-1 1-1,1-1 1,-1 1-1,0-1 1,1 1-1,-1 0 1,2 1-1,6 3-14,-1 1 0,0 1 0,0-1 0,11 14 0,-1-2 3,39 22 28,-53-39-14,-1 1 1,1-1-1,0 0 1,0 0-1,0 0 1,1-1-1,-1 1 1,0-1-1,0 0 0,0 0 1,4-1-1,-6 0 5,13-1-2,0 0 0,-1-1 0,21-8 0,-27 8 5,1 0 0,-1 0 0,1 1 0,0 0 0,-1 1 0,1-1 0,0 2 0,0-1 0,0 1-1,16 3 1,-3 4 162,0 2 0,-1 0-1,0 2 1,0 0-1,36 27 1,-39-24-68,2-1 1,0-1-1,0-1 1,1-1-1,40 14 1,-50-21-84,1-1 1,0 0 0,0-1-1,0 0 1,0-1 0,0 0 0,0-1-1,0 0 1,0-1 0,0 0 0,-1-1-1,1-1 1,-1 0 0,1 0 0,-1-1-1,-1 0 1,1-1 0,15-11 0,-6 0-11,0-1 0,-2-1 1,0 0-1,-1-2 1,0 0-1,25-45 1,69-155-86,-90 170 80,21-90-1,-18 58 400,-18 67-87,-5 13 715,-2 6-270,-37 86 692,-37 128 0,63-170-1539,1-1 0,3 1 1,1 0-1,0 91 0,8-124-498,1 0 0,0-1 0,1 1 0,4 13 0,-6-25 311,-1 0 0,1 0-1,0 0 1,0 0 0,0 0 0,0-1 0,1 1-1,-1 0 1,0-1 0,1 1 0,-1-1 0,1 1-1,0-1 1,-1 0 0,1 1 0,0-1-1,0 0 1,0 0 0,0 0 0,0-1 0,0 1-1,0 0 1,0-1 0,0 1 0,0-1 0,0 0-1,0 0 1,0 0 0,0 0 0,0 0 0,4-1-1,-3 1-465,-1-1 1,1 1-1,-1-1 0,1 0 0,-1 0 0,1 0 0,-1 0 0,4-3 1,30-24-10482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12.9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7 229 10641,'17'15'2520,"-30"-30"52,3 0 325,36 12-525,15-3-380,-1-3-376,7-3-296,16-3-380,24-3-580,17-3-1076,13 0-548,11-10-880,12 1-872,14 3-2953,4 6-5168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14.0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0 12865,'-2'4'329,"0"0"-1,1-1 1,0 1-1,0 0 1,0 0-1,0 0 1,1 0-1,-1 0 1,1 0-1,0 0 1,0 0-1,1 0 1,-1 0-1,1 0 1,2 7-1,0 9 429,-2-2 3,-1 0-1,-1 0 0,-1-1 1,-5 26-1,-1 17 625,-1 102 820,22 277 1,31-154-4116,-29-212 900,30 104-3239,-3-62-3506,-6-38-2800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14.3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55 655 11569,'-19'-41'1060,"13"28"-376,0 0 1,0-1-1,1 0 1,1 0-1,-5-29 1,9 37-305,1-1 0,-1 1 1,1 0-1,0 0 0,0-1 1,1 1-1,-1 0 0,2 0 1,-1 0-1,1 0 1,-1 1-1,8-11 0,5-6 948,28-33-1,-42 53-1259,27-27 244,0 1 0,2 1 0,1 2 0,1 1 0,0 1 0,2 2 0,1 1 0,1 2-1,0 1 1,59-18 0,-36 17-893,0 3 0,2 3 0,-1 2-1,1 3 1,0 2 0,74 4 0,-84 4-929,0 2 0,88 20 0,-105-15-763,0 1-1,52 24 0,32 28-7157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14.4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44 911 10829,'-27'37'4492,"17"-53"-2503,3 1 83,34-3-276,30-18-216,3 0-292,27-15-276,21-7-200,29-11-360,24-9-760,20-1-292,6 1-536,4-9-596,0-1-520,-7 1-412,-6 11-2569,-18 1-4180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14.9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317 76 11053,'-131'-19'7635,"85"9"-5741,42 8-1793,1 1 0,-1 0-1,0 0 1,0 0 0,0 0 0,0 0-1,0 1 1,0 0 0,0 0 0,0 0 0,-1 0-1,1 1 1,0-1 0,0 1 0,0 0-1,1 1 1,-1-1 0,-5 3 0,4-1-50,1-1 1,0 2-1,0-1 1,0 0-1,1 1 1,-1-1-1,1 1 1,-1 0-1,1 1 1,1-1 0,-1 0-1,1 1 1,-1-1-1,1 1 1,0 0-1,1 0 1,-1 0-1,1 0 1,0 0-1,0 0 1,1 9-1,-2 11 343,2 1 0,2-1-1,4 29 1,-4-38-119,5 29-108,3-1 1,1 1 0,2-2 0,3 1 0,1-2 0,2 0-1,2-2 1,1 0 0,32 42 0,-48-74-155,0 0-1,0 0 1,1-1 0,0 0 0,0 0 0,0-1-1,1 0 1,0 0 0,12 6 0,-15-10-6,1 1 0,-1-1 1,1 0-1,0-1 0,0 1 0,0-1 1,0 0-1,0-1 0,0 0 0,0 0 1,0 0-1,0 0 0,0-1 0,0 0 1,0 0-1,6-3 0,-6 2 1,0-1-1,-1 1 1,1-1-1,-1-1 1,0 1-1,0-1 1,0 0-1,7-7 1,34-42 34,-31 34-14,8-12 189,24-41-1,-9 12 24,21-27 88,81-117 456,-98 149-45,75-77 1,-105 120-585,0 1 0,1 0 0,0 1-1,0 1 1,1 0 0,21-10 0,-29 16-112,0 1 1,0 0-1,0 0 0,0 0 0,0 1 0,1 0 1,-1 0-1,0 1 0,1 0 0,-1 0 0,0 0 0,1 1 1,-1 0-1,0 0 0,0 0 0,0 1 0,0 0 1,0 0-1,10 6 0,-5-1-42,1 1 0,-1 0 0,-1 1 0,0 0 0,0 1-1,-1 0 1,0 0 0,0 1 0,-1 0 0,8 17 0,8 16-2,25 70 0,-38-87 1,31 83 25,38 87 1,-59-152-124,2-1-1,34 51 1,-46-81-443,0 0 0,1-1 0,0 0 0,1 0 0,0-2 0,1 0 0,0 0 0,1-1 0,0-1 0,26 12 0,-22-13-1367,0-1 1,1-1-1,0-1 1,0 0-1,25 1 1,26-1-10236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15.7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642 1711 13477,'-3'-4'124,"-1"-1"353,0-1-1,-1 1 1,0-1-1,0 1 0,0 1 1,-1-1-1,1 1 1,-1 0-1,0 0 1,0 1-1,-1-1 0,1 2 1,-13-5-1,-2 3 320,0 1 0,0 1 0,0 1 0,0 1 0,1 1 0,-1 1 1,0 1-1,0 0 0,-22 8 0,28-6-659,0 1 0,1 0 1,0 1-1,0 1 0,0 0 1,1 1-1,0 0 0,1 1 0,0 1 1,0 0-1,1 0 0,-15 21 1,9-6-36,1-1 0,1 2 0,2 0 0,0 1 0,2 0 0,1 1 0,1 0 0,-7 49 0,10-37-27,1 1 1,3 0-1,1 0 0,3 0 1,10 72-1,-7-88-33,1 0-1,2-1 1,0 0 0,2 0-1,0-1 1,15 25 0,-18-37-88,1 0 0,0 0 1,1 0-1,0-1 0,1 0 0,0-1 1,0 0-1,1-1 0,1 0 0,-1-1 1,1 0-1,22 10 0,-26-15-12,0 0-1,1-1 1,-1 0-1,1-1 1,0 1-1,-1-2 1,1 1 0,0-2-1,0 1 1,-1-1-1,1 0 1,-1-1-1,1 0 1,-1 0-1,1-1 1,-1 0 0,0 0-1,0-1 1,-1 0-1,1 0 1,-1-1-1,9-7 1,6-5-37,-1-2 0,0 0 0,-2-2 0,0 0 0,24-37 0,-23 28 8,-2-1 0,-1 0 0,-2-2 0,14-39 0,33-142-501,-47 159 428,16-79-224,-6-1 1,14-236 0,-44-276 358,1 581 152,3 27 11,-1-1-1,-13-59 0,0 59 109,15 39-231,-1 0-1,1 0 1,-1 1-1,1-1 1,-1 0 0,1 1-1,-1-1 1,1 1 0,-1-1-1,1 1 1,-1-1-1,0 1 1,1-1 0,-1 1-1,0-1 1,1 1 0,-1 0-1,-1-1 1,1 1 3,1 0 0,-1 1 0,0-1 0,1 0 1,-1 0-1,0 1 0,1-1 0,-1 1 0,1-1 0,-1 0 1,0 1-1,1-1 0,-1 1 0,1-1 0,-1 1 1,1-1-1,0 1 0,-1 0 0,1-1 0,0 1 0,-1 0 1,1-1-1,0 1 0,-1 0 0,1 0 0,-5 13 130,1-1-1,0 1 1,1 0-1,0 1 1,1-1 0,0 24-1,6 97 496,0-75-377,4 65 390,41 218-1,-32-268-503,3 0 0,4-2 0,3 0 0,39 75 0,-53-124-173,0 0 0,2-1-1,0-1 1,2 0-1,0-1 1,2-1 0,35 30-1,-43-41-55,0-1 0,1 0-1,0-1 1,0-1 0,1 0 0,0 0-1,0-1 1,0-1 0,0 0-1,1-1 1,0 0 0,-1-1 0,1-1-1,0 0 1,0-1 0,26-3 0,-17-1-80,-1-2 1,1 0-1,-1-2 1,-1 0-1,1-1 1,-1-2-1,-1 0 1,0-1-1,-1-1 1,0-1-1,-1 0 1,26-27 0,-21 17-108,-1-1 1,-1-1 0,-1 0 0,-1-2 0,-2 0 0,-1-1 0,-1-1 0,14-39 0,-22 47 65,-1-1-1,6-35 1,-11 49 135,0-1 1,0 0-1,-1 1 1,0-1-1,-1 0 0,0 0 1,-1 1-1,-3-13 1,5 21 51,-1-1 0,0 1 1,0-1-1,0 1 0,0-1 1,0 1-1,0 0 0,0 0 0,-1-1 1,1 1-1,0 0 0,-1 0 1,1 0-1,-1 0 0,1 1 1,-1-1-1,0 0 0,1 0 1,-1 1-1,0-1 0,1 1 0,-1 0 1,0 0-1,1-1 0,-1 1 1,0 0-1,0 0 0,1 0 1,-3 1-1,-3 0-7,-1 0 0,1 0 1,0 1-1,-12 4 0,8-1 24,1 0 0,1 0-1,-1 1 1,1 1 0,0 0-1,0 0 1,1 1 0,0 0-1,0 0 1,-7 11 0,-4 6 164,2 1 0,-20 40 1,22-37-11,1 1 0,2 0 1,1 0-1,1 1 1,2 1-1,1 0 1,-4 39-1,11-58-108,0 0 0,0 0 0,1 0 0,1-1 0,0 1 0,0 0 0,2-1 0,-1 1 1,7 12-1,-5-16-20,0 1 0,0-1 0,1-1 0,1 1 0,-1-1 0,1 0 0,1 0 1,-1-1-1,1 0 0,1 0 0,-1-1 0,14 7 0,-3-3-4,0-2-1,0 0 1,0-1-1,1-1 1,0-1-1,1-1 1,-1 0-1,1-2 1,33 0-1,-3-3 6,0-3 1,89-16-1,-80 6-150,-1-2 0,0-2-1,-1-4 1,-1-1 0,-1-3 0,-1-3 0,70-48 0,-81 46-136,-2-2 1,-1-2-1,-1-2 0,-2-2 1,-2-1-1,-1-2 0,-3-1 1,47-80-1,-50 66 146,-2 0 0,-3-2 1,-3-1-1,-2-1 0,-3 0 0,-2-1 0,-3-1 1,-3 0-1,-3 0 0,-2-1 0,-6-63 0,-31-188-63,21 237 289,-3 2 0,-27-76 0,41 145-25,-1 1 0,0 0-1,0 0 1,0 1 0,0-1 0,-1 1-1,0-1 1,0 1 0,0 0 0,-7-5-1,10 9-48,0 0-1,0 1 1,0-1-1,0 0 1,0 1 0,0-1-1,0 1 1,0-1-1,0 1 1,-1 0-1,1-1 1,0 1-1,0 0 1,0 0-1,-1 0 1,1 0 0,0 0-1,0 0 1,0 0-1,-1 0 1,1 0-1,-2 1 1,1 1 16,0-1 0,0 0-1,1 1 1,-1 0 0,0-1 0,1 1 0,-1 0 0,1 0 0,-1 0-1,1 0 1,0 0 0,0 0 0,0 0 0,0 0 0,0 0 0,0 4-1,-5 19 321,0 0-1,2 0 0,2 0 0,0 1 0,1-1 0,5 45 0,-2-12 151,-5 882 2184,-30-166-2715,33-750-33,-2 43-1259,10 100 0,-6-149 993,1 1 1,0-1-1,2 0 1,0 0-1,1 0 1,1-1-1,0 0 1,2 0-1,0-1 1,14 21-1,-17-31-124,-1 1 0,1-1 0,1 0-1,-1-1 1,1 0 0,0 0-1,0 0 1,0-1 0,1 1-1,0-2 1,0 1 0,0-1 0,0-1-1,0 1 1,0-2 0,1 1-1,-1-1 1,16 1 0,30-11-4828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15.9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0 159 8445,'1'-11'336,"4"-36"1120,-4 45-1332,0-1-1,0 1 0,0-1 1,0 1-1,1 0 0,-1-1 1,1 1-1,-1 0 0,1 0 1,0 0-1,0 0 0,0 0 0,0 0 1,0 1-1,5-4 0,8-2 649,1 0-1,0 0 1,0 2-1,1 0 0,27-5 1,90-5 1473,-111 13-2031,29-2 310,0 2 0,59 6 0,-86-1-376,0 0-1,1 2 0,-1 1 1,-1 0-1,1 2 0,30 15 0,-49-20-116,1 0-1,-1 1 1,-1-1-1,1 1 1,0 1-1,-1-1 1,0 1 0,0 0-1,0 0 1,-1 0-1,0 1 1,0-1-1,0 1 1,0 0-1,3 10 1,-5-10-15,-1 0 1,1 0-1,-1 0 1,-1 0-1,1 0 1,-1 0-1,0 0 0,0 0 1,-1 0-1,0 0 1,0 0-1,0 0 1,-1 0-1,1 0 1,-2 0-1,1-1 1,-6 11-1,-3 1 25,0 0 0,-1-1-1,0 0 1,-2-1 0,1-1 0,-31 25-1,-108 66 84,109-77-131,-82 50-101,-90 62-2188,176-108 525,38-31 1641,0 0 1,0-1-1,1 1 1,-1 0-1,0 0 1,0 0-1,1 0 0,-1-1 1,1 1-1,-1 0 1,1 0-1,-1 0 1,1 0-1,-1 0 0,1 0 1,0 0-1,0 1 1,-1-1-1,1 0 0,0 0 1,0 1-1,1 0-140,0-1-1,-1 0 0,1 0 0,0 0 1,0 0-1,0 0 0,0 0 0,0 0 1,0 0-1,0 0 0,0 0 0,0 0 1,0-1-1,1 1 0,-1 0 1,0-1-1,2 1 0,50 17-7934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16.5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1 518 9013,'78'-54'2152,"64"-46"3963,-122 83-5414,0 0 0,-1-1 0,0-1 0,20-28 0,-33 39-542,9-13 472,-1 0 0,12-24 0,-22 37-444,-1 0 0,0 0 0,0 0 0,-1 0 0,0-1 0,0 1 0,-1-1 0,0 1 0,-1-1 0,0-9 0,0 16-157,0 0 1,-1 0-1,1 0 0,-1-1 0,1 1 0,-1 0 1,0 0-1,0 0 0,0 0 0,0 0 0,0 0 1,-1 0-1,1 0 0,0 1 0,-1-1 0,1 0 1,-1 1-1,0-1 0,0 1 0,1 0 0,-1-1 1,0 1-1,0 0 0,0 0 0,0 0 0,0 1 1,-1-1-1,1 0 0,0 1 0,0-1 0,-4 1 1,-2-1 4,0 0 1,0 1 0,-1 0 0,1 1 0,0 0 0,0 0 0,-12 4 0,5 0-12,0 0 1,1 2-1,0-1 1,0 2-1,0 0 1,1 1 0,0 0-1,1 1 1,0 0-1,1 1 1,0 0-1,0 1 1,1 0-1,1 1 1,0 0 0,1 0-1,0 1 1,1 0-1,1 0 1,0 1-1,-4 15 1,6-16-10,0-1 0,1 1 0,1 0 0,0 1 0,1-1 0,0 0 1,2 1-1,-1-1 0,2 0 0,0 0 0,0 0 0,1 0 0,1 0 0,0 0 0,1-1 1,1 0-1,0 0 0,1 0 0,0-1 0,1 0 0,0 0 0,1-1 0,11 12 0,-5-9 0,1-1-1,0-1 0,1 0 0,1-1 0,0 0 0,0-2 0,1 0 0,0-1 0,0-1 1,1-1-1,0-1 0,0 0 0,33 2 0,-40-5-10,1-2 0,0 0 0,0 0 0,0-1 0,0-1 0,0 0 0,-1-1 0,1-1 0,-1 0 0,0 0 0,0-2 0,0 0 0,-1 0 0,0-1 0,0 0 0,-1-1 0,0 0 0,0-1 0,0-1 0,16-19 1,-6 2 17,-14 16-12,1 0 0,0 0 0,1 1 1,0 0-1,1 1 0,0 0 0,1 1 0,15-10 1,-23 16-12,0 1 0,0 1 0,1-1 0,-1 0 0,1 1 0,-1 0 1,0 0-1,1 0 0,-1 0 0,1 0 0,-1 1 0,0 0 0,1-1 1,-1 1-1,0 0 0,0 1 0,1-1 0,-1 1 0,0-1 0,0 1 1,-1 0-1,1 0 0,3 3 0,8 6-5,1 2 1,22 26-1,-28-29 9,3 3-14,0-1 0,1-1 0,0 0 0,1 0 0,0-1 0,23 11 0,-34-19 8,1-2 0,-1 1 0,0 0 0,1 0 0,-1-1 1,1 0-1,-1 0 0,1 0 0,-1 0 0,1 0 1,-1-1-1,1 0 0,-1 1 0,1-1 0,-1-1 1,0 1-1,0 0 0,1-1 0,-1 1 0,0-1 1,0 0-1,-1 0 0,6-5 0,5-3 48,-1-2-1,-1 1 0,0-1 0,10-14 1,2-5 259,2 1 0,2 2 1,58-51-1,-62 62-54,1 0 0,1 2 0,0 1 0,1 1 0,0 1 0,51-15-1,65-5 1258,-137 31-1480,0 0 0,-1 0-1,1 1 1,0 0 0,0 0-1,0 0 1,-1 0 0,1 1-1,0 0 1,0 0 0,-1 0-1,1 1 1,-1-1 0,1 1-1,-1 0 1,0 0 0,0 1-1,0-1 1,0 1 0,0 0-1,0 0 1,-1 0 0,1 0-1,-1 1 1,0 0 0,5 7-1,-3-2-16,-1 1-1,0 0 0,0 0 1,-1 0-1,0 1 1,-1-1-1,0 1 1,1 20-1,-3 9-3,-2-1 0,-2 0 0,-11 54-1,-4 46-135,19-127-489,0 0 1,1 0-1,0 0 1,7 22-1,-7-31 74,-1 0-1,2 0 0,-1 0 0,0 0 1,0 0-1,1 0 0,0 0 0,0-1 1,-1 1-1,1-1 0,1 1 0,-1-1 1,0 0-1,4 3 0,12 6-5561,7-3-6183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17.8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668 1212 6873,'2'-5'524,"1"0"0,-1 0 0,2 0 0,-1 0 0,0 0 1,1 1-1,0-1 0,0 1 0,0 0 0,9-6 0,-9 7 2842,-5-2-2710,0 1-1,0-1 0,1 1 1,0-1-1,-1 0 1,2-4-1,-2-15 1608,0 22-2127,0-1 0,0 0-1,-1 1 1,1-1 0,-1 1 0,0 0 0,0 0 0,1 0 0,-2-1 0,1 2 0,0-1 0,0 0 0,-1 0-1,1 1 1,-1-1 0,1 1 0,-1 0 0,1 0 0,-1 0 0,0 0 0,0 0 0,1 0 0,-6 0 0,-12-3 367,0 1 0,-22 0 0,41 2-490,-15 1 189,-1 0 0,0 1 0,0 0 0,1 2 0,-1 0 0,1 0-1,0 2 1,-22 8 0,16-3-10,1 0 0,0 2 0,0 0 0,1 2 0,-25 21 0,19-10-63,0 0 0,1 2 0,2 1 0,1 1 0,1 0 0,1 2 0,-26 57 0,37-70-86,2 1 0,0 0 1,1 0-1,1 0 0,1 1 1,1-1-1,0 1 1,1 36-1,3-42-37,1 0 1,0 1 0,1-1-1,0 0 1,1 0-1,1 0 1,0-1-1,1 0 1,0 0-1,1 0 1,1-1-1,16 21 1,-9-15-80,1-1-1,1-1 1,0 0-1,1-2 1,1 0-1,0 0 1,1-2 0,1-1-1,-1 0 1,2-2-1,-1 0 1,1-2-1,33 8 1,-37-11-5,0-1-1,1-1 1,-1 0 0,0-1-1,1-1 1,-1-1 0,1-1-1,-1-1 1,0 0 0,0-1 0,0-1-1,-1 0 1,0-2 0,0 0-1,0-1 1,-1 0 0,23-17-1,-26 15 39,0-2 0,-1 0 0,0 0 0,-1-1-1,-1 0 1,0-1 0,0 0 0,9-21 0,-1-3-53,22-69 1,29-173-59,-47 175-41,64-305-707,35-434 0,-121 842 899,0 0 0,0 0 0,0-1 0,0 1 0,0 0 0,-1 0-1,1 0 1,0 0 0,-1 0 0,0 0 0,1 0 0,-1 0 0,0 0-1,0 1 1,0-1 0,-3-3 0,3 4 8,1 0-1,-1 1 1,0-1-1,0 0 1,0 1 0,0-1-1,0 1 1,0-1 0,0 1-1,0 0 1,0-1-1,0 1 1,0 0 0,0-1-1,-1 1 1,1 0-1,0 0 1,0 0 0,0 0-1,0 0 1,0 1 0,0-1-1,0 0 1,0 0-1,-1 1 1,1-1 0,0 0-1,0 1 1,-1 1 0,-6 4 57,2 0 0,-1 1 0,1 0 0,0 1 0,0 0 0,1-1 0,0 2 0,0-1 0,-4 13 0,-32 67 343,3 2 0,-32 124 0,-26 197 171,80-330-500,3 1 0,4 1-1,2 131 1,10-177-48,1 0 0,1 0-1,3 0 1,13 40 0,-13-52-14,2 0 0,1-1 0,1 0 0,1-1 0,1-1-1,28 36 1,-29-44-5,1 0 0,0 0 0,0-1-1,2-1 1,0 0 0,0-1-1,1-1 1,0-1 0,32 13-1,-24-13-71,1-2 0,0 0-1,1-2 1,0-1-1,0 0 1,39-2-1,-19-4-338,0-2-1,0-3 1,0-1-1,-1-2 0,0-3 1,-1-1-1,77-37 0,-90 35 216,0-2 1,-1-1-1,-1-1 0,-1-2 0,-1-1 0,-1-1 0,-1-2 0,-1 0 0,-2-1 0,0-2 0,-2 0 0,-1-2 0,-1 0 0,-2-1 0,19-51 0,-31 71 155,-1 1 0,-1-1 0,0-1 0,0 1 0,-1 0 0,-1-1 0,0 1 0,-1-1 0,-2-16 0,1 21 38,0 0 0,-1 1 0,-1-1 0,1 1 0,-1 0 0,-1 0-1,1 0 1,-1 0 0,0 0 0,-1 1 0,1 0 0,-1-1 0,-1 2 0,1-1 0,-10-7 0,12 11-5,1 1 1,-1-1-1,0 1 0,1 0 0,-1 0 0,0 0 1,0 0-1,0 0 0,0 0 0,0 1 0,0 0 0,0-1 1,0 1-1,0 0 0,-5 1 0,-40 10 85,47-11-85,-9 4 25,0 0-1,0 1 1,1 0-1,-1 0 0,1 1 1,0 0-1,1 1 1,0 0-1,0 0 1,0 0-1,1 1 1,0 1-1,0-1 1,1 1-1,0 0 1,1 0-1,0 1 0,-4 10 1,4-7-8,0 0 0,1 1 0,1-1 0,0 1 0,1 0 0,0-1 0,1 1 0,0 0 0,2 0 0,-1 0 0,2 0 0,0-1 0,5 20 0,-3-23-17,0 0 1,1 1-1,0-1 1,0-1-1,1 1 1,1-1-1,0 0 1,0-1-1,1 1 1,0-2-1,0 1 1,0-1-1,1 0 0,1-1 1,-1 0-1,1 0 1,0-1-1,11 4 1,0 0-15,1-2-1,-1 0 1,1-1 0,1-2 0,-1 0 0,1-1 0,0-1-1,23-2 1,-29-1 6,-1-1-1,1-1 1,-1 0-1,0-1 1,0-1 0,0 0-1,0-1 1,-1-1-1,0-1 1,15-10-1,14-12-2,73-66 0,-31 23 98,-57 49-115,37-28-49,-60 48 75,-1 1 0,1 0-1,0 0 1,0 0 0,0 0-1,0 1 1,0 0 0,0 0 0,10-1-1,-11 4-1,-1-1-1,0 1 1,0 0-1,0 0 1,0 0-1,0 0 1,0 1-1,0-1 1,0 1-1,-1 0 1,1 1-1,-1-1 1,1 0-1,-1 1 1,0 0-1,0 0 1,0 0-1,3 5 1,7 7 67,-1 0-1,13 25 1,-21-34-72,1 3-21,-1 0 17,1-1 0,1 0-1,-1-1 1,1 1 0,10 9-1,-12-14 18,-1-1 1,1 0-1,0 1 0,0-2 0,0 1 0,0 0 0,0-1 0,0 1 0,0-1 0,1-1 0,-1 1 0,0 0 0,1-1 0,7 0 0,6-1-18,-1-1 0,1-1 1,0 0-1,-1-1 0,1-1 0,-1-1 1,-1 0-1,1-1 0,-1-1 0,20-13 0,10-9 4,-1-2 0,45-43 0,-18 10-48,84-98 0,-116 116 29,-3-2 0,-2-2 0,35-68-1,-30 44 161,-3-2 0,52-159 1,-86 228 67,-1 0-1,-1 0 1,1 0 0,-1 1 0,-1-12 0,-1 19-55,-1 1 1,0-1-1,0 1 1,1-1-1,-1 1 1,1 0-1,-1 0 1,0 0-1,1 0 0,-3 2 1,-3 5 111,0 0 1,0 1 0,1 0-1,0 0 1,1 0 0,-6 14-1,-24 68 1053,18-43-722,15-41-570,-93 268 822,83-230-757,2 0 0,1 0-1,3 1 1,-1 59 0,7-90-604,1 0 0,0 0 0,1 0 0,0 0 0,1 0 0,1-1 0,0 1 1,2-1-1,9 21 0,-11-28 119,1 0 1,-1 0-1,1-1 1,1 1-1,-1-1 1,1 0 0,0 0-1,1-1 1,-1 0-1,1 0 1,0 0-1,0-1 1,1 0-1,-1-1 1,1 0 0,0 0-1,0 0 1,13 2-1,34 2-6128,0-4-3979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18.0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1 239 10169,'14'-3'548,"0"0"0,1 0 0,-1 1 0,1 1 0,-1 0 0,1 1 0,18 3 0,19-2 344,153-1-22,277-12-4931,-480 12 4072,27-1-341,57 3 0,-76-1 1171,1 1 0,0 1-1,-1-1 1,21 9 0,-29-10 396,20-23 1545,46-30-1530,-20 16-2248,50-47 0,-96 81 662,-1 0 0,1 0 0,-1 1 0,1-1 0,-1 0 0,0 0 0,0 0 0,0-1 0,0 1 0,0 0 0,-1 0 0,1 0-1,-1-1 1,1 1 0,-1-3 0,2-4-3231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24.5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204 31 12217,'0'-1'137,"0"-1"1,0 1-1,0 0 0,0 0 0,0 0 1,0 0-1,0 0 0,0-1 0,-1 1 1,1 0-1,-1 0 0,1 0 0,-1 0 1,1 0-1,-1 0 0,1 0 0,-1 0 0,0 0 1,1 1-1,-1-1 0,0 0 0,0 0 1,0 1-1,0-1 0,0 0 0,0 1 1,0-1-1,0 1 0,0-1 0,0 1 1,-1-1-1,-2-1 3413,-2 84 2159,6-82-5707,2 50 1250,-2 1-1,-11 91 1,-91 344 78,82-403-2452,3 0 0,-6 86 0,20-117-1242,4 67 0,2-81-913,2 0 0,13 52 0,4-14-6769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24.8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37 630 10465,'-37'-96'2248,"41"54"-216,16-3-355,10-4-301,10 1-300,10 0-264,24-3-184,23-1-72,21 1-132,16 9-112,20 3-276,13 3-480,1 14-452,-4 13-580,-4 15-432,-9 3-441,-14 16-1843,-9 8-3201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24.9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0 528 7917,'44'-6'2128,"-1"-9"-276,14 0-68,7-3-164,6-6-239,21 0-241,19-16-268,11 1-224,16-3-452,21-6-508,6-1-744,13-2-720,-9-9-857,-1 9-1343,-3 5-2825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26.1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1155 7285,'2'-7'233,"1"-9"925,0 1 0,1-1 0,1 1 0,14-30 1,-19 44-1028,0 0 0,0 0 0,0 1 0,0-1 0,0 0 0,-1 0 1,1 0-1,0 1 0,0-1 0,0 0 0,-1 0 0,1 1 0,0-1 1,-1 0-1,1 0 0,-1 1 0,1-1 0,-1 0 0,1 1 0,-1-1 1,0 0-1,0 0 251,-1-5 194,0 1 1,0-1 0,1 0 0,-1 1 0,1-1 0,1 0 0,-1-8 0,1 11 643,0 8-934,0 26-32,-1-4-60,1-1 0,7 45-1,2-7-76,-4 0-1,-2 69 0,8 83 1,-11-213-108,0 1 0,1-1-1,-1 0 1,1 1 0,0-1-1,0 0 1,0 0 0,1 0-1,-1 0 1,1 0 0,-1 0-1,5 5 1,-5-7-9,1 0-1,-1 0 1,1 0-1,-1 0 1,1-1-1,0 1 1,-1 0-1,1-1 1,0 0 0,0 1-1,-1-1 1,1 0-1,0 0 1,0 0-1,0 0 1,-1 0 0,1 0-1,0 0 1,0 0-1,0-1 1,-1 1-1,1-1 1,0 0-1,-1 1 1,3-2 0,20-10 4,1-1 0,-2-1 0,0-1 0,31-26 0,-24 18-16,183-166 29,-44 33 443,-136 130-238,0 1 1,2 2-1,56-28 1,-85 47-163,1 1-1,0 0 1,-1 1 0,1 0 0,11-2-1,-15 3-32,0 1 0,1 0 0,-1 0 0,0 1 0,1-1 0,-1 1 0,0-1-1,1 1 1,-1 0 0,0 0 0,0 1 0,0-1 0,6 4 0,-3-1 15,1 1 1,-1-1 0,0 1 0,-1 1-1,0-1 1,1 1 0,-1 0-1,-1 0 1,7 12 0,1 4 67,14 41 0,9 17-60,-24-61-241,2-1 1,0 0-1,0 0 0,2-2 1,0 0-1,1 0 0,1-2 1,0 0-1,1-1 0,0 0 1,1-2-1,0 0 0,1-1 1,0-1-1,1-1 0,36 9 1,-15-8-104,1-1 0,0-2 0,0-2 1,1-2-1,-1-2 0,1-2 0,67-11 0,-99 12 262,0-2 0,0 0 1,0 0-1,-1-1 0,0 0 0,0-1 0,0 0 0,0-1 0,-1 0 0,1-1 0,12-12 0,-17 13 39,0 0 0,0-1 0,-1 1-1,1-2 1,-2 1 0,1 0 0,-1-1-1,0 0 1,-1 0 0,0 0 0,0 0-1,-1-1 1,0 1 0,0-1 0,-1 1-1,1-15 1,-2 0 91,-1 0-1,-1 1 0,0-1 1,-2 1-1,-1 0 0,0 0 1,-2 0-1,-1 0 0,0 1 1,-1 1-1,-24-39 0,31 57-90,1 0-1,-1-1 0,0 1 1,0 0-1,0 0 0,0 0 1,0 0-1,0 0 0,-1 1 1,1-1-1,-1 1 0,1-1 1,-1 1-1,1 0 0,-1 0 1,0 0-1,0 0 0,1 1 1,-1-1-1,0 1 0,0-1 1,0 1-1,0 0 0,1 0 1,-1 0-1,0 1 0,-3 0 1,1 0-3,0 1 1,1 0-1,-1 0 1,1 1-1,-1-1 1,1 1 0,0 0-1,0 0 1,0 0-1,0 1 1,1-1-1,0 1 1,-1 0-1,1 0 1,0 0 0,1 0-1,-4 7 1,-32 71 81,34-73-87,1-1-1,0 1 1,0 0-1,1 0 0,0 0 1,1 0-1,0 0 0,0 0 1,1 12-1,0-14 1,1 3-1,0-1 0,0 0 0,0 0 0,1 0 1,1 0-1,0 0 0,0 0 0,0-1 0,1 0 0,1 1 0,4 7 0,-7-14 2,0 1-1,-1-1 0,1 1 0,0-1 1,0 0-1,1 0 0,-1 0 1,0 0-1,1 0 0,-1-1 1,1 1-1,-1-1 0,1 1 0,0-1 1,0 0-1,-1 0 0,1 0 1,0 0-1,0-1 0,0 1 1,0-1-1,0 0 0,0 0 1,0 0-1,0 0 0,0 0 0,0-1 1,0 1-1,0-1 0,0 0 1,0 0-1,-1 0 0,1 0 1,0-1-1,0 1 0,-1-1 0,1 1 1,3-4-1,4-3 0,0-1-1,0-1 1,-1 0 0,0 0-1,-1-1 1,0 0-1,0 0 1,6-15 0,46-105-25,-56 123 24,27-76-2,-4-1-1,-4-1 0,-3-2 1,-5 0-1,7-108 1,-18 130 13,-5-78 0,-1 109-9,-2 1 1,-1-1-1,-2 1 0,-11-34 1,15 59-4,-1 0 1,0 0 0,0 0 0,-1 1-1,0 0 1,-1 0 0,-7-10 0,11 16 2,1 1 1,0-1-1,-1 1 1,1 0-1,-1-1 0,0 1 1,1 0-1,-1 0 1,0 0-1,0 0 1,0 0-1,1 1 1,-1-1-1,0 1 1,0-1-1,0 1 1,0-1-1,0 1 1,0 0-1,0 0 0,0 0 1,0 0-1,0 0 1,0 1-1,0-1 1,0 1-1,0-1 1,0 1-1,0 0 1,0-1-1,0 1 1,0 0-1,-1 2 0,-2 0 6,1 0-1,0 1 1,-1 0-1,1 0 1,1 0-1,-1 0 1,1 0-1,-1 1 1,1 0-1,1 0 1,-3 5-1,-7 19 29,2 2 1,1-1-1,1 1 1,2 0-1,1 1 1,-1 44-1,5 5 45,13 110 0,-7-151-64,2-1 0,1 1 0,2-2 0,2 1 0,2-2 0,1 0 0,1 0 0,24 35 0,-27-49-6,2-1 0,0-1-1,2 0 1,0-1 0,1-1 0,1-1 0,1 0 0,0-2-1,1 0 1,1-1 0,1-1 0,0-1 0,28 11-1,-20-13 2,0-1 0,1-2-1,0-1 1,0-1-1,0-2 1,1-2-1,0 0 1,58-6-1,-73 1-22,1 0 0,-1-1-1,0-1 1,-1-1-1,1 0 1,-1-1-1,21-12 1,-26 11-24,0 0 0,0-1 0,-1 0 0,-1 0 0,1-1 0,-1-1-1,-1 1 1,0-2 0,-1 1 0,10-18 0,-4 0-56,-2-1 1,-1 0-1,11-47 0,-5 15-40,-15 57 113,-1-1-1,0 0 1,0 1 0,-1-1-1,1 0 1,-2-10-1,1 16 20,0 0 0,0 0 0,0 0 0,1-1-1,-1 1 1,0 0 0,0 0 0,0 0-1,0-1 1,0 1 0,0 0 0,0 0 0,0 0-1,0-1 1,0 1 0,-1 0 0,1 0-1,0 0 1,0-1 0,0 1 0,0 0-1,0 0 1,0 0 0,0 0 0,0-1 0,-1 1-1,1 0 1,0 0 0,0 0 0,0 0-1,0 0 1,0-1 0,-1 1 0,1 0 0,0 0-1,0 0 1,0 0 0,-1 0 0,1 0-1,0 0 1,0 0 0,0 0 0,-1 0-1,1 0 1,0 0 0,0 0 0,0 0 0,-1 0-1,-9 22-34,6-6-6,2 1 0,0-1 1,0 1-1,2 0 0,0-1 1,1 1-1,0 0 0,2-1 1,0 1-1,1-1 0,7 19 1,-9-29 3,0 0 0,1 0 0,0 0 0,1 0 0,-1-1 0,1 1 0,0-1 0,0 0 1,1 0-1,-1-1 0,1 1 0,0-1 0,1 0 0,-1 0 0,7 3 0,-4-3-9,0-1-1,1 0 0,-1-1 0,0 1 1,1-2-1,0 1 0,-1-1 0,1-1 1,0 1-1,10-2 0,6-2-70,-1-2 0,1 0 0,-1-1 1,-1-2-1,1 0 0,43-23 0,-26 8 72,0-2 0,-2-2 0,-1-1 0,38-37 0,-24 15-25,-3-3 0,44-61-1,-62 72 64,-1-2 0,-3-2 0,26-57-1,-40 75 82,-2-1-1,-1 0 0,-1-1 1,-2 0-1,-1-1 0,4-57 1,-9 54 581,-7-53 0,6 87-646,0 1 1,0-1 0,0 0-1,-1 0 1,1 0-1,0 0 1,0 0 0,0 0-1,0 0 1,0 0-1,0 0 1,0 0-1,0 0 1,0 0 0,0 0-1,0 0 1,-1 1-1,1-1 1,0 0-1,0 0 1,0 0 0,0 0-1,0 0 1,0 0-1,0 0 1,0 0 0,-1 0-1,1 0 1,0 0-1,0 0 1,0 0-1,0 0 1,0 0 0,0 0-1,0-1 1,0 1-1,-1 0 1,1 0-1,0 0 1,0 0 0,0 0-1,0 0 1,0 0-1,0 0 1,-10 15 207,1 0-1,0 0 1,1 1 0,1 1 0,0-1 0,-5 25-1,-19 111 1134,19-83-824,-13 89 467,-7 121 370,26-211-938,4 115 1,2-174-397,3 45 50,18 101 0,-15-127-433,1 1 0,2-1 0,1-1 0,1 1 0,15 27 0,-19-45-143,-1 0 0,2 0 0,-1-1 0,1 0 0,0 0 0,1-1 0,0 0 0,20 13 0,-25-19 263,-1 0 0,0-1 0,1 1 0,-1-1 0,1 0 0,-1 0 0,1 0 0,-1-1 0,1 1 0,0-1 1,-1 0-1,1 0 0,0 0 0,-1-1 0,1 1 0,0-1 0,-1 0 0,1 0 0,-1 0 0,1 0 0,5-4 0,-4 3-75,0-1 0,-1 0 0,1 0 0,-1 0 0,0-1 0,0 1-1,0-1 1,-1 0 0,1 0 0,-1 0 0,0-1 0,0 1 0,-1-1 0,3-4-1,10-40-3266,-2-9-1462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26.8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186 636 8613,'-1'-3'200,"0"0"1,0 0-1,0 1 0,0-1 1,1 0-1,-1 0 0,1 0 1,0 0-1,0 0 1,0 0-1,0 1 0,0-1 1,1 0-1,-1 0 1,1 0-1,0 0 0,0 0 1,2-4-1,-1 2 104,1 0 0,0 1 0,0-1 0,1 0 0,-1 1 0,1 0 0,0 0 0,0 0 0,9-6 0,-10 7-184,1 0 1,0 0 0,0 1-1,0-1 1,0 1-1,1 0 1,-1 1 0,1-1-1,-1 0 1,1 1 0,0 0-1,-1 0 1,1 1 0,0 0-1,-1-1 1,1 1 0,0 1-1,0-1 1,-1 1 0,1 0-1,0 0 1,-1 0-1,1 0 1,-1 1 0,1 0-1,4 2 1,-6-1-85,0-1-1,-1 0 0,1 1 1,-1-1-1,1 1 1,-1 0-1,0 0 1,0 0-1,0 0 1,0 0-1,0 0 1,-1 0-1,0 1 1,1-1-1,-1 0 1,-1 1-1,1-1 1,0 6-1,-1-2 11,0 0 0,0 1 0,-1-1 1,0 0-1,-1 0 0,1 0 0,-1 0 0,-6 12 0,-5 7 40,-1-1-1,-1 0 0,-30 36 1,3-10 0,-55 49-1,23-25 26,-1 20-84,75-95-27,0 0 0,1 0 0,-1 0 0,0 0 0,0 0 0,0-1 0,0 1 0,0 0 0,0 0 0,0 0 0,0 0 0,0 0 0,1 0 0,-1 0 0,0 0 0,0 0 0,0 0 0,0 0 0,0 0 0,0 0 0,0 0 0,0 1 0,1-1 0,-1 0 0,0 0 0,0 0 0,0 0 0,0 0 0,0 0 0,0 0 0,0 0 0,0 0 0,0 0 0,0 0 0,0 0 0,1 0 0,-1 0 0,0 1 0,0-1 0,0 0 0,0 0 0,0 0 0,0 0 0,0 0 0,0 0 0,0 0 0,0 0 0,0 0 0,0 1 0,0-1 0,0 0 0,0 0 0,0 0 0,0 0 0,0 0 0,0 0 0,0 0 0,0 0 0,0 0 0,0 1 0,0-1 0,0 0 0,0 0 0,-1 0 0,1 0 0,0 0 0,0 0 0,0 0 0,9 3-12,0-2 0,0 1 0,0-1 0,0-1 0,0 1 0,0-1 1,0-1-1,0 0 0,0 0 0,0-1 0,15-4 0,12-7-25,52-24 0,-48 19 62,258-126-358,-235 108 188,-2-3 0,89-73 1,-136 99 101,1 0 1,-2-2-1,0 1 0,0-2 1,-2 0-1,12-20 1,-5-7 18,-17 40 44,14 36-11,-5 7-49,-9-31 16,1 0-1,1 1 0,0-1 0,6 15 1,-7-21 29,0 0 0,0 0 0,0 0 0,0 0 0,1-1 1,-1 1-1,1-1 0,0 1 0,0-1 0,0 0 0,0 0 0,0 0 1,0 0-1,0-1 0,1 1 0,4 0 0,11 2 1,0-1 1,0-1-1,0-1 0,0-1 0,0-1 0,0 0 1,0-2-1,21-4 0,19-8-1,-41 10-8,1 0 1,-1 1-1,1 1 1,20 0 0,-34 3 2,-1 1 0,0 0 0,1 0-1,-1 0 1,0 1 0,0-1 0,1 1 0,-1 0 0,0 0 0,-1 1 0,1-1 0,0 1 0,3 4 0,-1-3-4,0 0 1,0 1-1,0-2 1,10 5 0,-2-3-4,1-1 0,0 0 0,0-1 1,1-1-1,-1 0 0,0-1 0,1 0 1,-1-2-1,1 0 0,-1 0 0,0-2 0,22-5 1,-19 3 33,0-1 0,-1-1 1,0-1-1,0 0 0,0-1 0,-1-1 1,0-1-1,-1 0 0,0-1 0,13-14 1,2-4 224,1 1 1,57-40 0,-83 66-242,1 0 1,-1 1-1,1 0 1,0 0-1,0 0 0,0 1 1,0 0-1,0 0 1,0 0-1,0 1 1,0 0-1,0 0 0,0 0 1,0 1-1,0 0 1,0 0-1,7 3 0,5 2 23,0 0-1,0 1 0,-1 1 1,18 12-1,24 13 92,119 49 0,-171-79-117,0 0 0,0-1 0,0 1-1,1-1 1,-1-1 0,1 0 0,-1 0 0,1 0 0,-1-1 0,1 0 0,0 0-1,-1-1 1,1 0 0,-1 0 0,1-1 0,-1 0 0,0 0 0,0-1 0,0 1-1,0-2 1,7-3 0,10-10-13,0 0 0,-2-1 0,0-1-1,35-41 1,6-4-44,-44 45 49,-2 0 1,0-1-1,-1-1 1,-1 0-1,23-45 0,-29 48 70,-1 0 0,-1-1-1,0 1 1,-2-1-1,0 0 1,-1-1-1,-1 1 1,1-30 0,-4 45-39,0 0 1,0 0 0,-1 0 0,1 0-1,-1-1 1,0 1 0,0 0 0,-1 0-1,1 1 1,-1-1 0,1 0 0,-1 0-1,0 1 1,-5-7 0,5 9-15,0-1 0,0 1-1,0-1 1,0 1 0,0 0 0,0-1-1,0 1 1,-1 0 0,1 1 0,0-1 0,-1 0-1,1 1 1,-1-1 0,1 1 0,0 0-1,-1-1 1,1 1 0,-1 1 0,1-1 0,-1 0-1,1 1 1,-1-1 0,1 1 0,0-1 0,-1 1-1,-3 2 1,2-2-3,0 0 0,1 1 0,-1 0-1,0-1 1,1 1 0,0 1 0,-1-1 0,1 0 0,0 1 0,0-1-1,0 1 1,0 0 0,1 0 0,-1 0 0,1 1 0,0-1-1,0 0 1,0 1 0,0 0 0,0-1 0,-1 5 0,0 2 25,0-1 1,1 1-1,0-1 1,1 1-1,-1 0 1,2 0-1,0 18 1,0-24-71,1 0 0,-1 0 1,1 0-1,0 0 0,0 0 0,0 0 0,0 0 1,1-1-1,-1 1 0,1 0 0,0-1 1,0 1-1,1-1 0,-1 0 0,1 0 1,-1 0-1,1 0 0,0 0 0,0-1 0,7 5 1,-8-6-212,0-1 1,0 0 0,0 0-1,0 0 1,0 0-1,0 0 1,0 0 0,0-1-1,0 1 1,0-1 0,0 1-1,0-1 1,0 0-1,0 0 1,2-1 0,1 1-904,13-6-4373,1-1-3356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27.8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906 959 5216,'0'-3'1349,"6"-33"1085,-7 36-2348,1-1 1,0 0-1,-1 0 0,1 0 1,-1 1-1,1-1 1,-1 0-1,0 1 0,1-1 1,-1 1-1,1-1 1,-1 0-1,0 1 1,0 0-1,1-1 0,-1 1 1,0-1-1,0 1 1,0 0-1,1-1 0,-2 1 1,1 0 103,-6-5 635,-1-1 0,1 0 0,1 0 0,-9-10 0,-22-18 1980,32 31-2524,-1-2 6,0 0 0,0 1 0,0 0-1,-1 0 1,1 1 0,-1-1 0,0 1 0,0 1 0,0 0-1,0 0 1,-1 0 0,1 1 0,-12-1 0,6 3-71,0 1 0,0 1 1,1 0-1,0 1 0,0 0 1,0 1-1,0 0 1,0 1-1,-13 9 0,-4 5 206,0 0-1,-31 30 1,17-8-106,2 1 0,-61 83 1,-49 111 229,130-198-474,1 1 0,-27 80 0,40-100-37,2 1 0,0 0 0,2 0 0,0 0 0,1 0 1,1 1-1,1-1 0,3 24 0,-2-40-33,0 1 0,0-1 1,1 0-1,-1 1 0,1-1 0,0 0 1,0 0-1,1 0 0,-1 0 0,1-1 0,0 1 1,1-1-1,-1 0 0,1 0 0,0 0 1,0 0-1,0-1 0,0 1 0,1-1 1,-1 0-1,1 0 0,0-1 0,0 1 1,0-1-1,0 0 0,0-1 0,0 1 0,1-1 1,-1 0-1,10 1 0,-2-2-38,0 0 0,0 0 0,0-1 0,0 0 0,-1-2 0,1 1 0,-1-1 0,1-1 0,-1 0 0,0-1 0,0-1 0,13-7 0,3-5-104,-2-1 0,0-2 1,0 0-1,-2-2 0,37-43 0,-33 29-28,-1-2 1,-1 0-1,30-65 0,-23 25-23,-2-1 0,-4-2-1,-4 0 1,13-90-1,-14 11 5,0-196 1,-15 194 71,-8-22 21,-1 75 126,-6 126 354,-7 32 127,-10 59 0,-1 3-33,-18 61 231,-34 260 1,77-418-694,-3 12 17,2 1 1,0-1-1,2 0 1,1 1-1,7 39 0,29 101 73,-34-156-104,0-1 0,0 0-1,1 0 1,0 0 0,1-1 0,0 0-1,0 0 1,1 0 0,0 0-1,1-1 1,-1 0 0,1 0 0,0-1-1,1 0 1,0 0 0,0-1-1,0 1 1,1-2 0,-1 1 0,1-2-1,0 1 1,0-1 0,1 0-1,18 3 1,-3-4-53,0-1-1,0 0 0,1-2 1,-1-1-1,0-1 0,0-1 1,34-10-1,-31 5-90,-1 0 1,-1-2-1,0-1 0,-1-1 0,0-1 0,-1-1 1,26-20-1,5-11-484,79-84-1,-119 115 370,0 0 0,32-23 1,-44 36 78,0 4 2,69 28-459,-53-17 432,-17-11 184,-1 0 1,1 0 0,0 0-1,0-1 1,0 1 0,0-1 0,0 0-1,0 1 1,0-1 0,1 0-1,-1 0 1,0-1 0,1 1 0,-1 0-1,1-1 1,-1 1 0,1-1-1,2 0 1,11-1-14,1-2-1,-1 0 1,0 0 0,0-2-1,23-8 1,-31 9 33,1 2-1,-1-1 1,1 1 0,0 0-1,0 1 1,0 0 0,0 0-1,0 1 1,0 1 0,0-1-1,0 1 1,-1 1 0,1-1-1,0 2 1,9 2 0,13 7-10,-1 0 1,50 29-1,-38-17-3,-13-7 16,0-1 1,32 11-1,-41-19-11,0-2 0,1-1 0,0 0 0,0-1 0,1-2-1,-1 0 1,0-1 0,25-2 0,-32-1 4,-1-1-1,1 0 0,-1-1 1,0-1-1,0 0 1,0-1-1,14-8 0,-7 3 2,0 0 9,0-2 0,0 0 0,-2-1-1,1-1 1,-2-1 0,0 0-1,-1-1 1,19-27 0,-2-3 36,-1-2 0,27-61 0,-43 79 20,-8 12 22,1 0 1,1 0-1,1 1 0,1 1 1,24-29-1,-34 44 156,0 3-161,0 1 1,0 0-1,0 0 1,0-1-1,0 2 0,-1-1 1,1 0-1,-1 0 1,1 0-1,0 4 1,-1 2 32,-2 1 1,1 0-1,-1 0 1,-3 14 0,-1 1 46,1 10-85,1 0 0,2 0 0,5 60 0,-3-83-515,0 0 1,1 1-1,1-1 0,0 0 0,1 0 1,0-1-1,0 1 0,1-1 1,0 0-1,1 0 0,0 0 1,1-1-1,0 0 0,11 11 0,-14-15-543,3 3-304,2-4-4805,13 1-1876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28.0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0 305 10937,'70'-51'1636,"-29"29"-144,-5 1-192,18 0-247,6 3-197,11 0-112,16-9-472,23 3-764,14 0-924,17-9-681,16 5-2015,7 10-3077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30.7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0 368 9417,'25'0'1945,"-20"0"3942,-4 2-4856,12 55 1344,-4-24-1707,-2-1-1,-1 2 1,1 35 0,-9 62 837,-25 164-1,13-163-1102,7-83-263,4-31-82,1 0 0,0 0 0,2 27 0,1 46 366,9-359-404,-7 172-130,5 0 0,4 1 0,4 1 0,4 0 0,39-111 0,-43 159 47,1 1 0,47-85 0,-52 109 27,2 0 0,0 1 0,2 0 0,0 1 0,1 1 0,1 0 0,32-24 0,-42 37 25,0-1 0,1 1 0,0 1 0,0 0 0,0 0 0,1 0 1,-1 1-1,1 1 0,0 0 0,0 0 0,18 0 0,-23 2 9,0 0-1,0 0 1,0 1-1,0 0 1,0 0-1,0 0 1,0 1-1,0-1 0,0 1 1,-1 0-1,1 1 1,-1-1-1,1 1 1,-1 0-1,0 0 1,0 0-1,0 1 1,-1-1-1,1 1 1,-1 0-1,0 0 1,0 0-1,0 1 1,4 7-1,-4-2-19,1 0 1,-1 0-1,-1 0 0,0 0 1,0 0-1,-1 1 0,-1-1 0,1 1 1,-2-1-1,1 1 0,-1-1 1,-4 16-1,-6 17-266,-24 67 0,27-87 185,-22 55-363,-4-1 0,-73 122 0,-115 127-767,219-321 1217,-9 12-96,-1-1-1,-25 25 0,36-39 13,8-4-95,26-7 131,0-1 119,1 2 0,-1 1 0,1 1 0,1 2-1,47-1 1,-52 8 16,0 1 0,0 1-1,-1 1 1,1 2 0,-1 1 0,39 18 0,153 93 358,-198-107-373,18 10-34,0-1 0,1-3 0,1-1 0,1-2 0,48 11 0,-66-21-17,0-2-1,0 0 1,1-2-1,-1 0 1,1-2-1,0-1 0,-1-1 1,1-1-1,-1-1 1,41-12-1,-55 12-6,1-1 0,-1 0 0,0 0 0,0-2 0,-1 1 0,0-1 0,0-1 0,0 1 0,11-14 0,-7 5 1,0-1 1,-1-1-1,-1 0 1,15-30-1,11-30 19,-11 23 28,37-57 0,-59 111-76,4 3 23,-1 0 0,1 1-1,-1 0 1,1 1 0,-1 0 0,0 0-1,-1 1 1,1 0 0,-1 0 0,12 11-1,14 13 3,1-1 0,40 25-1,-47-35 10,-21-13 0,1 0-1,-1-1 1,1 0 0,0 0-1,0-1 1,8 3-1,-14-5-3,0-1 0,0 1 0,0-1 0,0 0 0,0 1 0,0-1 0,0 1 0,0-1 0,0 0 0,0 0 0,0 0 0,0 0 0,0 0 0,0 0 0,1 0 0,-1 0-1,0 0 1,0 0 0,0 0 0,0-1 0,0 1 0,0-1 0,0 1 0,0 0 0,0-1 0,0 1 0,-1-1 0,1 0 0,1 0 0,-2-1-1,0 0 1,0 1-1,0-1 1,0 0-1,0 0 0,-1 1 1,1-1-1,0 0 1,-1 1-1,0-1 1,1 0-1,-1 1 1,0-1-1,0 1 1,0-1-1,-1-2 0,-7-8 12,-1 0-1,1 0 0,-2 0 0,-23-19 0,22 20-20,-4-2 6,1 0 0,1-2 0,0 0 0,1 0 0,1-2 0,0 1 0,-15-31 0,26 46 0,0-1 1,1 0-1,-1 1 0,1-1 1,-1 0-1,1 1 0,0-1 1,0 0-1,-1 0 0,1 1 0,0-1 1,1 0-1,-1 0 0,0 1 1,0-1-1,1 0 0,-1 1 1,1-1-1,0 0 0,0-2 1,1 2-3,0-1 1,0 1 0,0-1-1,1 1 1,-1 0 0,0 0-1,1 0 1,-1 0 0,1 0-1,4-2 1,6-1-25,-1 0 0,1 0 1,0 1-1,21-3 0,0 0-68,250-51-931,-204 38 659,116-46 0,-186 62 347,0 0 1,0-1-1,-1 0 1,0-1-1,0 0 1,0-1-1,-1 0 1,0 0-1,0-1 1,0 0-1,-1 0 1,-1-1-1,1 1 1,-1-2-1,-1 1 1,8-18-1,0-8 24,-2 0 1,8-42-1,-14 51 125,-1 0 1,1-30-1,-5 52 140,-1 9-51,-21 147 521,-9 100-31,33 6-347,1-220-286,2 1 1,2-2-1,1 1 1,22 59-1,-24-83-66,0-1-1,0 0 1,1 0-1,1 0 1,0-1-1,1-1 1,0 1-1,1-1 1,0-1-1,0 0 1,1 0-1,1-1 1,0-1-1,0 0 1,25 13-1,-21-14-10,1-1-1,0-1 1,0 0-1,0-2 1,1 1-1,-1-2 1,1-1-1,0 0 1,0-1-1,-1 0 1,1-2-1,28-6 1,-23 3-25,0-1 1,0-1 0,-1-1 0,0-1 0,0-1 0,-1-1 0,0-1 0,-1-1 0,-1-1-1,0 0 1,-1-2 0,0 0 0,-1-1 0,-1 0 0,-1-2 0,0 1 0,-2-2 0,0 0 0,19-41-1,-8 7-2,-3-2 0,-2 0 0,-3-1 0,-2-1 0,-2-1 0,3-60 0,2-357 306,-17 415-135,-1 52-70,1 1 0,-1-1 0,0 1 0,-1 0 0,-2-9 0,3 16-47,1 0 0,0 1 0,0-1-1,0 0 1,-1 1 0,1-1 0,0 0-1,-1 1 1,1-1 0,-1 1 0,1-1 0,-1 0-1,1 1 1,-1-1 0,1 1 0,-1-1 0,1 1-1,-1 0 1,1-1 0,-1 1 0,0 0 0,0-1-1,0 1 10,0 1-1,0-1 0,0 0 0,0 1 1,1-1-1,-1 1 0,0-1 0,0 1 1,1 0-1,-1-1 0,0 1 0,1 0 1,-1-1-1,0 1 0,1 0 0,-1 0 1,1 0-1,0 0 0,-1-1 0,1 1 1,0 0-1,-1 1 0,-13 32 390,2 0 1,1 1-1,-7 39 0,-14 115 291,26-148-582,-7 48-641,3 1 0,4-1 0,4 1 0,14 134 0,-9-193-340,2 11-850,11 43-1,-9-60-583,0-1 0,12 24 0,17 24-8272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31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141 1 10281,'-20'15'9209,"3"-3"-7153,4 0-312,3 18-316,-7 19-304,3-10-236,-2 3-179,2 3-153,4 0-124,0 4-376,10-1-876,7-6-261,0 0-775,-4-24-852,-3 15-660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31.9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0 109 9661,'54'-48'2092,"-44"27"-296,-3 9-312,-1 0-312,18 3-223,-4 3-185,7 6-672,20 3-736,-7 6-613,10 3-327,0 6-2596,1 6-3181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32.6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1 391 8877,'45'-39'1851,"-44"38"-1736,0-1 1,0 1 0,0-1 0,0 1-1,0-1 1,-1 1 0,1-1 0,0 1-1,-1-1 1,1 0 0,-1 1-1,1-1 1,-1 0 0,0 1 0,0-1-1,1 0 1,-1 0 0,-1-2 0,1 3-27,0 0 0,0 0 1,0 0-1,0 0 1,0 0-1,0 0 1,0 0-1,0 0 1,1 0-1,-1 0 0,0 0 1,0 0-1,1 0 1,-1 0-1,1 0 1,-1 0-1,1 0 0,0 0 1,-1 1-1,1-1 1,0 0-1,-1 0 1,1 1-1,0-1 0,0 0 1,0 1-1,0-1 1,137-105 5115,-110 87-4478,50-24 0,-70 39-621,1 0 0,0 1-1,1 0 1,-1 0 0,1 1 0,-1 0-1,1 1 1,-1 0 0,1 0 0,11 1-1,-18 1-81,0-1-1,0 1 0,-1 0 0,1-1 0,0 1 0,-1 1 0,1-1 0,3 3 0,2 0 14,0 1 0,-1 0 1,0 0-1,0 1 0,-1 0 1,1 0-1,-1 0 1,0 1-1,-1 0 0,0 0 1,0 1-1,0 0 0,-1-1 1,0 1-1,4 15 0,-2 0-22,0 0 30,0-1 0,1 0 0,14 29 0,-18-45-38,0-1 1,1 1 0,-1-1-1,1 1 1,0-1-1,1 0 1,0 0 0,-1-1-1,1 0 1,1 0 0,-1 0-1,0 0 1,1-1-1,0 0 1,0 0 0,8 3-1,7 0-40,0-1 0,1-1 0,-1-1 0,1-1 0,-1-1-1,1-1 1,25-2 0,-15-2-6,0-1 0,0-2 0,-1 0 0,37-16 0,-53 18 44,0-1 1,-1-1-1,0-1 0,0 0 0,-1 0 0,0-1 0,0-1 1,-1 0-1,0-1 0,-1 0 0,-1-1 0,1 0 1,-2-1-1,0 0 0,0-1 0,-1 1 0,-1-1 0,-1-1 1,0 0-1,0 0 0,6-30 0,-9 28 13,0 0 0,0 0-1,-2 0 1,0-1 0,-1 1 0,-3-27-1,1 43-19,1 1 0,0 0 0,0-1 0,0 1 1,0 0-1,0 0 0,0 0 0,0 0 0,0 0 0,0 0 0,0 0 0,0 1 0,0-1 0,0 0 0,0 0 0,0 1 0,0-1 0,0 1 1,-2 0-1,3-1 2,-5 3-20,-1 1 0,1-1 1,0 1-1,0 0 1,0 1-1,0-1 1,1 1-1,0 0 1,0 0-1,0 0 1,1 1-1,0-1 1,0 1-1,-4 9 1,-5 14-302,-12 50 0,20-64 219,-4 12-173,3-14 94,2 1 0,-1-1 0,2 1-1,-2 16 1,4-25 116,0-1 0,0 1 0,1 0-1,0 0 1,0 0 0,0-1 0,0 1-1,1 0 1,0-1 0,0 0 0,0 1-1,0-1 1,1 0 0,-1 0 0,1 0-1,4 4 1,-3-4 38,1 1 0,0-1 0,0 0 0,0 0 0,1 0 0,-1-1 0,1 0 0,0 0 0,0 0 0,0-1-1,0 0 1,10 2 0,-13-3 74,1 0 1,0-1-1,-1 0 0,1 0 0,0 0 0,-1 0 0,1 0 0,0-1 0,-1 1 1,1-1-1,-1 0 0,1 0 0,-1-1 0,1 1 0,-1-1 0,0 0 0,1 0 0,-1 0 1,0 0-1,0 0 0,-1 0 0,1-1 0,0 0 0,3-5 0,3-6 307,0 0-1,-1-1 0,-1 0 1,-1 0-1,9-29 0,12-83 2177,-26 123-2239,14 19 167,-11-11-424,-1 1 0,1 0 1,-1 0-1,0 0 0,-1 0 0,1 1 1,-1-1-1,0 1 0,0-1 0,-1 1 1,2 6-1,7 76 295,-8-57-210,23 388 507,-25-310-534,2 48-1063,-34 284 1,28-411 641,-2 0 1,-1-1-1,-2 0 1,-1 0-1,-19 41 1,27-66 288,1-1 0,-1 0-1,0 0 1,0-1 0,0 1 0,0 0-1,-1-1 1,1 1 0,-1-1 0,0 1 0,1-1-1,-1 0 1,0 0 0,0-1 0,0 1 0,0-1-1,-1 1 1,1-1 0,0 0 0,-1 0-1,1 0 1,-1-1 0,-6 1 0,6-1 26,1-1 0,-1 1 0,1-1 0,-1 0 1,1 0-1,-1-1 0,1 1 0,0-1 0,-1 1 0,1-1 1,0 0-1,0 0 0,0 0 0,1-1 0,-1 1 0,0-1 0,1 0 1,0 1-1,-1-1 0,1 0 0,0 0 0,1-1 0,-3-2 0,-6-17-12,1 0-1,1 0 0,1-1 0,1 0 1,-3-27-1,-8-128 6,15 120 26,3 1 0,2-1 0,2 1 0,3-1 1,17-60-1,-14 81-275,1 1 1,1 1-1,2 0 1,2 1-1,1 1 1,2 0-1,1 1 1,44-51-1,-25 40-1761,87-73 1,-99 95 131,2 1 0,39-20 0,47-11-6170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32.9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619 65 11317,'1'-1'122,"0"0"0,-1 0 0,1 0 0,-1-1 1,1 1-1,-1 0 0,0 0 0,0-1 0,1 1 0,-1 0 0,0-1 0,0 1 1,0 0-1,0-1 0,-1 1 0,1 0 0,0-1 0,0 1 0,-1 0 0,1 0 0,-1-1 1,1 1-1,-2-2 0,0 1 115,1 0 0,-1 0 0,0 0 0,0 1 0,0-1 0,-1 1 0,1-1 0,0 1 0,0-1 0,-1 1 0,-3-1 0,-2-1 193,-1 1 0,0-1-1,0 2 1,-1-1 0,1 1 0,-13 1 0,6 1-170,-1 2 1,0 0 0,0 1-1,1 0 1,0 1 0,0 1-1,0 1 1,1 0 0,0 1-1,0 1 1,1 0 0,0 1-1,0 1 1,-14 15 0,-1 3-34,1 0-1,2 2 1,1 2 0,-36 62 0,42-64-157,2 1 1,1 1-1,-15 47 1,28-70-56,0 2 1,0-1 0,1 0-1,0 0 1,1 1 0,0-1-1,1 1 1,0-1 0,1 1-1,0-1 1,1 1 0,1-1-1,-1 0 1,8 19 0,-9-28-6,0 1 1,0-1 0,0 0 0,0 0-1,0 0 1,0 0 0,1 0 0,-1 0-1,1 0 1,-1 0 0,1 0-1,0 0 1,0-1 0,0 1 0,0-1-1,0 0 1,0 1 0,0-1 0,0 0-1,0 0 1,1 0 0,-1 0-1,0-1 1,1 1 0,-1-1 0,1 1-1,-1-1 1,1 0 0,-1 0 0,0 0-1,1 0 1,-1-1 0,1 1-1,-1 0 1,0-1 0,1 0 0,-1 0-1,3 0 1,3-3 113,0-1 1,0 1-1,-1-1 0,0-1 0,1 0 1,-2 1-1,1-2 0,8-9 1,-1-1 167,18-21 484,42-39 1,-71 74-756,-1 1 0,1 0 0,0 1 0,0-1 0,-1 0 0,1 1 0,0-1 0,0 1 0,1 0 0,-1 0-1,0 0 1,0 1 0,0-1 0,1 1 0,-1-1 0,0 1 0,1 0 0,-1 1 0,0-1 0,0 0 0,1 1 0,-1 0 0,5 1 0,1 2 0,0 0 0,0 1 0,0 0 1,0 0-1,14 13 0,16 16-1293,-1 2 0,50 62-1,-35-37-3284,4-1-3298,-9-18-2606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33.7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1150 1530 7117,'-6'-3'336,"4"3"-180,1-1 0,-1 1 0,0-1 0,0 0 1,1 0-1,-1 0 0,0 0 0,1 0 0,-1 0 0,1 0 1,-1-1-1,1 1 0,0 0 0,-1-1 0,1 1 0,0-1 0,0 0 1,0 1-1,0-1 0,0 0 0,1 0 0,-2-1 0,0-2 235,-1 0 1,0 0-1,0 0 0,0 1 0,-1 0 0,0-1 0,0 1 0,0 0 0,0 1 0,0-1 0,-1 1 0,-6-4 1,-13-11 1038,-4-5-266,-1 0 0,-1 2 0,-1 1 1,-63-30-1,78 43-942,0 1 0,-1 1 0,1 1 0,-1 0 1,0 1-1,0 1 0,0 0 0,-1 1 0,1 1 0,0 1 0,0 1 1,-30 6-1,15 1-64,0 1 0,1 2 0,0 1 0,1 1 0,1 2 0,-41 29 1,33-18-55,1 2 0,2 1 0,0 2 1,-34 43-1,49-52-49,1 2 0,-22 38 1,35-55-56,1 1 1,-1 0-1,2 0 1,-1 1-1,2-1 1,-1 1-1,1 0 1,0-1-1,1 1 1,0 0-1,1 14 1,2-18-36,-1 0 0,0 0 0,1 0 1,0-1-1,1 1 0,-1-1 0,1 0 0,0 1 0,1-1 0,-1-1 1,1 1-1,0 0 0,0-1 0,0 0 0,1 0 0,-1 0 0,1 0 1,0-1-1,0 0 0,0 0 0,1 0 0,9 3 0,6 3-157,1-2 1,0-1-1,0 0 0,37 3 0,-23-4 47,0-2 1,0-2-1,0-2 1,0-1-1,0-1 1,0-2-1,-1-2 1,0-1-1,0-2 0,0-1 1,-2-2-1,58-30 1,-65 28 102,0-3 0,-1 0 1,-1-1-1,0-1 1,-2-1-1,-1-1 0,0-2 1,-2 0-1,0 0 1,-2-2-1,-1 0 0,-1-1 1,-1-1-1,-2 0 0,0-1 1,7-32-1,11-55-8,-5-3-1,10-125 1,-20 26 9,-15-227 1,-2 377 73,-2-43-59,2 98 46,0-1 0,0 0 0,-1 1 0,-1 0 0,-8-19 0,12 32-11,0-1 1,0 1-1,0-1 0,0 1 1,0-1-1,0 1 0,0-1 1,-1 1-1,1-1 0,0 1 1,0-1-1,-1 1 0,1-1 1,0 1-1,-1 0 0,1-1 1,0 1-1,-1 0 0,1-1 1,-1 1-1,1 0 0,0-1 1,-1 1-1,1 0 0,-1 0 1,1 0-1,-1-1 0,1 1 1,-1 0-1,1 0 0,-1 0 1,1 0-1,-1 0 0,1 0 1,-1 0-1,1 0 0,-2 0 1,1 1 21,0 0-1,0 0 1,-1 1 0,1-1 0,0 0 0,0 0 0,0 1 0,1-1 0,-1 1-1,0-1 1,0 3 0,-5 12 176,2 0-1,0 1 1,1-1-1,-2 25 1,2-16-25,-11 106 811,6 250 0,13-292-775,4-1 0,4 1 0,44 153 0,-44-201-173,2-1-1,2 0 1,1 0-1,3-2 1,0-1-1,43 55 1,-47-71-109,0-1 0,2-1 0,0-1 0,1-1 0,0-1 0,2 0 0,0-2 1,0 0-1,1-1 0,1-2 0,0 0 0,26 7 0,-13-9-95,-1-1-1,1-2 1,1-2 0,-1-1-1,1-2 1,-1-2 0,1-1-1,-1-2 1,0-1 0,0-2-1,-1-2 1,0-1 0,46-19-1,-25 4 19,-2-2 0,-1-2-1,-2-3 1,0-2 0,-3-2 0,-1-3-1,59-59 1,101-129 263,-167 180 447,-41 47-554,0 0 0,0 0 0,0-1 0,0 1 0,0 0-1,0 0 1,0 0 0,0 0 0,1-1 0,-1 1 0,0 0 0,0 0 0,0 0-1,0 0 1,0 0 0,0-1 0,0 1 0,1 0 0,-1 0 0,0 0-1,0 0 1,0 0 0,0 0 0,0 0 0,1 0 0,-1-1 0,0 1-1,0 0 1,0 0 0,1 0 0,-1 0 0,0 0 0,0 0 0,0 0 0,0 0-1,1 0 1,-1 0 0,0 0 0,0 0 0,0 0 0,0 0 0,1 0-1,-1 1 1,0-1 0,0 0 0,0 0 0,0 0 0,1 0 0,-1 0-1,0 0 1,0 0 0,0 0 0,0 1 0,0-1 0,1 0 0,-1 0-1,0 0 1,0 0 0,0 0 0,0 1 0,0-1 0,1 11 123,-1-9-42,-3 20 113,0 0 1,-1 1 0,-2-1-1,0-1 1,-16 38-1,-6 18 101,18-42-415,2 0 0,1 0 0,2 0 0,-1 46 0,6-55-1040,1 0 1,2-1-1,9 46 0,-11-66 775,0-1-1,1 0 0,-1 0 0,1 0 1,0 0-1,0 0 0,0 0 0,1 0 0,0-1 1,2 4-1,0-2-1057,0-1 0,0 0 0,0 0 0,0 0 0,12 5 0,7 3-5785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33.8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51 8257,'13'-18'1940,"1"0"1408,3 12-2576,-1-3-236,1 18-592,17 12-576,-4 0-408,7 7-2768,-4 2-2525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34.4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452 30 9029,'-3'-9'902,"-1"-9"3092,-13 16-17,12 2-3569,0 0 0,1 1 0,-1-1 0,1 1 0,-1 1 0,1-1 0,-1 1 0,1-1 0,-1 1 0,1 0 0,0 1 0,0-1 0,0 1 0,-5 4 0,-2 2 311,1 1 1,0 0-1,-13 15 0,-12 25 1242,-31 54-1,32-47-1075,0-4-636,3 0 0,-39 96 0,64-132-228,0-1 0,1 1 0,0 0 0,2 1 0,0-1 0,1 0 0,0 1 0,2 0 0,0-1 0,1 1 0,1-1 0,0 1 0,1-1 0,7 21 0,-6-27-21,0 0 0,1 0 0,0-1 0,1 0 0,0 0 0,13 16 0,-10-16 0,2 0 0,0-1 0,0 0 0,0 0 0,1-1 0,0-1 0,18 8 0,144 57 0,-148-63 0,0-1 0,1-1 0,1-2 0,-1 0 0,1-2 0,-1-1 0,1-2 0,30-2 0,-44 1 0,29 0-91,0-3-1,-1-2 1,0-1-1,0-2 1,0-2-1,-2-2 1,49-22-1,-60 21 16,-1-1-1,-1-2 1,0 0-1,-1-2 1,-1-1-1,-1-1 1,0-1 0,-2-1-1,-1-1 1,24-35-1,-8 7-176,-3-2-1,48-100 0,-80 149 238,0 0 0,0 0-1,-1 0 1,1-1-1,-1 1 1,-1 0 0,1-1-1,-1 1 1,0-8 0,0 10 12,-1 1 0,1 0-1,-1-1 1,1 1 0,-1 0 0,0-1 0,0 1 0,0 0 0,0 0 0,-1 0 0,1 0 0,0 0 0,-1 0 0,1 0 0,-1 0 0,0 1 0,0-1 0,0 1 0,0-1 0,0 1 0,-4-3 0,1 2-1,-1 0 0,0 1-1,1-1 1,-1 1 0,0 0-1,0 0 1,0 1-1,0 0 1,0 0 0,0 0-1,-8 2 1,-3 1-6,1 1 0,-29 10 0,14-1 1,-1 1-1,2 1 1,0 2 0,1 1-1,0 1 1,2 2-1,0 0 1,-46 51 0,66-64 14,0 1 0,1 0 0,0 0 0,0 1 0,1 0 1,0 0-1,0 0 0,-2 14 0,5-19-30,1 0-1,0 0 1,0 0-1,1 0 1,0 1 0,-1-1-1,2 0 1,-1 1-1,1-1 1,0 0 0,0 0-1,0 0 1,1 0-1,-1 0 1,1 0 0,0 0-1,1 0 1,-1-1-1,7 8 1,0-1-184,1-1 1,0-1-1,1 0 0,0 0 1,1-1-1,0 0 0,0-1 1,0 0-1,1-1 0,18 6 1,9 1-741,0-2 0,56 9 1,52 0-2338,1-7 1,0-7-1,262-22 1,-287 7 1930,171-19 129,-244 20 1764,0-3-1,-1-1 0,82-32 1,-124 41-159,-1-1-1,1 0 1,-1 0 0,0 0 0,0-1 0,-1 0 0,1-1 0,-1 1-1,0-1 1,-1 0 0,1-1 0,-1 1 0,-1-1 0,1 0 0,-1 0-1,0-1 1,-1 1 0,4-12 0,-6 18-323,2-10 648,0 0 0,1 1-1,10-21 1,6 8-3050,12 2-4707,-12 11-1368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35.6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681 1 8733,'-46'8'487,"26"-5"-118,1 0 0,-1 2-1,1 0 1,0 1 0,0 1-1,-31 17 1,-16 12 1833,-79 56 0,123-75-1947,1 0 1,0 1 0,1 1 0,2 2-1,0-1 1,1 2 0,-15 24-1,18-23-95,1 1-1,1 0 1,1 1-1,2 0 1,-13 48-1,20-64-129,0 1 0,1 0-1,0 0 1,0 1 0,1-1 0,0 0-1,1 0 1,0 0 0,1 0-1,0 0 1,0-1 0,1 1 0,0 0-1,1-1 1,0 0 0,1 0-1,0 0 1,11 15 0,-4-11 4,2 1 0,0-2 0,1 0-1,0 0 1,0-1 0,2-1 0,-1-1 0,1 0 0,0-2 0,1 1 0,0-2 0,23 5-1,22 3 4,2-2-1,77 2 0,52-7 142,78 7 16,-243-10-186,0 1 1,-1 2 0,1 0 0,-1 2-1,-1 1 1,0 1 0,26 15 0,-40-18-5,0 0 0,-1 1 1,0 0-1,0 1 0,-1 1 1,-1-1-1,0 2 1,0-1-1,-1 1 0,0 1 1,-1 0-1,-1 0 0,0 0 1,-1 1-1,8 26 1,-8-19-1,-2 1 0,-1-1 0,0 1 1,-2 0-1,-1 0 0,0 0 0,-1 0 1,-2-1-1,0 1 0,-8 27 0,-3-3-56,-2-1 0,-1 0 0,-3-1 1,-2-1-1,-1-1 0,-56 75 0,27-51-73,-4-2 1,-3-2-1,-71 57 1,61-64 27,-3-3 0,-2-3 1,-158 76-1,223-120 102,-1 0 0,0-1 0,0 0-1,0-1 1,-1 0 0,1-1 0,-1 0 0,1 0 0,-1-1-1,0-1 1,0 0 0,-19-2 0,28 1-1,0 1 0,1-1 1,-1 1-1,0-1 0,0 0 1,1 0-1,-1 0 0,0 0 0,1-1 1,-1 1-1,1 0 0,-1-1 1,1 1-1,0 0 0,0-1 0,0 0 1,-1 1-1,1-1 0,1 0 1,-1 1-1,0-1 0,0 0 0,1 0 1,-1 0-1,1 0 0,-1 0 1,1 0-1,0 0 0,0 1 0,0-1 1,0-4-1,1-1 30,-1 0-1,1 0 1,0 0-1,1 1 1,0-1-1,0 1 1,4-11-1,1 4 67,1 1 0,0 0 0,1 0 0,0 1 0,1 0-1,18-16 1,73-49 659,-80 62-531,0 1-1,1 1 0,0 0 1,1 2-1,0 1 0,1 1 0,47-10 1,-52 15-51,0 1-1,0 1 1,1 0 0,-1 2 0,0 0-1,0 1 1,0 1 0,0 1 0,0 1 0,33 12-1,-1 8-62,0 1 0,-2 3 0,71 56 0,-70-48-1724,2-3-1,93 48 0,9-24-7077,-68-34-584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35.8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 72 11525,'-16'-10'722,"11"7"-338,0 0 0,0-1 0,0 1 0,0-1 0,1 0 0,-1-1 0,1 1 0,0-1 0,-4-5 0,6 8-34,0 0-1,0 1 1,0-1 0,0 1-1,-1-1 1,1 1 0,0 0-1,-1 0 1,1 0 0,-5 0-1,5 0-62,-5 3 1412,3 3-1411,0-1 0,0 1 0,0 1 0,0-1 0,1 0 0,0 1-1,0 0 1,0 0 0,1 0 0,0 0 0,0 0 0,0 0 0,1 0-1,-1 12 1,0 10 291,2 0-1,3 33 1,-1-15-44,45 427 1715,-25-289-2288,-11-83-1605,34 150 0,20-42-3062,-9-75-3421,-7-39-3493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36.2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25 12453,'0'-1'115,"0"1"0,1-1 1,-1 1-1,0-1 0,1 1 0,-1-1 0,0 1 1,0-1-1,1 0 0,-1 1 0,0-1 0,0 1 0,0-1 1,0 0-1,0 1 0,0-1 0,0 1 0,0-1 0,0 0 1,0 1-1,0-1 0,0 1 0,-1-1 0,1 0 0,0 1 1,0-1-1,-1 1 0,1-1 0,0 1 0,0-1 0,-1 1 1,1-1-1,-1 1 0,1-1 0,-1 1 0,1-1 0,0 1 1,-1 0-1,0-1 0,1 1 0,-1 0 0,1-1 0,-1 1 1,1 0-1,-2 0 0,0-1 2452,-27 18 2905,17 18-3117,4-9-1695,-4 16-474,1-1 0,-11 84 0,7 18-5468,10-84 1199,3-5-2451,7 0-3946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36.5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51 11029,'43'-22'4061,"-38"18"-3534,1 1-1,-1 0 1,0 0-1,1 0 1,0 1-1,0 0 1,-1 0-1,1 0 1,1 1 0,-1-1-1,12 1 1,-3 2-221,0 2 0,0 0 0,0 1 0,0 1 1,-1 0-1,0 0 0,0 2 0,0 0 0,-1 0 1,0 1-1,-1 1 0,1 0 0,-2 1 0,1 0 1,13 16-1,-10-9-198,0 1-1,-1 1 1,0 0 0,-2 0 0,0 1 0,-1 1-1,-2 0 1,0 0 0,10 37 0,-14-33-125,-1 0 0,-2 0 1,0 0-1,-2 0 0,0 0 0,-2 0 1,-1 0-1,-1-1 0,-1 1 0,-1-1 1,-11 29-1,-14 23-319,-3-2 0,-48 77-1,-5 10-5,81-148 325,0 0 1,1 0-1,1 0 1,0 1-1,1 0 1,-3 22-1,5-32 11,1 1 0,0-1 0,0 0 0,0 1 0,0-1 0,1 0 0,0 1 0,0-1 0,0 0 0,0 0 0,1 0 0,0 0 0,-1 0 0,2 0 0,-1 0 0,0 0 0,1-1-1,-1 1 1,1-1 0,0 0 0,0 0 0,1 0 0,-1 0 0,0 0 0,6 2 0,5 2-6,0-1 0,1 0 0,0-1-1,0-1 1,0 0 0,23 2 0,102 3-392,-106-8 180,31 0-842,0-3 0,85-14 0,129-37-6304,-221 40 4720,73-14-5996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36.7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268 0 9425,'-10'91'2584,"-6"-64"-148,-4 3 449,-1 9-325,-2 6-488,0 1-400,3 8-336,-1 3-260,-2 9-256,0 1-215,-1-4-609,11 6-809,3-2-427,0-1-800,3-12-896,4 0-3129,9 1-5324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37.1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74 364 8697,'6'-16'535,"28"-66"3143,-31 73-2937,0 1 0,-1-1-1,0 0 1,2-13 0,-2 10-10,0 1 0,0-1-1,7-14 1,-6 17-507,2 0 0,-1 0 0,1 1-1,0 0 1,1 0 0,0 0 0,0 1 0,1-1-1,0 2 1,0-1 0,1 1 0,0 0 0,0 0-1,13-6 1,-10 7-80,0 0-1,1 0 0,0 2 1,0-1-1,0 1 0,0 1 1,0 0-1,1 1 0,-1 0 1,22 2-1,-22 0-114,-1 0 1,0 1-1,0 0 0,0 0 0,0 1 1,0 1-1,-1 0 0,1 0 0,-1 1 1,0 1-1,0 0 0,-1 0 0,0 0 1,0 1-1,0 1 0,-1-1 0,0 2 1,-1-1-1,1 1 0,-2 0 0,1 0 1,-1 1-1,-1 0 0,0 0 0,0 0 1,5 19-1,-7-16-45,0 1 1,-1 0-1,-1 0 0,0-1 1,-1 1-1,0 0 0,-1 0 0,-1 0 1,0 0-1,-4 14 0,-6 9-110,-2-1 0,-21 43 0,-17 42-94,50-115 213,0 0-1,0 0 0,1 0 1,0 0-1,0 0 0,1 0 1,0 1-1,0-1 0,0 0 1,1 0-1,0 0 0,0 0 1,0 0-1,1 0 0,0 0 1,0 0-1,1-1 0,-1 1 1,5 5-1,-1-1 1,2-1 0,0 1-1,0-2 1,0 1 0,1-1 0,0 0 0,1-1-1,0 0 1,11 6 0,-8-6 8,12 7-11,-1 1 0,0 2 0,-2 0 0,26 23 0,-43-35 4,0 0 0,-1 0 1,1 0-1,-1 1 0,0-1 0,-1 1 0,1 0 1,-1 0-1,0 1 0,-1-1 0,0 0 0,0 1 1,0 0-1,-1-1 0,1 1 0,-2 0 0,1 0 1,-1 0-1,0-1 0,0 1 0,-1 0 0,0 0 1,-3 10-1,-1-3-25,-1-1 0,-1 1 0,0-1 0,0-1 0,-2 0 0,1 0 0,-2 0 0,0-1 0,0 0 0,0-1 0,-2 0 0,-16 11 0,-21 13-444,-90 45 0,139-79 474,-328 141-5174,225-101-335,11-4-3544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37.6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439 22 8497,'-27'-21'11220,"23"22"-9432,2-1-1517,-1 1 0,0 0 0,1 0 0,-1 0 0,1 1 0,0-1 0,-1 0 1,1 1-1,0 0 0,0-1 0,0 1 0,0 0 0,-3 4 0,-18 35 2044,22-38-2288,-12 22 737,-1-1-1,-2 0 1,-34 40 0,5-6-268,-93 127-4016,92-119-1159,42-59 3337,0 0 1,1 1-1,0-1 0,1 1 0,0-1 0,-2 13 0,-1 20-9275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38.2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0 12541,'0'0'71,"0"1"-1,1-1 0,-1 1 1,0-1-1,0 0 0,1 1 1,-1-1-1,0 0 0,0 1 1,0-1-1,0 1 1,1-1-1,-1 0 0,0 1 1,0-1-1,0 1 0,0-1 1,0 1-1,0-1 1,0 0-1,0 1 0,0-1 1,-1 1-1,1-1 0,0 1 1,0-1-1,0 0 1,0 1-1,0-1 0,-1 1 1,1-1-1,0 1 0,-13-6 2292,4 0-981,6 4 439,1 3-150,0 0-1458,-1 0 0,1 1 0,0-1-1,0 1 1,0-1 0,0 1 0,1 0 0,-1-1 0,1 1 0,-1 0 0,1 0-1,0 0 1,0 0 0,0 0 0,1 0 0,-1 1 0,1-1 0,0 0 0,0 0-1,0 5 1,1 1 47,1 0-1,1-1 1,-1 1 0,1 0-1,1-1 1,8 15-1,-8-14-158,2-2 0,-1 1 0,1 0 1,0-1-1,1 0 0,-1-1 0,1 1 0,1-1 0,13 9 0,7 1 217,45 19 0,-58-28-272,-11-5 23,16-5 18,-19 3-82,1 0-1,-1 0 1,0 0-1,0 0 1,0 0-1,0 0 1,1-1-1,-1 1 1,0 0-1,0-1 0,0 1 1,0-1-1,0 1 1,0-1-1,1 0 1,0-16 33,-3 11-45,0-1 10,-1-1 0,0 1 0,0 0-1,-1-1 1,1 1 0,-2 0 0,1 0 0,-1 1-1,0-1 1,-1 1 0,1 0 0,-1 0 0,-6-6-1,9 11-11,0-2-12,1 2 20,1 0 0,-1 0 1,0 0-1,1 0 0,-1 0 0,0 0 0,1 0 1,-1 0-1,0 1 0,0-1 0,0 0 0,0 1 1,0-1-1,0 0 0,0 1 0,0-1 0,0 1 1,0-1-1,0 1 0,0 0 0,-2-1 0,0 5 6,-1 1 0,0-1 0,1 1 0,0-1-1,0 1 1,1 0 0,-1 0 0,1 0-1,0 0 1,1 1 0,-1-1 0,1 0 0,0 1-1,0-1 1,1 1 0,-1 0 0,1-1 0,1 1-1,-1-1 1,1 1 0,0-1 0,3 10-1,0 3 4,2 0 0,0 0 0,2-1-1,-1 0 1,19 27 0,-15-28-43,1-1 0,1 0 1,0-1-1,1 0 1,1-1-1,0-1 0,0 0 1,1-1-1,1-1 0,0 0 1,0-2-1,26 10 0,-11-6-141,0-2 0,0-2 0,1-1 0,0-1 0,1-2 0,46 0 0,-65-4 125,0 0 0,1-2 0,-1 0 0,0 0 0,0-1 0,0-1 0,0-1-1,-1 0 1,1-1 0,-2 0 0,26-16 0,-34 18 71,-1 0 0,1 0 0,-1 0-1,0 0 1,0-1 0,0 0 0,0 0 0,-1 0-1,0 0 1,0 0 0,4-10 0,-2 0 298,-1-1 1,5-26-1,-8 39-267,0 0 180,-4 4-191,1 0 0,0-1 1,0 1-1,0 0 0,0 0 0,1 0 1,-1 1-1,0-1 0,0 0 0,-1 3 1,0-2 8,-7 7 1,1 1 0,-1 0 0,2 1 1,-1 0-1,1 0 0,1 1 0,0 0 1,1 0-1,-8 23 0,4-8-222,2 1 1,0 0-1,-5 51 0,8-37-1705,3 0 1,3 46-1,1-62-1640,2-1 0,8 38 0,5-9-7077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38.6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282 97 9349,'2'-3'654,"-1"-1"0,1 0 0,-1 0 0,0 0 0,0 0 0,0 0 0,-1 0 0,0 0 0,1 0 0,-1 0 0,-1 0 0,1 0 0,0 0 0,-1 0 0,0 0 0,0 0 0,0 0 0,-3-6 0,0-3 665,4 11 548,-4 4-1178,0 2-603,0-1-1,0 1 0,0-1 1,1 1-1,-1 0 0,1 0 1,0 1-1,0-1 1,1 1-1,-1 0 0,1-1 1,0 1-1,0 0 0,-2 9 1,3-3-13,-1 0 1,1 0 0,1 0 0,0 0 0,1 0-1,3 19 1,3 7 110,2-1 0,24 63 0,39 65 17,-39-95-126,35 111 1,-64-168-68,-1 0 0,0 1 0,-1-1 0,-1 1 1,0 0-1,-1 0 0,0 0 0,-1-1 1,-3 21-1,1-23-7,0 0 0,0 0 0,-1 0 0,-1 0 1,0 0-1,0-1 0,-1 0 0,0 0 0,0 0 0,-1-1 0,-13 13 1,-3-1-281,-1-1 1,0-1 0,-2-1 0,-31 17 0,-110 44-5135,122-64-3592,25-8-649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38.7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70 8833,'70'-45'2300,"-46"39"-216,6-1-224,4 1-363,-4 3-285,3 0-272,4 3-240,27 6-452,-21 7-732,-3 2-928,1 3-525,-5 3-2687,5 9-3609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38.9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332 4 10513,'4'18'2316,"-28"-27"-216,-2-3 57,9 24 47,-7 9-240,1 0-352,-4 6-320,0 6-252,-3 3-220,0 1-376,7 5-916,2 3-416,1-3-880,4 0-772,2-2-3625,1-1-5480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39.4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61 5557,'3'-11'2148,"2"-21"12800,-3 18-11205,-2 10-3636,-4 5 446,1-1-543,0 1-1,0-1 0,0 1 0,0 0 0,0 0 0,0 0 0,0 0 0,0 0 0,1 0 0,-1 1 0,0-1 1,1 1-1,0 0 0,-1 0 0,1 0 0,0 0 0,0 0 0,0 0 0,0 1 0,0-1 0,0 1 0,1-1 0,-1 1 1,1 0-1,0 0 0,0 0 0,0-1 0,0 1 0,0 0 0,1 0 0,-1 0 0,1 0 0,0 0 0,0 5 1,-2 37-2928,1 13-1774,6-21-1583,6-3-4231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39.9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149 90 6193,'7'-1'609,"1"-1"1,-1 0 0,0-1 0,0 1 0,-1-1 0,1-1 0,-1 1 0,1-1 0,-1 0-1,0-1 1,0 1 0,-1-1 0,0-1 0,1 1 0,7-12 0,0-3 2217,-29 28-372,1 1-2597,3-2 385,0 1-1,1 0 1,0 1 0,0 0 0,1 1 0,0 0 0,1 0 0,0 1 0,-12 21 0,5-5 184,1 1 0,2 0 0,-14 40 0,16-37-173,2 0 0,1 1 0,-4 38 0,5-21 27,3 1-1,2 86 0,6-98-209,1-1 0,2 1 0,1-1 0,2 0 0,2-1 0,1 0 0,2-1 0,20 35 0,-21-47-51,1-1 0,0-1-1,2-1 1,0 0 0,23 19 0,-27-27-54,0-1 0,1 0-1,0-1 1,1-1 0,0 0 0,1-1 0,0-1-1,25 9 1,-35-15 14,0 1 0,1-1 0,-1 0 0,0 0-1,1 0 1,-1-1 0,0 0 0,1-1 0,-1 1 0,0-1 0,1 0-1,-1-1 1,8-2 0,-13 3 19,0 0 0,0 0 0,0 1 0,0-1 0,0 0 0,0 0 0,0 0 0,0 0 0,0 0 0,-1 0 0,1 0-1,0 0 1,-1 0 0,1-1 0,-1 1 0,1 0 0,-1 0 0,0-1 0,0 1 0,1 0 0,-1 0 0,0-1 0,0 1 0,0 0 0,0 0 0,0-1 0,-1 1 0,1 0 0,0-1-1,0 1 1,-1 0 0,1 0 0,-1 0 0,0-2 0,-2-3-2,1 1 1,-1 0-1,0 0 0,0 0 0,-1 0 0,-6-7 0,0 2-64,0 2 0,-1-1 0,0 2-1,0-1 1,-1 1 0,-18-8 0,-80-25-2057,98 36 1757,4 2-279,1 0 0,-1 1 0,0 0 0,0 0 0,-15 0 0,-15 5-7564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40.6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664 91 7213,'1'-19'1510,"-1"19"-1384,0-1-1,0 1 1,0-1-1,0 1 1,0-1-1,0 1 0,0-1 1,0 1-1,0-1 1,0 0-1,0 1 1,-1-1-1,1 1 1,0-1-1,0 1 1,0-1-1,-1 1 0,1-1 1,0 1-1,-1 0 1,1-1-1,0 1 1,-1-1-1,1 1 1,0 0-1,-1-1 1,1 1-1,-1 0 0,1-1 1,-2 1 1840,2-3-412,1 1-1414,-1 0 1,0 0 0,1 0-1,0 0 1,-1 0 0,1 0-1,0 0 1,0 0 0,0 1-1,0-1 1,0 0 0,0 1-1,1-1 1,-1 1 0,0-1-1,1 1 1,-1 0-1,1-1 1,0 1 0,-1 0-1,4-1 1,2-1 154,0 1-1,1 0 1,-1 1-1,16-2 1,-12 1-146,16-1 136,0 2 0,0 0 0,-1 2 0,33 4 0,-46-3-210,1 0 0,0 1-1,-1 1 1,1 1 0,-1-1 0,0 2-1,-1 0 1,1 0 0,-1 1-1,12 10 1,-18-12-58,0 0-1,0 1 1,-1 0-1,0 0 1,0 1 0,0-1-1,-1 1 1,0 0-1,0 0 1,0 1-1,-1-1 1,0 1 0,-1 0-1,0 0 1,2 13-1,-3-9 5,0 0-1,-1 0 0,-1 0 0,0 0 0,0 0 0,-1-1 1,-1 1-1,0-1 0,-1 1 0,-5 13 0,-17 32-24,-39 65-1,24-49-6,35-63 18,-22 40-70,2 1 0,-20 58 0,40-94 38,1 0-1,1 0 1,1 1-1,0 0 1,1 0-1,0 0 1,1 0-1,1 0 1,1 0-1,0-1 0,1 1 1,6 21-1,-6-30 22,1 0-1,-1-1 0,2 1 0,-1-1 0,1 0 0,0 0 0,0 0 1,0 0-1,1-1 0,8 9 0,3-1-2,1-1 0,22 14 0,-34-24 8,6 4-8,0 0 1,1-2-1,0 1 0,0-2 1,0 1-1,1-2 0,15 3 1,-25-5 5,-1 0 1,0-1-1,0 1 1,0 0-1,0-1 1,0 1-1,0-1 1,0 1-1,0-1 1,0 0-1,0 0 1,0 0-1,0 0 1,-1 0-1,1 0 1,0-1-1,-1 1 1,1-1-1,-1 1 0,1-1 1,-1 1-1,0-1 1,1 0-1,-1 0 1,1-3-1,8-21-8,-11 18 6,0 3 3,1-3 11,1 0 1,0 0-1,0 1 0,5-13 0,-5 16-9,-2 8-10,-63 180 520,3-27 82,-111 293 224,139-344-776,-14 79 35,24-74-23,-10 133 0,22-139-48,-14 197-59,18-182-68,6-106 76,-1 1 0,0-1 0,-1 0 0,-1 0 0,0 0 0,0-1-1,-2 1 1,0-1 0,0 0 0,-16 23 0,10-22 19,0 0 0,-1 0 0,0-1 0,-1-1 0,0 0 0,-1-1 0,0 0 0,-18 8 0,6-4-206,-1-2 1,0 0-1,-1-2 0,0-2 0,-1 0 0,-50 7 0,-8-7-3003,-3-9-3649,36-2-2464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42.5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280 157 6033,'0'1'100,"1"-1"0,-1 1 0,1-1 0,-1 0 0,0 1 0,1-1 0,-1 1 0,1-1 0,-1 0 0,1 0 0,0 1 0,-1-1 0,1 0 0,-1 0 1,1 1-1,-1-1 0,1 0 0,0 0 0,-1 0 0,1 0 0,0 0 0,-1 0 0,1 0 0,-1 0 0,1 0 0,0 0 0,0-1 0,2-15 2225,-2 13-2308,0-31 4722,-1 30-4448,0-1 0,0 1 0,-1 0 0,1 0 0,-1 0 0,0-1 0,0 1 0,0 0-1,-1 0 1,1 0 0,-1 1 0,0-1 0,0 0 0,-3-3 0,3 5 900,1-2 30,-7-31 854,7 31-724,-2 7-890,-3 5-320,0 0-1,1 0 0,-1 0 0,2 1 0,-1 0 0,1 0 0,0 0 0,1 0 0,-4 16 0,0 12 189,-3 47-1,6-39-115,-16 120 202,-84 766 820,35 0-4946,67-507-1124,3-229-44,1-115-550,6-11-3232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43.3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50 339 4264,'-15'6'570,"-4"1"175,3-5 4979,22-21-3415,-4 16-2186,0 0 1,0 0-1,1 0 1,-1 1-1,1-1 1,-1 1-1,1 0 0,0 0 1,0 0-1,0 0 1,0 0-1,4-1 1,44-15 883,-30 11-663,113-34 900,153-25 0,146 2-602,-408 61-615,671-66 488,181 35-977,-848 34 316,0 1 0,-1 2-1,51 10 1,-75-12 39,-4 0 100,1-1 1,-1 0-1,0 0 0,1 1 0,-1-1 0,1 1 0,-1-1 0,0 0 0,1 1 0,-1-1 0,0 1 0,0-1 0,1 1 0,-1-1 0,0 1 0,0-1 0,0 1 0,1-1 0,-1 1 0,0-1 0,0 1 0,0-1 0,0 1 0,0 0-21,0 0 0,0 0-1,0 0 1,0-1-1,1 1 1,-1 0 0,0 0-1,0 0 1,1-1-1,-1 1 1,1 0 0,-1-1-1,1 1 1,-1 0-1,1-1 1,-1 1-1,1 0 1,-1-1 0,1 1-1,0-1 1,-1 1-1,1-1 1,0 1 0,16 1-487,0-2-1,0 1 1,0-2 0,0 0 0,0-1 0,0-1 0,25-8 0,-38 10-609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43.9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43 4500,'-16'-18'135,"12"15"1096,-1 0 1,0 0 0,0 1-1,0-1 1,0 1-1,-8-2 1,4 0-652,6 3 2854,-1 3-2679,1 0-654,-1 1 0,1-1 0,0 1-1,-1 0 1,1 0 0,0 0 0,0 0 0,1 1 0,-1-1 0,1 1 0,0-1-1,0 1 1,0 0 0,0 0 0,1 0 0,-1 0 0,1 0 0,0 0 0,-1 8-1,-1 12 182,0 0 1,1 33-1,2-38-119,5 397 1218,-2-305-1243,8 257 215,-9-249-199,9 518-250,-9-484-2475,-34 300-1,30-437 1849,-2 0-1,0 0 1,-7 18-1,-12 15-4600,14-28-1313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44.7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203 857 4100,'-8'-2'766,"1"0"-1,0 0 0,-1 0 0,-10-7 1,-8-1-130,-8 0 79,-25-4 575,55 14-948,-16 5 390,9-2-86,15-5 723,25-6-318,1337-340 1907,80-22-2328,-1414 361-612,273-66 71,-301 74-212,-7 2-445,-42 18-3791,-84 21-1,72-25-1649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45.4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181 115 5432,'1'0'113,"0"-1"0,0 0-1,-1 0 1,1 0 0,0 0-1,0 0 1,-1 0-1,1 0 1,0 0 0,-1 0-1,1-1 1,-1 1 0,0 0-1,1 0 1,-1 0-1,0-1 1,0 1 0,0 0-1,0 0 1,0 0 0,0-1-1,0 1 1,0 0-1,0 0 1,0-1 0,-1 1-1,1 0 1,0 0-1,-2-2 1,-1-3 608,0 1 0,-1-1 0,0 1 0,-7-9 0,-7-9 1302,17 21-1870,1 1 0,-1-1 1,0 0-1,0 1 1,0-1-1,-1 1 0,1 0 1,0-1-1,0 1 1,-1 0-1,1 0 0,-3-2 1,3 3-105,1 0 1,-1 0-1,1 0 1,0-1-1,-1 1 0,1 0 1,-1 0-1,1 0 1,-1 1-1,1-1 1,-1 0-1,1 0 1,-1 0-1,1 0 0,0 0 1,-1 0-1,1 1 1,-1-1-1,1 0 1,0 0-1,-1 1 0,1-1 1,-1 0-1,1 1 1,0-1-1,-1 0 1,1 1-1,0-1 0,0 0 1,-1 1-1,-2 6 208,0-1-1,1 0 1,0 0-1,0 1 1,-2 9-1,-5 32 542,2 0 0,-2 52-1,7 104 1028,-1 23-512,-19 83-306,-14 304-1298,32-461-752,-2 121-2386,8-95-5011,2-92-1415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46.2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20 659 4664,'0'0'79,"-1"1"-1,0-1 0,0 0 1,0 0-1,1 0 0,-1 0 1,0 0-1,0 0 0,0-1 1,1 1-1,-1 0 0,0 0 0,0 0 1,1-1-1,-1 1 0,0 0 1,0-1-1,1 1 0,-1-1 1,0 1-1,1-1 0,-1 1 1,1-1-1,-1 1 0,1-1 0,-1 0 1,0 0-1,2-1 39,0 1 1,0-1-1,0 1 0,1-1 0,-1 1 0,0 0 1,1-1-1,-1 1 0,1 0 0,-1 0 0,1 0 1,0 0-1,2 0 0,12-7 290,0 2-1,0 0 0,1 1 1,-1 1-1,33-4 1,7-2 126,1058-213 3201,4 25-2668,-567 102-750,-487 85-288,317-44 307,-345 52-351,37 3 1,-61 1 38,0 0 1,0 1 0,0 0-1,0 1 1,0 0 0,15 8 0,-23-9-22,0 0 1,0 0 0,1 0-1,-1-1 1,0 0 0,1 1 0,-1-1-1,0-1 1,9 1 0,-4 0 0,-5-1 37,-2 1 90,-1-1-134,0 0 1,0 1-1,-1-1 1,1 0-1,0 0 1,0 0-1,0 1 1,-1-1-1,1 0 1,0 1-1,-1-1 1,1 1-1,0-1 1,-1 1-1,1-1 1,0 1-1,-1 0 1,1-1-1,-1 1 1,1-1-1,-1 1 1,1 0-1,-1 0 1,0-1-1,1 3 1,-19 5-319,10-5 196,5-2-161,-31 10-716,31-10 702,6-2-188,-2 0 504,0 1-1,0-1 1,0 0-1,0 1 1,0-1-1,0 1 1,0-1-1,0 1 0,0 0 1,1-1-1,-1 1 1,0 0-1,0 0 1,0 0-1,0 0 1,1 0-1,-1 0 1,0 0-1,0 1 0,0-1 1,0 0-1,1 0 1,-1 1-1,0-1 1,1 2-1,1 0 25,-1 0 0,0 1 0,0 0-1,0 0 1,0-1 0,0 1 0,-1 0 0,1 0 0,1 5-1,6 15 191,-1 1 0,-1 1-1,-1-1 1,-1 1-1,-1 0 1,-2 0-1,0 1 1,-2 30-1,-6 28 370,-19 93-1,-79 290 363,41-207-736,40-149-612,5 2-1,5 0 0,5 1 1,9 169-1,6-214-990,4 0-1,3 0 0,3-1 0,50 129 1,-40-139-1968,6-8-1346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47.0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412 1132 3692,'0'-1'77,"-1"0"-1,1 0 0,-1 1 0,1-1 1,-1 0-1,0 1 0,1-1 0,-1 1 1,0-1-1,1 1 0,-1-1 1,0 1-1,0-1 0,1 1 0,-1 0 1,0-1-1,0 1 0,0 0 0,0 0 1,1 0-1,-1 0 0,0-1 1,0 1-1,0 0 0,0 0 0,0 1 1,0-1-1,1 0 0,-1 0 0,0 0 1,0 1-1,0-1 0,0 0 0,-1 1 1,-16 4 348,11-8-217,0 0 1,0 0-1,0-1 1,0 1-1,1-1 1,0-1-1,0 1 1,-8-8-1,11 8-256,-4-2 109,0 0 0,0 1 1,-1 0-1,1 0 0,-1 0 1,0 1-1,0 0 0,-1 1 1,1-1-1,-1 2 1,1-1-1,-1 1 0,0 1 1,0-1-1,-18 1 0,8 2 406,0 1 1,-36 9-1,4-1 739,47-10-690,10-2-95,57-22-106,2 3 0,81-16 0,-79 21-245,576-140 308,1865-473 146,-2413 603-494,368-106-221,-447 126-609,-38 11-494,-8 2 353,-80 9-3932,55-5 868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47.9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878 76 3504,'0'0'96,"-1"0"0,1 0 1,0 0-1,-1-1 0,1 1 0,0 0 0,-1 0 0,1-1 0,0 1 0,-1 0 0,1-1 0,0 1 0,-1 0 1,1-1-1,0 1 0,0 0 0,0-1 0,-1 1 0,1-1 0,0 1 0,0 0 0,0-1 0,0 1 0,0-1 0,0 1 1,0-1-1,0 1 0,0-1 0,0 1 0,0 0 0,0-1 0,0 1 0,0-1 0,15-5 4938,9-3-1552,-23 9-3450,-1 0 0,0-1 1,0 1-1,1 0 0,-1 0 0,0 0 1,1 0-1,-1-1 0,0 1 1,0 0-1,1 0 0,-1-1 1,0 1-1,0 0 0,0 0 0,1-1 1,-1 1-1,0 0 0,0-1 1,0 1-1,0 0 0,0-1 0,0 1 1,0 0-1,0 0 0,0-1 1,0 1-1,0 0 0,0-1 0,0 1 1,0 0-1,0-1 0,0 1 1,0 0-1,0-1 0,0 1 0,0 0 1,0-1-1,0 1 0,-1 0 1,1-1-1,0 1 0,0 0 1,0 0-1,-1-1 0,1 1 0,0 0 1,-22-13 424,-29-2-326,39 12-97,0 1 1,-1 1-1,0 0 1,1 1 0,-19 1-1,24 0-11,0 0-1,0 1 1,1 0-1,-1 0 1,1 1 0,-1 0-1,1 0 1,0 0-1,0 1 1,1-1-1,-7 6 1,-5 6 154,1 1 1,1 0-1,0 2 0,-20 30 0,-40 83 406,-222 566-748,206-464-3009,35-94-1847,8-3-3007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48.7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888 7 4512,'-10'1'390,"8"0"-297,0-1-1,0 0 1,0 1-1,0-1 1,0 0-1,1 0 1,-1 0-1,0 0 1,0 0 0,0-1-1,0 1 1,0-1-1,0 1 1,1-1-1,-1 1 1,0-1-1,0 0 1,-2-2 0,2 2 1587,-10 1-1193,0 2 0,0-1 0,0 2 0,1 0 0,-1 0 0,1 1 0,-1 0 0,-10 6 0,-4 4 176,0 1 1,-27 21-1,21-11 81,2 1 0,-51 57 0,-41 73 550,94-114-1057,1 2 0,3 1-1,2 1 1,-33 97 0,-32 207 243,24 64-1980,33-138-4725,25-227 4166,-5 41-5077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49.2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3452,'3'36'1272,"14"-30"-720,3 0 49,0 0-533,0-3-212,10-3-2301,1 0 2073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49.6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1203 39 4112,'0'0'5866,"1"-2"-5672,10-23-54,-10 22 177,2 2-249,5-2-90,5-2 515,-12 5-481,-1 0 0,0 1 0,0-1 0,1 0 0,-1 0 0,0 1 0,0-1 0,0 0-1,0 0 1,1 1 0,-1-1 0,0 0 0,0 1 0,0-1 0,0 0 0,0 0 0,0 1 0,0-1 0,0 0-1,0 1 1,0-1 0,0 0 0,0 1 0,0-1 0,0 0 0,0 0 0,0 1 0,0-1 0,0 0 0,0 1 0,-1-1-1,1 0 1,0 0 0,0 1 0,0-1 0,0 0 0,-1 0 0,1 1 0,0-1 0,0 0 0,-1 0 0,1 0-1,0 1 1,-5 5 121,1 0 0,-1 0 0,0-1 0,0 1 0,0-1 0,-1 0 0,0-1 0,0 1 0,-8 4 0,-14 11 472,-10 13 345,1 1 0,-59 73 0,-52 91 423,93-122-1115,-145 223-408,29-42-2184,119-181 1398,-125 162-2976,88-141 641,1-3-1250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50.7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1494 31 3860,'0'0'2578,"1"-2"-1857,12-26 4112,-16 31-4272,-44 61 1086,-194 250 1571,-35-11-2208,91-105-837,111-116-275,-300 353-3364,165-167-2700,110-132 283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58.2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140 161 7793,'0'-7'698,"0"-1"0,0 1 0,0 0 0,-1-1 0,0 1 0,0 0 1,-1-1-1,0 1 0,-1 0 0,1 0 0,-1 0 0,0 1 0,-1-1 0,0 1 1,0 0-1,0 0 0,-1 0 0,0 0 0,0 1 0,0 0 0,-1 0 0,1 0 0,-11-6 1,10 12 261,1 3-803,1 0 1,-1 0 0,1 0 0,0 1-1,1 0 1,-1-1 0,1 1-1,0 1 1,0-1 0,1 0 0,0 1-1,0-1 1,0 1 0,0 0-1,1-1 1,0 1 0,-1 10 0,1 8 156,1 1 1,2 0 0,4 25 0,-2-13-16,95 581 812,10-241-8842,-84-301 3740,0-6-2331,2-7-3666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58.5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22 9885,'-12'-1'1976,"12"-4"1413,2 3-3178,-1 1 1,0 0-1,1-1 1,-1 1-1,1 0 0,-1 0 1,1 0-1,-1 0 1,1 1-1,0-1 1,2 0-1,3-1-68,0 2-1,0-1 1,1 1 0,-1 1-1,0-1 1,0 1 0,1 0-1,-1 1 1,11 3 0,19 4 203,194 35 653,46 27-475,-263-68-508,174 55 182,-161-48-167,0 2 1,-1 1-1,0 0 1,40 29 0,-58-36-28,-1 1 0,0-1 1,0 1-1,0 0 0,0 1 1,-1-1-1,-1 1 0,1 0 1,-1 1-1,-1 0 0,0-1 1,0 1-1,0 1 0,-1-1 1,-1 0-1,0 1 0,0 0 1,0-1-1,-1 1 0,-1 0 1,0 0-1,-2 18 0,-1-9 6,-1 0 0,-1 0 0,-1-1 0,-1 0 0,0 0 0,-1 0 0,-1-1 0,-1 0 0,0-1 0,-23 27 0,-8 5 2,-3-3 0,-1-1-1,-55 39 1,-160 102-56,-8 5-2406,262-185 2195,-5 3-687,0 1 0,0 1-1,-9 12 1,19-20-1043,6-2-751,29 0-4752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59.0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0 9265,'11'9'3908,"-21"-1"254,0-1-4377,-5 5 1052,0 1 0,1 0 0,1 1 0,0 0-1,-18 27 1,-47 89 2016,45-62-1837,2 1 0,4 1 0,-32 131 0,31-67 35,-14 163 0,38-248-880,1 1 0,3-1 1,1 1-1,3-1 1,14 66-1,-13-90-193,2 0 0,1-1 1,1 0-1,1 0 0,1 0 0,2-2 0,0 1 0,1-2 0,1 0 0,1 0 0,0-2 0,22 20 1,-12-18-314,1-1 0,1-1 0,0-1 0,2-2 1,0-1-1,0-1 0,2-2 0,-1 0 1,2-3-1,60 11 0,-13-9-1353,0-3-1,0-4 1,113-7 0,-92-5-3056,102-21 0,-53-5-4252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59.3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1 11929,'-21'57'12103,"11"4"-6975,5 64-4037,4-69 432,1 36-1119,20 156-1,25-28-5333,-3-100-4481,-35-104 7120,20 50-10674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7:59.6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597 31 8969,'3'-15'2632,"-12"11"404,-15-7 4822,23 13-6667,0 1-1060,0 1 1,0-1 0,1 0 0,-1 1 0,1-1 0,0 0-1,0 1 1,0-1 0,1 0 0,-1 1 0,1-1 0,-1 0 0,1 1-1,0-1 1,0 0 0,1 0 0,1 4 0,6 9 294,21 31 0,-20-32-183,20 29 116,26 39 410,87 172 0,-126-218-715,-3 1 0,-1 1 1,-1 1-1,-3-1 1,-1 2-1,-2-1 1,-2 1-1,-1 52 1,-4-15-108,-4-1 1,-3 1-1,-24 103 1,6-87-677,-3-1 0,-5-1 0,-3-2 0,-5-2 0,-104 165 0,92-176-1081,-4-2-1,-2-3 1,-105 96 0,47-65-3875,-2-6-3362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8:00.0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1 350 10625,'17'-45'2344,"16"6"-360,1 9-207,2 3-305,1-3-372,4-4-236,9 4-184,3 3-16,11 0-592,3 0-636,3 6-808,7 12-620,-3 6-3249,-10 6-4188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8:00.2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1 507 7733,'17'6'2300,"-4"-18"-60,0 0-136,24-9-284,-3 0-295,6-6-349,17-10-272,20 1-148,13-9-296,14-6-652,20-10-952,7-5-1000,19 0-3057,14 9-4152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8:01.5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 52 4568,'-47'-9'18177,"49"7"-18141,-1-1-1,0 1 0,1 0 1,-1-1-1,0 1 0,0 0 0,0-1 1,-1 1-1,1-1 0,0-2 0,-1 4 12,-1 0-1,1 0 0,-1 0 0,1 1 0,0-1 0,-1 0 1,1 1-1,-1-1 0,0 1 0,1-1 0,-1 0 0,0 1 1,1-1-1,-1 1 0,0-1 0,1 1 0,-1 0 0,0-1 1,0 1-1,1 0 0,-1 0 0,0-1 0,0 1 0,0 0 1,0 0-1,1 0 0,-3 0 0,2 2 83,-1 0-1,1 1 0,0-1 1,0 0-1,0 1 1,0-1-1,0 1 1,0-1-1,0 1 1,1-1-1,-1 4 1,-8 49 1187,-4 94 1,9-84-779,-4 263 360,12-259-4189,16 80 0,-15-125 4,1-1 0,13 37 0,1-14-7323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8:03.0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 1117 4980,'-4'0'537,"1"-1"0,0 0-1,-1 0 1,1 0-1,0 0 1,0-1-1,0 1 1,0-1 0,0 0-1,0 0 1,0 0-1,-4-4 1,-38-20 4810,42 24-5120,1 0 1,-1 1 0,1-1-1,-1 1 1,0-1-1,1 1 1,-1 0-1,0 0 1,0 0 0,0 1-1,0-1 1,0 1-1,0 0 1,0-1-1,-6 2 1,6-1 1674,3-2-1839,1 1 1,-1-1-1,1 1 0,0-1 1,0 1-1,-1 0 0,1-1 1,0 1-1,0 0 0,1 0 1,-1 0-1,0 0 0,1-1 0,3-2 68,2-3-28,1 0-1,0 1 1,0 0-1,0 1 1,1 0 0,16-7-1,64-19 349,-45 17-287,446-120 684,12 33-610,-457 93-208,1448-244 205,-276 52-66,-890 143-267,415-78-63,-638 114-496,143-9-1,-210 34-276,-12 0-4954,-34 6-607,8-9 5182,-6 9-6215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8:06.3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2397 3752,'-20'-25'880,"17"20"2393,-1-28-2299,4 30-89,1-2-811,0 1 0,0-1 0,0 1 0,1 0 0,0-1 0,-1 1 0,1 0-1,1 0 1,-1 0 0,1 0 0,0 1 0,4-5 0,-6 7-71,0 0 0,0 0 1,1 0-1,-1 0 0,1 1 0,-1-1 0,0 0 1,1 1-1,-1 0 0,1-1 0,-1 1 0,1 0 0,0 0 1,-1 0-1,4 0 0,4-1 22,174-18 87,-43 7-135,180-26 57,198-26-190,-291 32 169,662-104-136,730-78 399,-1418 185-268,-51 6-2,72-18 23,387-41-194,-333 54 106,-134 2 37,-66 15 21,75-21 1,1 0-125,236-63-166,-355 86 281,271-99-256,-82-3 161,-36 5 105,-160 92-59,0 1 1,0 2 0,1 0-1,1 2 1,38-7-1,4 2-152,0-3 0,116-44-1,-174 56 201,63-24-9,132-33 0,147-17-136,-292 62 126,117-49 1,-46 14-50,-90 36 112,161-49-48,-76 40 77,217-15-1,-232 30-140,5-3-21,130-31 0,-101 13 85,-69 15 2,125-40 1,-175 45-25,0-1 0,-1-2 1,32-21-1,-5 0-54,-52 33 85,13-24-122,-11 21 122,2-2 32,-1 0 0,1 1-1,12-11 1,-16 16-38,0-1 1,0 0-1,0 0 0,0 0 0,-1 0 1,1 0-1,-1-1 0,1 1 1,0-4-1,1 1-65,-1 3-272,-3-1-2290,-5-9 655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8:07.3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528 118 4352,'-1'-1'280,"0"1"0,0-1-1,0 1 1,-1-1 0,1 1-1,0-1 1,0 1 0,0-1-1,0 0 1,0 0 0,0 0-1,1 0 1,-1 1-1,0-1 1,0 0 0,1 0-1,-1 0 1,0-1 0,1 1-1,-1 0 1,1 0 0,-1 0-1,1 0 1,0 0 0,0-1-1,-1 1 1,1 0 0,0 0-1,0-1 1,0 0-1,-3-19 1329,-19-43 4768,21 61-5792,-3 4-394,-1 1 1,0-1 0,1 1 0,-1 0-1,1 0 1,0 1 0,0-1 0,0 1-1,0 0 1,-6 5 0,7-5-52,-15 14 299,0 2 1,1 0 0,1 1 0,1 0-1,-24 44 1,16-25-111,-28 44 207,5 1 0,-59 149 0,88-188-453,2 1 1,3 0 0,1 0 0,3 1 0,1 1 0,3-1-1,2 67 1,2-97-70,1 0 0,1-1 0,1 1 0,1-1 0,0 0 0,0 0 0,2 0 0,0 0 0,1-1 0,1 0 0,0-1 0,1 1 0,0-2 0,1 1 0,1-1 0,0-1 0,0 0 0,2 0 0,-1-1 0,1-1 0,26 15 0,-11-9-48,2-2 0,0-1-1,0-1 1,2-2-1,-1-1 1,1-1-1,0-2 1,54 3 0,-8-5-177,0-5 1,116-14 0,-137 8 68,85-22 0,-122 23 118,1 0 0,-1-1 0,-1-2 1,1 0-1,-1 0 0,-1-2 0,25-18 1,-40 26 18,0 1 1,-1 0 0,1-1 0,-1 1 0,1-1-1,-1 0 1,0 0 0,0 0 0,0 0 0,0 0-1,0 0 1,-1 0 0,1-1 0,-1 1 0,0-1-1,0 1 1,0-1 0,-1 1 0,1-1 0,-1 1-1,0-6 1,-1 5-2,0 1 0,0-1 1,0 0-1,-1 0 0,0 1 0,1-1 0,-1 1 1,0 0-1,-1-1 0,1 1 0,-1 0 0,1 0 1,-1 0-1,0 1 0,0-1 0,0 1 0,0 0 0,0-1 1,-7-2-1,-8-3-85,0 0 0,-1 1 1,0 1-1,-1 0 0,1 2 0,-1 0 0,0 1 1,-38 0-1,-12 3-876,-83 12 0,-123 38-5854,260-47 4886,0 2 0,-27 11 0,-11 18-7340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8:09.7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132 185 7737,'-12'-15'2079,"1"0"0,-1 0 1,2-1-1,1-1 0,-11-22 1,10 19-993,7 15-520,0 0 0,-1 0 0,1 1 1,-1-1-1,0 1 0,0 0 0,-1 1 0,-9-8 0,12 10 1054,1 5-749,0 22-393,2-1-1,0 1 1,2-1 0,0 1 0,2-1 0,9 28 0,4 31-40,67 627-903,-62-235-7266,-8-238-3207,3-130 364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8:10.0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372 203 9409,'-11'-10'842,"-8"-5"105,-5 3 3000,-6-3-1166,30 15-2755,-1 0 0,1-1 0,0 1 0,0 0 0,0 0 0,0 0 0,-1 0 0,1 0 0,0 0 0,0 0 0,0-1 0,0 1 0,0 0 0,0 0 0,-1 0 0,1 0 0,0 0 0,0-1 0,0 1 0,0 0 0,0 0 0,0 0 0,0-1 0,0 1 0,0 0 0,0 0-1,0 0 1,0-1 0,0 1 0,0 0 0,0 0 0,0 0 0,0 0 0,0-1 0,0 1 0,0 0 0,0 0 0,0 0 0,1-1 0,-1-4 90,1-1 0,0 1 0,1 0-1,-1 0 1,1-1 0,0 1 0,0 0 0,1 1 0,-1-1-1,1 0 1,0 1 0,1-1 0,-1 1 0,6-5 0,-2 3-23,-1 0 1,2 1 0,-1 0 0,1 1 0,-1 0 0,1 0-1,1 0 1,9-2 0,6-1 11,1 2 0,0 1 0,0 1-1,0 1 1,40 1 0,-35 3-49,-1 1-1,0 2 1,0 0 0,-1 2-1,0 1 1,0 1 0,45 22-1,-56-22-35,0 0 1,0 1-1,-1 1 0,-1 0 0,0 1 1,0 1-1,-1 1 0,-1-1 0,0 2 0,-1 0 1,-1 1-1,17 29 0,-23-34-12,0 1-1,-1 1 1,0-1-1,0 0 0,-2 1 1,1 0-1,-2 0 1,0-1-1,0 21 1,-3-14-1,0 0 0,-1 0 0,-1 0 0,-1 0 0,-12 31 0,-2-9 10,-2 0 1,-2-1-1,-1-1 0,-45 55 0,-248 243-22,279-299-21,-256 230-1145,92-106-2778,163-141 1728,21-11-3194,34-15-1901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8:10.4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312 134 9289,'50'-58'3805,"-25"31"-932,-23 25-2398,1-1-148,0 0 0,-1 1 1,1-1-1,-1 0 0,0 0 0,0 0 0,0 0 1,0-1-1,-1 1 0,1 0 0,-1-1 1,1-5-1,18 9 826,-18 0-1131,-1 0 0,0 0 1,1 1-1,-1-1 0,0 0 1,0 1-1,0-1 0,1 1 1,-1-1-1,0 1 0,0 0 1,0 0-1,0-1 0,0 1 1,0 0-1,0 0 0,0 0 1,-1 0-1,1 0 0,0 0 1,0 0-1,-1 0 0,1 1 1,-1-1-1,1 0 0,-1 0 1,1 0-1,-1 1 0,0-1 1,0 0-1,1 0 0,-1 3 1,4 50 215,-4-45-183,0 18 9,-2-1-1,-1 0 0,0 0 1,-2 0-1,-2 0 0,0 0 0,-1-1 1,-16 32-1,-14 19 31,-60 88 0,38-66-16,-1 1-26,21-37 11,-52 113-1,88-167-46,1-1 0,1 1 1,-1-1-1,1 1 0,0 0 0,-1 15 0,3-21-14,0 1-1,0-1 1,1 0 0,-1 1-1,1-1 1,0 1 0,-1-1-1,1 0 1,0 1 0,0-1-1,0 0 1,1 0 0,-1 0-1,0 0 1,1 0 0,0 0-1,-1 0 1,1-1 0,0 1-1,0-1 1,0 1 0,0-1-1,0 1 1,0-1 0,5 2-1,5 1 5,0 0-1,0 0 0,1-1 1,-1 0-1,1-2 0,0 1 0,0-1 1,0-1-1,-1 0 0,19-4 1,23-3-15,58-18 1,-81 18-14,523-165-2359,-198 26-7528,-259 100 1115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8:10.6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275 0 9829,'-5'2'432,"-1"0"0,1 0 0,-1 1 0,1-1-1,0 1 1,0 0 0,0 1 0,1-1 0,-1 1 0,1 0 0,0 0 0,-8 9 0,-4 7 1295,-19 33 1,32-48-1651,-20 35 822,2 1 0,1 0 0,3 2 1,1 0-1,2 1 0,-9 55 0,16-61-742,3 0-1,1 0 0,1 1 1,2-1-1,2 1 1,2-1-1,1 0 0,2 0 1,2-1-1,1 0 1,2 0-1,25 52 0,-19-53-398,1 0 0,2-2 0,2-1-1,1 0 1,1-2 0,2-1 0,1-1-1,1-1 1,2-2 0,0-1-1,65 39 1,-53-41-467,0-2 0,2-1 0,0-3 0,73 18 0,-51-21-2171,0-3 0,114 5-1,-8-14-6345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8:10.8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690 1 10077,'95'110'5971,"-51"-49"-4823,-3 1 0,-2 3 0,-3 1 0,-3 1-1,-4 2 1,30 97 0,-45-114-911,-2 0-1,-2 1 1,-3 0-1,-2 1 1,-2-1-1,-2 1 1,-3-1-1,-2 1 1,-19 87-1,-6-31-432,-5-1 0,-4-2 0,-5-1-1,-5-3 1,-115 185 0,114-218-553,-3-3 0,-3-2 0,-70 65-1,-39 13-2609,-9-13-3310,57-55-2593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8:11.3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1 13629,'11'0'428,"-5"0"2230,-10 6 386,-2 1-1969,3-2-762,1-1 1,0 1-1,1 0 0,-1 0 1,1-1-1,0 1 0,0 0 1,0 1-1,1-1 0,0 0 1,0 0-1,0 0 0,1 0 1,-1 0-1,3 6 0,-1 23 712,-4 92 1693,-23 159 0,1-35-3153,20-181-2289,10 113 1,-6-179 2574,3 27-2336,10 45 1,-10-64 986,0 0-1,1 0 1,0-1-1,8 12 1,19 27-9334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8:11.5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45 792 15741,'-45'5'2965,"51"-13"1032,11-6-3130,8-3 179,2 2 0,0 0 0,45-16-1,101-27 628,-140 48-1423,660-184 1823,11 26-2558,-402 97-219,-225 53 356,371-83-1719,3 31-2605,-436 69 4324,7-2-696,0 1-1,0 1 1,1 1 0,30 5 0,-19 7-4733,-23-2-3366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8:12.0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389 74 5348,'-7'-3'670,"-22"-13"563,27 15-842,1 0 1,0 0-1,0 0 0,-1 0 0,1 0 0,0 0 0,0 0 0,0 0 1,0 0-1,1-1 0,-1 1 0,0 0 0,0-1 0,1 1 0,-1 0 0,1-1 1,-1 1-1,1-1 0,-1-2 0,6-8 2996,0-4 3510,-16 23-6492,1 0 1,0 0-1,1 1 1,0 0-1,0 1 1,1 0-1,0 0 1,0 1-1,-8 15 1,-55 105 1021,66-119-1324,-103 238 1235,93-207-1241,2 1 0,2 0 0,2 1 0,-4 46 0,12-76-96,0 0 1,1 1-1,1-1 1,0 0 0,1 0-1,0 0 1,1 0-1,1 0 1,0-1-1,1 1 1,1-1 0,12 23-1,-12-27-44,1 0 0,0 0 0,1-1 0,0 0 0,0 0 0,0-1 1,1 0-1,0-1 0,1 1 0,-1-2 0,1 1 0,0-2 0,1 1 0,-1-1 0,1-1 0,19 4 0,-1-2-137,0-2-1,1 0 0,-1-3 0,0 0 1,0-2-1,31-5 0,-5-3-92,1-3 0,64-23 0,-60 15 51,-2-3 1,0-2-1,-2-3 0,75-51 0,-131 80 215,0 0 0,0-1-1,0 1 1,0 0-1,0-1 1,1 1 0,-1 0-1,0-1 1,0 1-1,0 0 1,0-1 0,0 1-1,0 0 1,0-1 0,-1 1-1,1 0 1,0-1-1,0 1 1,0 0 0,0-1-1,0 1 1,0 0-1,-1 0 1,1-1 0,0 1-1,0 0 1,0 0-1,-1-1 1,1 1 0,0 0-1,0 0 1,-1-1 0,1 1-1,0 0 1,0 0-1,-1 0 1,-10-8-154,8 6 89,-1 1 1,0 0 0,0-1 0,1 2-1,-1-1 1,0 0 0,0 1 0,0 0 0,0 0-1,0 0 1,0 0 0,-7 2 0,-54 15-763,28-5 283,-41 7-824,-96 25-3317,61-9-2294,18 2-3095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8:12.8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9 12461,'0'-1'233,"-1"1"0,1-1 1,-1 1-1,1-1 0,0 1 0,-1-1 0,1 1 1,-1-1-1,1 1 0,-1 0 0,0-1 0,1 1 0,-1 0 1,1-1-1,-1 1 0,0 0 0,1 0 0,-1-1 0,0 1 1,1 0-1,-1 0 0,0 0 0,1 0 0,-1 0 0,0 0 1,1 0-1,-1 0 0,0 0 0,1 0 0,-1 1 0,1-1 1,-1 0-1,0 0 0,1 1 0,-1-1 0,0 0 1,1 1-1,-1-1 0,1 0 0,-1 1 0,0 0 0,-3 14 901,6-9-800,0-1 0,0 1 0,0-1-1,0 1 1,1-1 0,5 9 0,8 15 600,-4 8-190,-2 1-1,-2 0 0,-1 1 1,2 42-1,-7-63-592,11 120 730,-6-48-2865,34 162 1,-37-238 1511,28 99-4570,-2-41-2732,5-14-3395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8:13.1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0 104 12213,'9'-28'2685,"-9"26"-2554,1 0 0,-1-1-1,1 1 1,0-1 0,-1 1-1,1 0 1,0 0 0,0-1 0,1 1-1,-1 0 1,0 0 0,1 0 0,-1 0-1,1 0 1,0 1 0,-1-1-1,1 0 1,0 1 0,0-1 0,0 1-1,0 0 1,0 0 0,1 0 0,-1 0-1,4-2 1,22-4 240,-1 1 0,1 1 1,0 1-1,1 1 0,-1 2 0,54 4 0,170 35 324,-210-29-619,0 1 0,0 2 0,-1 2 0,55 27 0,-82-34-68,0 0 0,0 1-1,-1 1 1,0 0 0,0 1-1,-1 0 1,0 1 0,-1 1-1,0 0 1,-1 0-1,-1 1 1,0 0 0,0 0-1,-1 1 1,6 17 0,-10-19-11,0-1 0,-2 1 0,1 0 0,-1-1 1,-1 1-1,0 0 0,-1 0 0,0 0 0,-1 0 1,0 0-1,-4 12 0,1-6-3,-2 0 0,0-1 1,-1 1-1,-1-2 0,0 1 0,-16 22 0,-4-1-68,-1-2 0,-2 0 0,-2-3 0,-65 53-1,-16 5-1790,-234 139-1,168-123-5376,113-70-448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8:13.6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761 283 6937,'-16'-5'528,"1"2"691,2-1 0,-1-1 0,0 0 0,-18-11 0,30 15-1055,0 0 1,0 0-1,0 0 1,0-1-1,0 1 0,0-1 1,0 1-1,1-1 1,-1 0-1,0 0 0,1 1 1,0-1-1,-1 0 1,1-1-1,0 1 1,0 0-1,0 0 0,0 0 1,1-1-1,-1 1 1,0 0-1,1-1 0,0 1 1,0 0-1,-1-1 1,1 1-1,1-1 1,-1 1-1,0 0 0,0-1 1,1 1-1,0 0 1,-1-1-1,3-2 0,0-2-38,2 0-1,-1 1 1,1 0 0,0-1-1,1 2 1,-1-1-1,1 1 1,0-1-1,0 2 1,1-1-1,0 1 1,13-7-1,15-6 276,48-15-1,-77 30-369,18-7 61,1 1-1,1 1 1,-1 1-1,1 2 1,0 0 0,32 1-1,-48 3-70,-1 0-1,0 1 0,0 1 1,1 0-1,-1 0 0,0 1 1,-1 0-1,1 0 0,9 5 1,-12-4-9,-1 0 0,1 0 0,-1 0 0,0 1 0,0-1 0,0 1 0,0 1 0,-1-1 1,0 1-1,0-1 0,-1 1 0,1 0 0,3 11 0,-4-8-2,0 0-1,-1 0 1,0 0-1,-1 0 0,0 0 1,-1 1-1,1-1 1,-2 0-1,1 0 1,-1 0-1,-3 12 1,-5 14 29,-20 53 0,13-41 0,-8 14 2,12-33-16,-11 38 1,21-59-17,0 1 0,1-1 0,0 1 0,0-1 0,1 1 1,0-1-1,0 1 0,0 0 0,1-1 0,2 10 0,0-11-7,-1 0-1,1 0 1,0 0 0,1 0 0,-1 0 0,1-1 0,0 0 0,0 0-1,1 0 1,0 0 0,-1-1 0,2 0 0,-1 0 0,0 0-1,1 0 1,11 4 0,10 4-18,0-1 0,46 12 1,-16-6-98,-48-14 77,-1 0 0,1 0 0,-1 1 1,0 0-1,-1 0 0,1 1 0,-1 0 0,1 0 0,-2 1 0,1 0 0,8 10 0,-14-15 25,0 1-1,0 0 1,0 0 0,0 0-1,0 0 1,-1 0-1,1 0 1,-1 0-1,0 0 1,1 0-1,-1 0 1,0 0-1,0 0 1,0 0-1,0 0 1,-1 0-1,1 0 1,-1 0-1,1 0 1,-1 0 0,1 0-1,-1 0 1,0-1-1,-2 4 1,-1 5-32,-3 6-25,-2 0 1,0-1-1,0 1 0,-2-2 1,0 1-1,0-2 1,-2 1-1,1-2 0,-28 21 1,-17 10-327,-71 39 1,-3-8-710,-155 64 1,-154 30-3340,231-113-1345,122-36 342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8:13.9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1 12277,'-21'131'4043,"5"-27"-1249,0-23-1439,4 1 0,3 0 0,2 140 0,10-183-1275,0 1 0,3-1 1,2 0-1,1 0 0,1-1 0,3 0 0,1-1 0,1-1 1,37 61-1,-33-67-344,1-1 0,2-1 0,1-1 0,1-1 0,2-1 0,0-1 0,2-2 0,37 25 0,-37-30-376,1-1-1,1-1 1,0-2 0,0-1 0,1-2-1,1-1 1,0-1 0,0-1 0,36 1 0,59-2-4604,6-10-3086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8:14.1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487 64 11401,'-47'-64'9124,"72"82"-5293,23 23-2581,-4 2-624,23 21 334,102 127-1,-151-167-908,-1 1 1,-1 0-1,-2 2 1,0 0-1,-2 0 0,0 1 1,-3 0-1,0 1 0,8 48 1,-13-39-123,-2-1 0,-2 1-1,-1 0 1,-2 0 0,-1-1 0,-2 0 0,-13 42 0,-1-12-442,-3-1-1,-63 124 1,55-134-167,-74 98-1,-55 38-1299,-52 18-1881,61-82-2951,36-36-2746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8:14.5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48 101 12641,'-19'-20'2167,"15"16"-153,-21-11 5762,27 13-7741,-1-1-65,1 0 0,-1 0 0,1 0 0,0 1 0,0-1 0,0 1 0,0-1 0,0 1 0,1 0 0,-1 0 0,1 0 0,-1 0 0,1 0 0,0 1 0,0-1 0,0 1 0,0 0 0,0 0 0,0 0 0,0 0 0,0 0 0,0 1 0,5-1 0,28-5-1440,1 1 0,55 0 0,-81 5 954,0 1 0,1-1 1,-1 2-1,0 0 0,0 0 0,0 1 0,0 0 0,0 1 1,-1 0-1,1 1 0,-1 0 0,17 12 0,-23-13 308,1-1-1,-1 1 0,0 1 1,-1-1-1,1 0 1,-1 1-1,0 0 1,0 0-1,0 0 0,-1 0 1,1 0-1,-1 0 1,2 11-1,-2-7 112,-1-1 0,-1 1 0,1 0 0,-1 0 0,-1 0 0,0 0 0,0 0 0,-3 9 0,-4 11 247,-2-1 1,-1 1-1,-2-2 1,-17 30-1,-19 24 1835,-80 100 0,41-62 837,84-113-2672,0-1 99,0 0 1,1 1 0,-1 0-1,-3 11 1,6-16-205,1 0 0,-1 0-1,1 0 1,0 0 0,0 0 0,-1 0-1,1 0 1,0 0 0,0 0 0,0 1-1,0-1 1,0 0 0,1 0 0,-1 0 0,0 0-1,0 0 1,1 0 0,-1 0 0,1 0-1,-1 0 1,1 0 0,-1 0 0,1 0 0,-1 0-1,1 0 1,0 0 0,0 0 0,-1-1-1,1 1 1,0 0 0,0-1 0,0 1-1,0 0 1,0-1 0,2 1 0,2 1 28,0 0 0,1 0 0,0-1 0,-1 0 0,1 0 0,0-1 0,-1 1 0,1-1 0,0-1 0,0 1 0,-1-1 0,8-1 0,13-5-55,35-12 0,-35 10-128,276-119-3647,-239 99 2406,85-37-2861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8:14.9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19 10129,'2'-2'2618,"1"-1"-1966,7-10 2992,-24 19-844,12-5-2608,1 0-1,0 0 0,0 0 1,0 1-1,0-1 0,0 0 1,0 1-1,0-1 0,0 0 1,0 1-1,0-1 1,1 1-1,-1 0 0,1-1 1,-1 1-1,1-1 0,-1 1 1,1 2-1,0 33 1725,1-15-1060,-7 427 5239,25-189-6707,-10-202-952,3-1 1,22 64-1,-5-24-1735,24 65-7085,-18-85 8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8:15.1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1348 16986,'1'0'64,"-1"0"1,0-1 0,0 1 0,1 0 0,-1 0-1,0 0 1,0 0 0,0 0 0,1-1 0,-1 1-1,0 0 1,0 0 0,0 0 0,0-1 0,1 1-1,-1 0 1,0 0 0,0-1 0,0 1 0,0 0-1,0 0 1,0-1 0,0 1 0,0 0 0,0 0 0,0-1-1,0 1 1,0 0 0,0 0 0,0-1 0,0 1-1,0 0 1,0 0 0,0-1 0,0 1 0,0 0-1,0 0 1,0-1 0,-1 1 0,1 0 0,0 0-1,0 0 1,0-1 0,0 1 0,0 0 0,-1 0-1,1 0 1,0-1 0,0 1 0,0 0 0,-1 0 0,1 0-1,0 0 1,0 0 0,-1 0 0,1 0 0,0-1-1,0 1 1,-1 0 0,1 0 0,0 0 0,0 0-1,-1 0 1,1 0 0,0 0 0,-1 0 0,25-21 1281,-22 20-1093,53-39 1457,1 2 1,1 3-1,89-39 1,194-65-77,-333 136-1597,1393-483-1275,-251 155-4152,-465 171-3786,-606 152 4251,-23 14-2802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8:15.6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465 42 13801,'-67'-35'2890,"53"28"6009,2 22-5838,-25 35-2580,2 2-1,2 1 1,3 2-1,-26 66 1,11-7 375,-33 138 1,31-33-857,42-180 0,1 0 0,3 1 0,5 64 0,-3-91 0,0 0 0,2 0 0,-1 0 0,2-1 0,0 1 0,0-1 0,1 1 0,1-2 0,0 1 0,0 0 0,1-1 0,1-1 0,0 1 0,0-1 0,1 0 0,0-1 0,1 0 0,0-1 0,0 0 0,1 0 0,0-1 0,1 0 0,-1-1 0,20 7 0,0-3-112,-1-2 0,1-2 0,0 0 0,1-2 0,0-1 0,-1-2 0,51-4 0,-6-5-440,149-36-1,51-39-149,-213 60 496,-1-4-1,72-41 0,-88 39 50,-45 29 152,0-1 1,-1 1-1,1-1 1,0 1 0,0-1-1,-1 1 1,1-1-1,0 1 1,-1-1-1,1 1 1,0-1 0,-1 0-1,1 1 1,-1-1-1,1 0 1,-1 0 0,0 1-1,1-1 1,-1 0-1,0 0 1,1 0-1,-1 0 1,0 1 0,0-3-1,0 2 2,-1 1-1,1-1 1,-1 0-1,1 1 1,-1-1-1,1 0 1,-1 1-1,0-1 1,1 0-1,-1 1 1,0-1-1,1 1 1,-1-1-1,0 1 1,0 0-1,0-1 1,1 1-1,-1 0 1,-1-1-1,-6-1-14,1 1 0,-1-1 0,1 1 1,-16 0-1,-28 6-243,0 1 0,0 3 1,-78 24-1,85-21-16,-441 124-3736,164-34-5840,176-56-994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8:58.7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65 151 4824,'0'0'77,"1"1"0,0-1 0,0 0 0,-1 0-1,1 0 1,0 0 0,-1 0 0,1 0 0,0 0-1,-1 0 1,1 0 0,0 0 0,0 0 0,-1-1-1,1 1 1,-1 0 0,1 0 0,0-1 0,-1 1-1,1 0 1,0-1 0,-1 1 0,1-1 0,-1 1-1,1-1 1,0 0 0,3-18 1738,-3 8-912,-1 7 459,0 1-148,-16-61 4919,16 62-4070,-7-11-1084,5 10-757,1 1 0,-1-1 0,1 1-1,-1-1 1,0 1 0,0 0 0,0 0 0,0 0-1,0 0 1,-5-4 0,5 5 1606,-21 47-273,18-20-1136,1 1-1,1 0 1,1 0 0,2 0-1,5 46 1,31 136 608,-31-186-858,13 62-69,129 727 1669,-122-541-1769,-12 0 0,-41 509 0,-11-196 0,40-464 0,18 144 0,-12-189 0,-5-62-5,0 1 0,1 0 0,0-1 0,11 26 0,-12-35-250,-7-26-5463,0 7 4729,-6-44-3585,5 14-1677,3-19-5720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8:59.5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33 446 4516,'-22'-12'1026,"17"9"1339,4 11-703,-3 6-1628,4-13 155,0-1 0,0 0 0,0 0 0,0 1 0,0-1-1,0 0 1,0 0 0,0 1 0,0-1 0,0 0 0,0 0 0,0 1 0,0-1 0,0 0-1,0 0 1,0 0 0,0 1 0,0-1 0,0 0 0,1 0 0,-1 1 0,0-1 0,0 0-1,0 0 1,0 0 0,0 1 0,1-1 0,-1 0 0,0 0 0,0 0 0,0 0 0,1 1-1,-1-1 1,0 0 0,0 0 0,0 0 0,1 0 0,-1 0 0,0 0 0,1 0 0,188-10 2581,-46 0-1898,199-10 90,-285 17-837,1484-111 1251,93-6-377,-1126 86-755,868-52 249,-1083 69-416,399-17 313,-649 33-283,2 0 459,66-9-1,-108 9-233,-23 25-24574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9:01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 1293 5236,'3'0'1143,"13"-4"1052,0-2 1,19-8-1,-7 3-636,-25 10 1521,-4 1-3001,0-1 0,0 0 0,0 0 0,0 0 0,0 0 0,0 1 0,0-1 0,0 0 0,1-1 0,-1 1 0,0 0 0,1 0 1,-1-1-1,0 0-44,0 1 1,1 0-1,-1 0 1,0-1-1,0 1 1,0 0-1,0 0 1,1 0-1,-2 0 1,1 0-1,0 0 1,0 0-1,0 0 1,0 1-1,-1-1 1,-1-1-1,-14-2 213,1 0-1,-1 1 0,0 1 0,0 0 0,0 1 0,0 1 0,-24 3 0,37-2-53,33-1 361,530-47 660,-337 22-983,1173-136 1169,-902 101-1135,1130-163 204,-1236 167-374,632-105 1042,-964 152-959,172-39 475,-96 18-104,-101 23-262,0-1 1,53-22 0,-43 12-210,9-3-146,64-39 0,-79 46-887,-29 12 657,0 1 1,0-1-1,0-1 0,0 1 0,-1-1 0,7-3 0,-10 5 136,0 1 0,-1-1 0,1 1-1,0-1 1,-1 1 0,1-1 0,0 0 0,-1 1-1,1-1 1,-1 0 0,1 1 0,-1-1-1,1 0 1,-1 0 0,1 0 0,-1 0-1,0 1 1,0-1 0,1 0 0,-1-2 0,-12-17-2808,-30-18-5632,40 37 7438,6-20-778,-2 17 1887,0 0 0,0 0-1,0 1 1,0-1 0,0 0-1,1 1 1,0-1 0,0 1-1,0 0 1,0 0 0,0 0-1,7-4 1,1-1 584,0 1 1,22-10-1,-31 16-421,4-19-3283,-2 4 377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9:02.0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299 40 2804,'0'0'1746,"-2"-2"-986,-50-28 2813,49 29-1956,-16-2-385,5 0 5472,14 6-6040,-1 24 392,0-10-629,1-1 0,1 1-1,3 18 1,9 45 201,-4 0-1,0 118 1,-25 163 336,7-221-516,-54 308 682,46-354-895,-102 557 1625,111-599-1698,2 0-1,3 0 1,1 0-1,9 69 1,47 204 517,-41-260-610,-3 0-1,-3 1 1,-3 0-1,-2 0 0,-4 0 1,-19 127-1,3-121-37,13-57-18,0 1 1,2-1 0,-1 1 0,2 0 0,0 0-1,1 31 1,2-38 18,1-1 0,-1 1 0,1 0 0,1-1 0,4 12-1,-6-17-6,3 17 10,-1-4-14,-3-13 446,1-7-448,1-25-90,-1 20-468,-1 1 0,1-1 1,0 1-1,1-1 0,0 1 1,6-16-1,11-27-2795,-15 39 899,0 0-1,1-1 0,11-18 0,12-2-8895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9:05.2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282 171 3816,'0'0'9384,"-3"-1"-8487,2 1-754,0-1 0,0 1 0,0 0 1,-1-1-1,1 1 0,0-1 1,0 1-1,0-1 0,0 0 0,0 1 1,0-1-1,0 0 0,0 0 1,0 0-1,-1-1 0,2 0 58,0 1 0,0 0 0,0 0 0,0-1 0,0 1 1,0 0-1,1-1 0,-1 1 0,1 0 0,-1 0 0,0 0 0,1-1 0,0 1 0,-1 0 0,1 0 0,2-3 2348,-5 2-2486,1 1-1,-1 0 0,0-1 1,0 1-1,1 0 0,-1 0 0,0 0 1,0 0-1,0 0 0,0 1 1,0-1-1,0 1 0,0-1 1,-1 1-1,-3 0 0,3 0-60,-3 1 13,0 0 0,0 1-1,0-1 1,0 1 0,1 0 0,-1 1-1,0-1 1,1 1 0,0 0-1,0 1 1,0-1 0,0 1-1,0 0 1,1 0 0,-5 5-1,-7 10 65,2 0 0,0 0 0,0 1 0,2 1 0,1 0 0,0 1 0,2 0 0,1 0 0,0 1 0,2 0 0,0 1-1,2-1 1,-3 37 0,7-38-53,0 1 0,2 0-1,0-1 1,1 1-1,2-1 1,0 0 0,1 0-1,2-1 1,10 23 0,-13-32-3,1-1 1,1 0-1,0 0 0,0 0 1,1-1-1,1 0 1,0-1-1,0 0 0,0 0 1,1-1-1,1-1 1,-1 1-1,1-2 1,0 1-1,1-1 0,0-1 1,18 6-1,1-4 40,0 0-1,0-3 0,1 0 0,0-2 1,50-3-1,-26-4-7,0-2 0,70-19 0,-100 20-25,0-1 1,-1-2-1,0 0 0,0-2 0,-2 0 1,35-23-1,-50 28-20,1 0-1,-2 0 1,1-1 0,-1-1-1,1 1 1,-2-1 0,1 0 0,-2-1-1,1 1 1,-1-1 0,0 0-1,0 0 1,-1-1 0,-1 0 0,0 1-1,0-1 1,-1 0 0,0-1-1,1-17 1,-3 4-17,-1 0-1,-2 1 1,0 0-1,-10-35 1,-36-90-29,33 112 213,-1 1-1,-2 0 1,-2 1-1,-1 2 0,-1 0 1,-31-32-1,51 60-202,0 0 1,-1 0-1,0 0 0,1 0 0,-1 1 0,0 0 1,-1 0-1,1 0 0,0 0 0,-1 1 0,0-1 0,0 1 1,1 0-1,-1 1 0,0-1 0,-10 0 0,-6-1-119,0 2 0,0 1-1,-1 1 1,1 0-1,0 2 1,0 0-1,-29 9 1,-141 54-2629,179-61 2468,-15 7-611,21-8 336,-1-1 0,1 0-1,-1-1 1,0 1-1,0-1 1,0-1-1,-14 3 1,-16-12-7513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9:06.0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384 107 5529,'0'0'1212,"-1"-3"-18,-4-7-220,-11-18 3465,12 12 4049,-19 22-8063,10-1-314,0 2 0,1-1 0,0 1-1,1 1 1,-1 0 0,2 1 0,-1 0 0,-17 21 0,26-28-97,-22 23 77,1 2 1,2 0 0,1 1 0,1 2-1,1 0 1,2 0 0,1 2-1,1 0 1,-12 44 0,21-56-36,2 0 1,0 0-1,1 1 1,1-1-1,0 1 1,2 0-1,1-1 1,0 0-1,2 1 1,0-1-1,1 0 1,1-1 0,1 1-1,1-1 1,0 0-1,2-1 1,0 0-1,1-1 1,0 0-1,2 0 1,0-1-1,1-1 1,0 0-1,1-1 1,1-1 0,0 0-1,1-2 1,0 1-1,36 16 1,-25-16-6,0-1 0,1-2 0,0-1 0,1-1 0,0-1 0,0-2 0,40 1 0,-46-5-34,-1 0 1,1-2-1,0 0 0,-1-2 0,1-1 0,-1 0 1,0-2-1,-1-1 0,40-19 0,-52 21-17,1 0-1,-1-2 1,0 1-1,-1-1 0,0 0 1,0-1-1,-1 0 1,0-1-1,-1 0 0,0 0 1,0 0-1,8-19 0,-2-3 7,-1 0 0,-1-1 0,7-44 0,-13 52-19,-2-1-1,0 0 1,-2 1 0,-1-1 0,-1 0-1,-5-31 1,-5-3 27,-26-87-1,31 128-22,0 0-1,-2 0 0,0 1 1,-1 0-1,0 1 0,-2 0 1,0 0-1,-1 1 0,-18-19 1,18 24 1,0 0 1,0 1-1,-1 1 1,0 0-1,-1 0 0,0 2 1,-1-1-1,1 2 1,-1 0-1,0 1 1,-1 0-1,-17-2 1,13 3-55,0 1 1,0 1-1,0 1 1,0 1-1,-22 2 1,36-2-29,-1 1 1,1 0-1,-1 1 1,1 0-1,-1 0 1,1 0-1,0 1 1,0 0-1,0 0 1,0 0-1,1 1 0,-1 0 1,1 0-1,0 0 1,0 1-1,0-1 1,1 1-1,-7 10 1,7-9-296,0 0 1,1 0 0,0 0 0,0 0 0,0 1 0,1 0 0,-2 8 0,3-12-24,1 0 0,0 0 0,0 0 0,0-1 0,0 1 0,1 0 0,-1 0-1,2 4 1,-1-4-384,0 0-1,1 1 1,-1-1-1,1 0 1,0 0-1,0 0 1,0-1-1,3 4 1,13 11-6498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9:06.7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395 89 6765,'7'1'9960,"-20"7"-3878,6-6-6764,1-4 768,0 1 0,0 0 0,0 1 0,0-1 0,0 1 0,0 0 0,0 1 0,0 0 0,0 0 0,0 0 0,0 0 0,0 1-1,1 0 1,-1 0 0,1 1 0,-1 0 0,-7 4 0,-8 7-21,0 0-1,-37 34 1,45-35-26,0 1 1,0 1-1,1 0 1,1 0-1,1 1 1,-10 19 0,2 3-12,-23 68 1,36-89 1,1 0 0,1 0 0,1 0 0,0 0 0,1 1 0,1-1 0,0 0 0,1 1 0,1-1 0,1 0 0,1 0 0,0 0-1,1 0 1,1-1 0,0 0 0,1 0 0,1 0 0,0-1 0,2-1 0,-1 1 0,2-1 0,0-1 0,0 0 0,1 0 0,1-1 0,0-1 0,1 0 0,0-1 0,0-1 0,1 0-1,1-1 1,-1 0 0,27 8 0,-13-7-2,1-1 0,0-2 0,1-1-1,0-2 1,40 1 0,-53-5-18,1 0-1,-1-1 1,1 0 0,-1-2-1,0 0 1,0-1 0,0-1-1,-1 0 1,33-18 0,-42 18 0,0-1 1,-1 1 0,0-1 0,-1 0 0,1-1 0,-1 1-1,-1-1 1,1-1 0,-1 1 0,-1-1 0,4-9 0,0 3 7,-3 4-23,0-1 0,0 0 0,-1 0 0,-1 0 0,0 0 0,0-1 0,1-23 0,-4 3-17,-5-51-1,3 55 28,-2-2-13,0 1 0,-2-1 1,-1 1-1,-2 0 1,-1 1-1,-1 0 1,-1 0-1,-2 1 0,-23-36 1,24 45-11,0 1 0,-1 0 0,-1 1 0,-1 0 1,0 2-1,-1 0 0,-1 0 0,0 2 0,0 0 1,-2 2-1,0 0 0,0 1 0,-31-11 0,43 18-121,-1 1 0,1 0-1,-1 0 1,1 1-1,-1 0 1,1 1 0,-1 0-1,1 0 1,-1 1-1,1 0 1,-1 0 0,1 1-1,-1 0 1,1 1 0,0-1-1,0 2 1,-14 7-1,15-7-566,-1 2-1,1-1 0,0 1 1,-7 7-1,7-5-1017,1 0 0,0 0 0,-10 16 0,-1 9-7578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9:57.6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64 64 484,'-64'-63'-172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0:00.3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85 706 4608,'-6'-52'439,"2"24"-45,1 1 1,2-1-1,2-30 1,3 14 433,-2-1 0,-2 0 0,-2 1 0,-2 0 0,-1 0 0,-14-46 0,-17-67 4128,36 163-4709,0-1 1,0 0-1,-1 0 0,1 1 1,-1-1-1,-2 5 0,-2 19 131,3 80 998,16 151-1,-1-88-731,3 350 517,17 258-376,-17-615-1075,7-1 0,76 271-1,-67-334-795,5-1 1,5-2-1,3-2 0,77 120 0,-104-189-493,0 0-1,2-2 1,0 0 0,41 37-1,14-8-6066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0:01.2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572 1911 3112,'-6'-7'331,"0"0"-1,0 1 0,-1 0 0,0 0 0,0 0 1,-1 1-1,1 0 0,-1 1 0,-11-5 1,0-2 65,7 5-249,0 1-1,0 0 1,0 0-1,0 1 1,0 1-1,-16-2 0,-6 0 289,-37 1-1,25 3 178,1 3-1,0 2 1,-73 15-1,105-14-89,35-6 75,57-13 222,0-3 1,109-40 0,-111 33-545,524-161 858,445-141-256,-852 263-809,1921-642 342,-2050 681-386,810-317-78,-849 331 63,-21 8-9,0 0 0,0 0 1,0 0-1,0 0 0,0-1 0,0 0 1,-1 0-1,1-1 0,-1 1 1,0-1-1,6-7 0,-9 11-1,-1 0 0,0 0 0,1-1 0,-1 1 0,0 0 0,1-1 0,-1 1 0,0 0 0,0-1 0,1 1-1,-1 0 1,0-1 0,0 1 0,0 0 0,1-1 0,-1 1 0,0-1 0,0 1 0,0 0 0,0-1 0,0 1 0,0-1 0,0 1-1,0 0 1,0-1 0,0 1 0,0-1 0,0 1 0,0-1 0,0 1 0,0 0 0,0-1 0,-1 1 0,1-1 0,0 1 0,0 0 0,0-1-1,-1 1 1,1 0 0,0-1 0,0 1 0,-1 0 0,1 0 0,0-1 0,-1 1 0,1 0 0,0 0 0,-1-1 0,1 1 0,0 0-1,-1 0 1,1 0 0,-1-1 0,1 1 0,0 0 0,-1 0 0,1 0 0,-1 0 0,1 0 0,-1 0 0,1 0 0,0 0 0,-1 0 0,1 0-1,-1 1 1,-46-1 99,23 2-103,16-2-16,3 1 27,1 0-1,0-1 0,-1 0 0,1 0 0,-1 0 1,1-1-1,-7 0 0,12 2-1,-1 0 1,0 0-1,1 1 1,-1-1-1,0 0 0,1 0 1,-1 0-1,1 0 1,0 1-1,-1-1 0,1 0 1,0 0-1,0 0 0,0 0 1,0-1-1,0 1 1,0 0-1,0 0 0,0 0 1,1 0-1,25 13-165,-22-12 176,-2-1-60,-3 1 18,1-1 29,-1 1 0,1-1 0,0 1 0,0-1 0,0 1 0,0-1 0,0 1 1,0-1-1,0 0 0,2 2 0,8 11 29,-3 3 76,-1 1 0,-1 0 1,0 0-1,6 35 0,4 83 559,-10-75-317,45 594 1907,-29-320-1779,-4-82-234,66 681 118,156 527-3998,-160-1129-806,-53-227 467,3 9-3317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0:02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 2631 4008,'0'0'3882,"-2"-3"-3617,1 0-188,-1 0 0,0 0 1,1 0-1,0 0 0,0 0 1,0-1-1,0 1 0,1 0 1,-1-1-1,1 1 0,0-1 1,0 1-1,0-1 1,0 1-1,0 0 0,1-1 1,0 1-1,0 0 0,0-1 1,0 1-1,0 0 0,2-4 1,-2 5-41,-1 0 0,0 0 0,0 0 0,0 0 0,0 0 0,0-1 1,0 1-1,0 0 0,-1 0 0,1 0 0,-1 0 0,0 0 1,1 0-1,-1 0 0,0 0 0,0 0 0,-2-3 0,2 3 53,-5 0 37,0-1 0,0 1 0,1-1 0,0-1 0,-10-6 0,8 5 115,4 2 100,-1 1-1,1 0 0,-1 0 1,0 0-1,0 0 1,0 1-1,0-1 0,-7 0 1,8 1 139,26-42 691,-8 25-1033,2 1 1,0 1 0,0 0 0,24-15 0,89-52 44,-102 66-123,804-433 385,8 54-257,13 26-91,-569 249-99,147-60 48,588-268 254,-984 432-290,126-65 36,-127 63-21,-1-2 1,43-35 0,-74 55-33,1-1 1,-1 1 0,0-1-1,0 0 1,0 0-1,0 0 1,0 0 0,-1-1-1,1 1 1,-1 0 0,1-1-1,-1 1 1,0-1-1,0 1 1,0-1 0,1-3-1,-2 6-4,0-1-1,-1 0 1,1 1-1,0-1 1,0 1-1,0-1 1,-1 1-1,1-1 1,0 1-1,0-1 1,-1 1-1,1-1 1,0 1-1,-1-1 1,1 1-1,-1-1 0,1 1 1,-1 0-1,1-1 1,-1 1-1,1 0 1,-1-1-1,1 1 1,-2-1-1,-25-3-600,14 4 3,1 1 1,-1 0 0,0 1-1,0 0 1,1 1 0,0 1-1,-1 0 1,1 0 0,0 1-1,-11 7 1,9-3-2385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0:04.5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506 548 2688,'-1'-2'89,"1"0"0,0 0 0,0 0 0,0 0 0,0 0 0,0 0 0,0 0 0,0-1-1,1 1 1,-1 0 0,1 0 0,0 1 0,-1-1 0,1 0 0,0 0 0,0 0 0,0 0 0,0 1 0,1-1 0,1-2-1,7-11 326,-9 13-216,-1-2-3,-5-14 343,1 1 0,-9-20 0,-1-1 486,6-6 350,8 38-1165,-1 0 1,0 0-1,0 0 1,0 0-1,-1 1 1,0-1-1,0 0 1,-4-6-1,-62-90 3081,56 80-2848,3 7 365,1 0 0,-22-27 1,27 38-726,0 1-1,0 0 1,0 0 0,-1 0-1,1 0 1,-1 1 0,0-1-1,1 1 1,-1 0 0,0 0-1,0 0 1,-6-1 0,7 2-45,0 1 0,-1 0 0,1 0 0,-1 0 0,1 0 0,-1 0 1,1 1-1,0 0 0,-1 0 0,1 0 0,0 0 0,-1 0 0,1 0 1,0 1-1,0 0 0,0-1 0,-3 4 0,-11 8 97,2 0 0,-1 0 0,2 2 0,0 0 0,1 1 0,0 0-1,1 1 1,1 0 0,1 1 0,0 0 0,-12 36 0,8-15 54,2 2 0,2-1 0,1 1 0,-5 81 0,12-88-129,3 0 0,1 0 0,1 0 0,2 0-1,1 0 1,2-1 0,2 0 0,24 60 0,-22-71-44,0 0 0,1-1 0,1-1 0,1 0 0,1-1 0,1 0 0,1-1 0,0-1 0,1-1 0,1-1 0,0-1 0,1 0 0,1-1 0,34 14 0,-26-15-15,1-1-1,0-2 1,0-1 0,1-1 0,0-2-1,0-1 1,0-1 0,1-2 0,-1-2-1,56-7 1,-79 8 1,1-1 0,-1-1 0,1 0 0,-1 0-1,0-1 1,0 0 0,0-1 0,0 0 0,-1 0 0,1-1 0,-1 0 0,0 0-1,0-1 1,-1 0 0,0 0 0,0-1 0,0 0 0,7-11 0,-4 5-5,0 1 1,0 0 0,-1-1-1,0 0 1,-1 0 0,-1-1 0,0 0-1,-1-1 1,0 1 0,-1-1 0,-1 0-1,3-21 1,-3 4-9,-2-1-1,-1 0 1,-2 0 0,-1 1-1,-2-1 1,-1 0 0,-1 1-1,-15-42 1,6 32 7,-1 1 0,-2 1 0,-2 1 1,-2 0-1,-44-59 0,36 60-18,-2 1 0,-1 1 0,-2 2 0,-1 1 0,-1 2 1,-2 2-1,-81-46 0,115 72-57,-1 0 1,0 1-1,1 0 1,-1 0-1,-13-2 1,6 1-226,12 4 257,0-1-1,0 0 1,0 1-1,0-1 1,0 1-1,1-1 1,-1 1-1,0-1 1,0 1-1,0 0 0,1-1 1,-1 1-1,0 0 1,1 0-1,-1-1 1,0 1-1,1 0 1,-1 0-1,1 0 1,-1 0-1,1 1 1,-1-1-109,-1 2-48,0 1 0,0-1 0,1 0-1,-1 1 1,1-1 0,0 1 0,0-1 0,0 1 0,0-1-1,1 1 1,-1 0 0,1 0 0,0-1 0,0 1 0,0 0-1,1-1 1,-1 1 0,1 0 0,0-1 0,0 1 0,0-1-1,4 7 1,-2-3-446,0-1 0,1 0-1,0 1 1,0-2 0,1 1-1,0 0 1,0-1 0,0 0 0,0 0-1,10 7 1,16 2-4569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0:05.0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260 167 6413,'1'0'91,"-1"-1"-1,1 0 1,-1 0 0,1 1 0,-1-1 0,0 0 0,1 0 0,-1 0 0,0 0 0,0 0 0,0 1 0,0-1 0,1 0-1,-1 0 1,0 0 0,-1 0 0,1 0 0,0 0 0,0 0 0,0 1 0,0-1 0,-1-1 0,-15 0 1999,13 2-1628,-1 0-1,1 0 0,0 0 1,0-1-1,0 1 0,0-1 0,-1 0 1,-4-1-1,6 1-329,0 0 1,0 1-1,-1-1 0,1 1 0,0 0 1,-1 0-1,1 0 0,0 0 0,-1 0 1,1 0-1,0 1 0,0-1 0,-1 1 1,1-1-1,0 1 0,0 0 0,0 0 1,-1 0-1,1 0 0,0 0 0,0 1 1,1-1-1,-1 1 0,-2 2 0,-6 4 246,1 2-1,0-1 0,-8 14 0,12-17-311,-8 14 132,0 0 0,0 1 0,2 1-1,1 0 1,1 0 0,0 1 0,2 0 0,1 1-1,1-1 1,0 1 0,2 0 0,1 0 0,2 41-1,1-41-147,1 1-1,1-1 0,1 0 0,1 0 1,2-1-1,0 1 0,1-2 1,1 1-1,2-1 0,0 0 0,1-1 1,1 0-1,23 27 0,-20-31-27,1 0 0,0-1-1,2-1 1,-1-1 0,2 0-1,0-2 1,1 0 0,0-1 0,0-1-1,1-1 1,1-1 0,-1-1-1,1-1 1,0-1 0,1-1 0,-1-1-1,1-1 1,0-1 0,-1-1-1,1-1 1,0-2 0,39-8-1,-38 6-25,-1-1-1,-1-2 1,1 0-1,-1-2 0,-1 0 1,0-2-1,0 0 1,-1-1-1,29-25 0,-39 29 3,-1-1 0,0-1-1,-1 1 1,0-2 0,0 1-1,-1-1 1,-1 0 0,0-1 0,-1 0-1,0 0 1,-1 0 0,0-1-1,-1 1 1,-1-1 0,0 0-1,-1 0 1,0-1 0,-1-13-1,-2 1-9,-2 0-1,0 0 1,-2 0-1,-1 1 1,-1 0-1,-1 0 1,-17-36-1,8 27-19,-1 1 0,-1 1 0,-2 1 0,-43-51 0,41 58-5,-1 0-1,-2 2 1,0 1-1,-1 1 1,-1 1-1,-49-26 1,56 36-88,0 0 0,0 2 1,-1 0-1,0 1 0,0 1 1,-1 2-1,1 0 0,-1 1 1,0 1-1,-42 3 0,54 0-78,1 0-1,0 1 1,0 0-1,0 1 0,0 0 1,0 1-1,0 0 1,1 0-1,0 1 0,0 0 1,0 1-1,0 0 1,-10 10-1,14-11-230,1 0 1,-1 0-1,1 0 0,0 1 0,1 0 0,-1-1 0,1 1 1,0 1-1,1-1 0,-1 0 0,1 1 0,1-1 0,-1 1 1,1-1-1,0 1 0,0 0 0,1-1 0,0 1 0,0 0 1,1 0-1,2 11 0,14 33-5789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9:11.7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282 54 5725,'-8'10'2316,"1"-16"683,-2-4 2746,9 9-5469,-1-1 0,0 1 0,1 0 0,-1 0 0,0 0 0,0 0 0,1-1 0,-1 1 0,0 0 0,0 1 0,0-1 0,0 0 0,-1 0 0,1 0 0,0 1 0,0-1 0,-2-1 0,-24-10 3306,24 11-4395,1 0 2167,0 2-1282,-1 1-1,1 0 0,0-1 1,-1 1-1,1 0 0,0 0 0,0 1 1,1-1-1,-4 4 0,2-1 86,-20 22 134,3 1-1,0 1 0,2 1 1,0 1-1,3 0 0,0 1 1,-10 37-1,18-45-234,1 1 0,1-1 0,1 1 1,1 0-1,2 0 0,0 0 0,2 0 0,0 0 0,2 0 1,10 42-1,-9-49-42,2 0 0,0 0 0,2-1 0,-1 1 0,2-2 0,0 1 0,1-1 0,18 21 0,-19-27-6,0-1 0,0 0 0,1 0 0,0-1 0,1-1 1,-1 0-1,2 0 0,-1-1 0,1 0 0,0-1 0,0 0 0,0-1 1,17 3-1,-9-4-10,1-1 1,0 0 0,-1-2-1,1 0 1,0-2 0,-1 0-1,1-1 1,-1-1 0,0-1-1,0-1 1,0 0 0,-1-2-1,0 0 1,0-1 0,-1-1-1,30-22 1,-35 22-3,0-1 1,-1 0-1,0 0 1,-1-2-1,-1 1 1,0-1-1,0 0 0,-2-1 1,13-24-1,-16 26 3,-1-1 0,1 0-1,-2 1 1,0-2 0,-1 1-1,0 0 1,-1 0 0,0-1 0,-1 1-1,0-1 1,-2 1 0,-3-23-1,-2 6-8,-1 0 0,-2 1 0,-1 0 0,-1 0-1,-1 1 1,-1 1 0,-2 0 0,-1 1-1,-34-41 1,37 52 6,0 1-1,0 0 0,-1 1 0,-1 1 1,0 0-1,-1 2 0,0 0 1,-1 0-1,0 2 0,0 0 1,0 1-1,-1 1 0,-1 0 0,1 2 1,-1 0-1,-27-1 0,19 4-219,-45 3-1,66-2-68,0 1-1,0 0 1,0 0-1,0 1 1,0 0-1,0 0 1,0 1-1,0 0 1,1 0-1,-1 1 1,1-1-1,-6 6 1,12-8 180,0-1 1,0 1-1,0 0 0,0 0 1,0-1-1,0 1 1,0 0-1,0 0 0,0-1 1,0 1-1,0 0 0,1-1 1,-1 1-1,0 0 0,0 0 1,1-1-1,-1 1 1,0 0-1,1-1 0,-1 1 1,1-1-1,-1 1 0,2 0 1,-1 1-345,2 4-193,11 15-1765,3-8-3596,10-1-4174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9:12.5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299 69 4616,'-11'-20'13805,"16"4"-10179,-6 14-3573,1 1-1,-1 0 1,1 0 0,-1-1 0,0 1 0,1 0 0,-1 0-1,0 0 1,0 0 0,0 0 0,0 0 0,0 0 0,0 0-1,0 0 1,0 0 0,0 1 0,0-1 0,-1 0 0,1 1-1,0-1 1,0 1 0,-3-1 0,-27-9 534,29 10-620,1 0 54,0 0 1,1 0 0,-1 0 0,0 0 0,0 0 0,0 0 0,0 0 0,0 1 0,0-1 0,1 0-1,-1 1 1,0-1 0,0 0 0,0 1 0,1-1 0,-1 1 0,0-1 0,1 1 0,-1 0 0,0-1 0,0 2-1,-1 0 72,-6 4 119,0 0 1,0 1-1,1-1 1,0 1 0,1 1-1,-1-1 1,-7 14-1,-2 6 388,-14 30 0,9-13-191,2 1 0,3 1 0,-15 62 0,25-82-343,1 0-1,2 0 1,1 0-1,1 1 1,1-1-1,1 0 1,9 48-1,-8-63-57,2-1 0,-1 1 0,1-1 0,0 1 0,1-1 0,1-1 0,-1 1 0,2-1 0,-1 0 0,1 0 0,0-1 0,1 1 0,0-2 0,0 1 0,1-1 0,0-1 0,0 1 1,1-2-1,-1 1 0,1-1 0,1-1 0,-1 0 0,0 0 0,13 2 0,-6-2-4,0-2 1,0 0-1,1 0 1,-1-2-1,0 0 1,0-1-1,0-1 1,1-1-1,-1 0 1,30-10 0,-36 9-3,-1-1 0,1 0 1,-1 0-1,0-1 0,-1 0 1,0-1-1,0 0 1,0-1-1,0 1 0,-1-2 1,-1 1-1,0-1 0,0 0 1,0-1-1,-1 1 1,-1-1-1,6-13 0,-4 3-2,-1 0 0,-1 0 0,-1-1 0,-1 1 0,0-1 0,-2 0 0,0 0-1,-2 0 1,0 1 0,-8-41 0,3 30-5,0 0 0,-3 1 0,0 0 0,-22-45 0,24 61-47,0 0-1,-1 1 1,0 1-1,-1-1 1,0 1-1,-1 1 1,0-1-1,-1 2 1,-1 0-1,1 0 1,-20-11-1,22 15-309,-2 2-1,1-1 1,0 2-1,-1-1 1,0 1-1,0 1 1,-19-2-1,26 3 25,-1 1 1,1-1-1,-1 1 0,1 0 0,-1 1 0,1-1 0,-1 1 0,1 0 0,0 0 0,-1 0 1,1 0-1,0 1 0,0 0 0,0 0 0,0 0 0,0 0 0,0 1 0,1-1 1,-1 1-1,-5 6 0,-27 28-7906,18-17 380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9:15.9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131 444 2352,'9'-4'1147,"-12"7"534,-13 13 5151,13-29-5768,-3-8 2629,5 19-3674,-1 1 1,0 0 0,1 0-1,-1 0 1,0 0 0,0 0-1,0 0 1,0 1-1,0-1 1,0 1 0,0-1-1,0 1 1,0 0 0,0 0-1,0 0 1,0 0-1,0 0 1,-1 0 0,1 1-1,0-1 1,0 0-1,0 1 1,0 0 0,-3 1-1,-2 2 193,0-1 0,0 1 1,0 1-1,1-1 0,-11 10 0,15-12-160,-5 7 500,25-1 54,6-3-396,0-1-1,0-2 1,0 0-1,0-2 0,30-3 1,-2 1-18,745-68 943,-621 49-1048,1425-200 307,-1289 173-357,311-55 10,-592 96-44,-22 4 0,1 1 0,0 1 0,0-1 0,12 1 0,-53 24-22,-21-4-827,20-15-6915,58 1 3314,6 1-2405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9:16.3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579 108 4996,'-1'-4'374,"0"1"-1,0-1 0,-1 0 1,1 1-1,-1 0 0,0-1 1,0 1-1,0 0 0,0 0 0,0 0 1,-1 0-1,1 0 0,-1 0 1,0 1-1,0-1 0,0 1 1,0 0-1,-4-2 0,2 1 86,1 0-1,0 0 1,0-1-1,1 1 1,-1-1-1,0 0 1,1 0-1,-4-6 0,5 9-323,0-1 0,0 1 0,0 0-1,0 0 1,0 0 0,-1 0 0,1 1-1,0-1 1,0 1 0,-1-1-1,1 1 1,0 0 0,-1 0 0,1 0-1,-1 0 1,-2 0 0,-2 2 21,1 0-1,0 0 1,-1 1 0,1-1 0,0 1 0,0 1 0,1-1-1,-1 1 1,1 0 0,0 0 0,0 1 0,0-1 0,0 1-1,1 0 1,0 1 0,0-1 0,0 1 0,-4 8-1,2-3 19,0 0-1,1 1 1,1-1-1,0 1 0,1 0 1,0 0-1,0 0 0,1 0 1,0 17-1,5 5 151,2 0 0,1 0 1,2-1-1,1 0 0,19 45 0,13 21 134,55 95 0,22 52-132,-100-202-287,-2 0 0,-1 1 0,-3 1 0,11 84 0,-21-107-40,-1 0 0,-1 1 0,-2-1 0,0 1 0,-1-1 0,-1 0 0,-2 0 0,0 0 0,-1-1 0,-1 0 0,-18 33 0,6-20-101,-3-1 0,0-1 0,-2-2 0,-2 0 1,0-2-1,-2 0 0,-2-2 0,-41 28 0,-14 3-2504,-183 91-1,259-143 1892,3-1-842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9:16.5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 10841,'23'0'2144,"-29"12"4877,22-21-15682,1 3 300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9:19.3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255 217 6157,'1'-12'993,"0"0"0,1 0 0,0 0 0,1 0 0,4-12 0,-6 19-457,0 0-1,0 0 1,-1 0 0,0 0-1,0 1 1,0-1 0,-1 0-1,1 0 1,-1 0 0,0 1-1,-1-1 1,1 0 0,-1 1-1,0-1 1,-3-4 0,-1-8 875,4 15-1177,1 0-1,-1 0 0,1 0 0,-1 0 0,0 0 0,0 0 0,0 1 1,0-1-1,0 1 0,0-1 0,0 1 0,-1 0 0,1 0 0,-1 0 1,1 0-1,0 0 0,-4 0 0,-7-4 510,12 4-707,1 1 0,-1 0-1,0 0 1,1-1 0,-1 1 0,1 0-1,-1 0 1,0 0 0,1 0 0,-1 0-1,1 0 1,-1 0 0,0 0 0,1 0-1,-1 0 1,0 0 0,1 0 0,-1 0-1,1 1 1,-1-1 0,1 0-1,-1 0 1,0 1 0,1-1 0,-1 0-1,1 1 1,-1-1 0,0 1 0,-9 20 551,4 31 249,1 180 1408,-8 148-1218,10-346-1003,-35 449-850,3-163-3426,27-256 2868,-20 149-4527,5-74-2219,11-66-1167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9:19.8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427 226 4548,'-2'-1'152,"1"-1"-1,-1 1 0,1-1 0,-1 0 0,1 0 0,0 0 0,0 0 0,0 0 1,0 0-1,0 0 0,-1-3 0,2 4-20,0 0 0,-1-1 0,1 1 0,-1 0 1,1 0-1,-1-1 0,0 1 0,1 0 0,-1 0 0,0 0 1,0 0-1,0 0 0,0 0 0,0 0 0,0 0 0,-2-1 0,-8-6 706,0 0-1,0-1 0,1-1 0,-17-19 0,18 18-556,-1 1 0,0 0 0,-1 0 1,-16-11-1,9 12 81,0 1 1,0 0 0,-1 1 0,0 2 0,-1 0 0,1 0-1,-1 2 1,1 1 0,-36-1 0,25 7 806,30-4-1149,-1 0 0,1 0 0,0 0 0,0 0 0,0 0 0,0 0 0,-1 0 0,1 0-1,0 0 1,0 0 0,0 0 0,0 1 0,-1-1 0,1 0 0,0 0 0,0 0 0,0 0 0,0 0 0,0 1 0,-1-1 0,1 0 0,0 0-1,0 0 1,0 0 0,0 1 0,0-1 0,0 0 0,0 0 0,0 0 0,0 1 0,0-1 0,0 0 0,0 0 0,0 0 0,0 1 0,0-1-1,0 0 1,0 0 0,0 0 0,0 1 0,0-1 0,0 0 0,0 0 0,0 0 0,0 1 0,1-1 0,-1 0 0,0 0 0,0 0 0,0 0-1,0 0 1,1 1 0,3 2 114,1 0 0,-1 0-1,1-1 1,0 1 0,0-1 0,8 3-1,25 6 145,1-2 0,45 6-1,28 6 32,162 60 165,-237-67-431,-1 2 0,-1 1 1,0 2-1,-1 1 1,38 31-1,-57-38-48,-1 0 0,-1 1 0,0 1 0,0 0 0,-2 1 0,0 0 0,0 1 0,-2 0 0,0 0 0,-1 1 0,-1 0 0,-1 1 0,0 0-1,-1 0 1,-2 0 0,1 0 0,-2 1 0,-1-1 0,0 1 0,-2-1 0,0 1 0,-1-1 0,-1 1 0,-1-1 0,0 0 0,-2 0 0,0-1 0,-1 0 0,-1 0 0,-10 18 0,-6 3-217,-1-1 0,-2-1 1,-1-2-1,-2 0 0,-2-2 1,-66 53-1,28-33-1354,-3-2 0,-125 64 0,11-33-5149,105-50 157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9:20.6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293 133 7117,'-10'-25'913,"-16"-37"7817,25 58-8245,0-1 0,0 1-1,0 0 1,1 0 0,-1 0 0,1 0-1,1-6 1,-1 4 1267,-4 8-895,-5 3-616,0 1 0,1 1 0,0-1 0,0 1 1,0 1-1,1-1 0,0 1 0,1 0 0,-1 1 1,2 0-1,-1 0 0,1 0 0,1 0 0,-6 16 0,-4 17 252,2 0 0,-9 51 0,17-73-317,-29 144 972,-22 332 0,53-427-1022,3 0 0,3 0 0,3 0 0,19 77 0,-20-119-133,2-1-1,0 0 1,2 0 0,1-1 0,1 0 0,1-1 0,1-1 0,2 0 0,0-1-1,1-1 1,1 0 0,1-1 0,30 24 0,-23-25-367,1-1 0,0-2 0,2-1 1,0-1-1,1-2 0,0 0 0,0-2 0,1-2 1,1 0-1,-1-2 0,51 2 0,-22-5-2187,100-7-1,57-25-6486,-83 4-656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9:21.3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121 422 9541,'8'-3'2366,"-8"8"341,-20 20 2191,-6 11-3741,12-9-939,2 1 0,1 1 0,1 0 0,1 0 0,2 1 0,1 0 0,1 0 0,0 34 0,2-10-589,4 55 0,0-88-1,1-1 0,1 0 0,1 0-1,1 0 1,14 36 0,-18-54 100,6-21-450,-1 2 707,-1-1-1,0 0 0,-2 0 1,0-1-1,-1 1 0,-1-21 0,0 13 16,8-102 228,5 1-1,33-139 0,-34 209-88,-7 27-41,1 0 0,1 0 0,2 1 0,1 0 0,1 0 0,23-38 0,12 0-34,-46 65-61,0 1 1,0 0 0,0-1 0,0 1 0,0 0 0,0-1 0,0 1 0,1 0 0,-1 0 0,0 0 0,1 0 0,-1 0 0,0 0-1,1 1 1,-1-1 0,1 0 0,-1 1 0,1-1 0,0 1 0,-1 0 0,1-1 0,0 1 0,-1 0 0,1 0 0,0 0 0,-1 0 0,1 0-1,0 0 1,-1 1 0,1-1 0,-1 1 0,1-1 0,0 1 0,2 1 0,-2-1 1,0 1 0,1-1 1,-1 1-1,0 0 0,0 0 0,0 0 0,0 0 1,-1 1-1,1-1 0,-1 0 0,1 1 0,-1-1 1,0 1-1,0 0 0,1 2 0,0 5-4,-1-1 0,-1 0-1,0 0 1,0 1 0,-1-1-1,0 0 1,0 0 0,-1 0 0,-1 0-1,-3 10 1,-7 16 44,-21 38 0,20-43-36,-28 48-17,-4-1 0,-73 94 0,58-86 79,34-53-52,24-29 216,5-2-198,0 0 0,0 0 1,0 0-1,0 0 1,0 0-1,0 1 1,0-1-1,-1 0 0,1 1 1,2 2-1,9 7 90,25 12 108,45 17 0,26 16-23,127 70-2461,-72-55-6942,-110-52 1644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9:22.0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0 953 6937,'0'0'1889,"4"1"-152,4 0-1319,-1-1-1,0 0 1,1 0 0,-1-1-1,0 0 1,0 0-1,1 0 1,-1-1 0,7-3-1,152-57 2396,-158 57-2705,1 1 1,-1-2 0,-1 1 0,1-1-1,-1 0 1,0-1 0,0 0-1,-1 0 1,0 0 0,8-13 0,-10 14-71,0 0 0,-1-1 0,0 0 0,0 1 1,0-1-1,-1 0 0,0-1 0,0 1 0,-1 0 1,0 0-1,0-1 0,-1 1 0,-1-14 0,1 19-27,0 0-1,0 0 0,0 0 0,-1 0 0,1 0 0,-1 0 0,0 0 0,0 0 0,1 0 0,-1 0 0,0 0 0,-1 0 0,1 0 1,0 1-1,0-1 0,-1 1 0,1-1 0,-1 1 0,1-1 0,-1 1 0,0 0 0,-2-2 0,1 2 8,0 1-1,1-1 1,-1 0 0,0 1-1,0 0 1,0 0-1,0 0 1,0 0 0,1 0-1,-1 1 1,0-1-1,0 1 1,0-1 0,-3 3-1,-5 1 61,1 1-1,1 0 0,-1 0 0,1 1 1,0 0-1,0 1 0,-12 12 1,7-2 31,0 0 1,1 2 0,1 0 0,1 0 0,1 1-1,1 0 1,0 0 0,2 1 0,0 1 0,2-1-1,0 1 1,-3 38 0,7-49-92,1 0 0,0 1 0,1-1 0,0 0 0,1 1 0,0-1 0,0 0 1,2 0-1,-1 0 0,1-1 0,1 1 0,0-1 0,0 0 0,1 0 0,1-1 0,-1 0 0,1 0 0,1 0 0,0-1 0,0 0 0,0 0 1,1-1-1,0 0 0,1-1 0,0 0 0,0-1 0,0 1 0,12 3 0,9 2-1,1-1-1,0-1 1,0-2 0,1-1-1,49 2 1,-7-6-36,98-9 1,-108-1-39,-1-3 0,0-2 0,-1-4 0,77-29 0,-113 35 14,-1 0-1,-1-1 1,41-28 0,-52 31 5,-1-2 0,0 0 0,-1 0 0,0-2 0,-1 1 1,0-1-1,14-23 0,-19 25 22,-3 8 10,-1 0 0,1-1-1,-1 0 1,0 1 0,0-1 0,-1 0 0,1 0-1,-1 0 1,0 0 0,0-1 0,0 1 0,0 0-1,-1 0 1,0-1 0,0-6 0,0 8 0,-1 0 1,1 0-1,-1 0 1,0 0 0,0 0-1,0 0 1,0 0 0,0 0-1,-1 0 1,1 0-1,-1 0 1,0 1 0,0-1-1,0 1 1,0-1 0,0 1-1,-1 0 1,1 0-1,-1 0 1,1 0 0,-1 1-1,0-1 1,0 0 0,1 1-1,-1 0 1,0 0-1,0 0 1,-1 0 0,-4-1-1,-1 2 7,-1 0 0,1 0-1,0 0 1,0 1-1,-1 1 1,1-1 0,0 2-1,0-1 1,1 1-1,-18 8 1,0 2-3,-1 2 0,-25 19-1,33-21 7,0 1 0,2 0 0,-1 2 0,2 0-1,0 0 1,1 2 0,1 0 0,0 0 0,2 2-1,-17 32 1,27-48-1,0 0 0,1-1 0,-1 1 1,1 0-1,0 0 0,0 0 0,0 0 0,1 0 0,0 0 0,-1 0 0,2 0 0,-1 0 0,0 0 0,1 0 0,-1 0 0,1 0 0,0-1 0,1 1 0,-1 0 1,0 0-1,1-1 0,0 1 0,0-1 0,4 6 0,-2-5-20,0-1 0,0 1 0,0-1 0,0 0 0,1 0 0,-1-1 0,1 1-1,0-1 1,0 0 0,0 0 0,0-1 0,0 1 0,0-1 0,1 0 0,-1-1 0,0 1 0,0-1 0,8 0 0,11-2-98,0 0 0,-1-2 0,0 0 0,1-2 1,-2 0-1,1-2 0,-1 0 0,0-2 0,-1 0 0,0-2 0,0 0 0,30-24 0,-30 18 64,-1 0 0,0-2-1,-1 0 1,-2-1-1,0 0 1,-1-2 0,-1 0-1,-1-1 1,-1 0-1,18-49 1,-17 29 65,-2-1 1,-2 0-1,-2 0 1,-2-1-1,-2 0 0,-3-65 1,-38-377 2978,37 486-2984,-9-39 1545,9 40-1530,0 1 0,0 0-1,0 0 1,0 0 0,0-1-1,0 1 1,0 0 0,0 0 0,0 0-1,0-1 1,0 1 0,0 0-1,0 0 1,0 0 0,-1 0 0,1-1-1,0 1 1,0 0 0,0 0-1,0 0 1,0 0 0,-1 0-1,1-1 1,0 1 0,0 0 0,0 0-1,-1 0 1,1 0 0,0 0-1,0 0 1,0 0 0,0 0 0,-1 0-1,1 0 1,0 0 0,0 0-1,0 0 1,-1 0 0,1 0 0,0 0-1,0 0 1,0 0 0,-1 0-1,1 0 1,0 0 0,-9 20 696,0 19 4,2 1 1,-3 77-1,6-54-359,-11 284 148,21-115-3012,-1-99-594,-2-40-505,2 1-3644,1-30-1970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9:22.37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566 106 8073,'-8'-45'2405,"10"26"1459,11 3-2166,-11 14-915,-1-1 998,-1 3-1625,-1 0 1,0-1-1,1 1 0,-1 0 0,1-1 0,-1 1 0,1-1 0,-1 1 0,1-1 0,-1 1 0,1-1 1,0 1-1,-1-1 0,1 1 0,0-1 0,-1 1 0,1-1 0,0 0 0,0 1 0,-1-1 1,1-1-1,-6-7 798,6 10-898,-1-1 1,0 0-1,1 1 0,-1-1 1,1 0-1,-1 1 1,1-1-1,-1 1 1,1-1-1,-1 1 1,1-1-1,0 1 0,-1-1 1,1 1-1,-1-1 1,1 1-1,0 0 1,0-1-1,-1 1 1,1-1-1,0 1 0,0 1 1,-5 10 379,1 0 0,1 1-1,0-1 1,1 1 0,0 0 0,1 0 0,1 23 0,13 97 1201,-11-117-1451,93 552 2355,-38-186-2022,-54-352-525,4 29-311,-3-1 1,-3 1-1,-2 1 1,-3-2-1,-3 1 0,-2-1 1,-2 0-1,-36 104 1,33-124-480,-2 0 0,-2-1-1,-1-2 1,-2 1 0,-1-2 0,-1-1 0,-2-1 0,-2-1 0,-1-1 0,-1-2 0,-1-1 0,-1-1-1,-60 37 1,-29 0-5248,-1-3-3588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9:22.9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1 229 9473,'0'-30'2604,"7"18"-432,6-15-348,10-9-347,-6 15-329,7 0-296,16 3-148,7 0-320,6-4-584,11 7-776,6 9-704,-6 3-593,-1 9-2239,4 12-3501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9:23.1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1 302 8509,'40'-21'2516,"-27"9"-180,7 3-328,14-3-327,26-12-153,0 9-568,17-6-184,7-6-280,17 0-572,19-7-868,18-2-1132,12 3-3185,11 3-4208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9:25.52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218 212 5981,'17'15'1455,"-21"-32"786,2 12-1940,1 2 834,-7-26 2149,-9 6-472,15 21-1861,0 1-90,-2-2-595,0 0 58,0 1 0,0-1-1,0 0 1,0 0 0,1 0-1,0-1 1,-4-4 0,6 7-276,0 0 0,1 0 0,0-1 0,-1 1 1,1 0-1,0 0 0,-1-1 0,1 1 1,0 0-1,0 0 0,0-1 0,0 1 0,0 0 1,0-1-1,0 1 0,1 0 0,-1 0 1,0 0-1,1-1 0,-1 1 0,1 0 0,-1 0 1,1 0-1,0 0 0,0 0 0,-1 0 1,1 0-1,0 0 0,0 0 0,0 0 0,0 0 1,0 0-1,2-1 0,7-6 61,0 0 0,1 1 0,0 0 0,0 1 0,0 0 0,1 1 0,0 0 0,0 1 0,22-5 1,-16 5-67,1 2 1,-1 0 0,1 1-1,-1 0 1,1 2 0,23 3-1,-32-2-20,1 0-1,-1 1 1,0 0-1,-1 0 1,1 1 0,-1 0-1,1 1 1,-1 0-1,-1 1 1,12 8-1,-15-10-19,-1-1 1,0 1-1,-1 0 0,1 0 0,-1 1 0,0-1 1,0 1-1,0-1 0,0 1 0,-1 0 0,0 0 0,0 0 1,0 1-1,0-1 0,-1 0 0,0 1 0,0-1 1,-1 0-1,1 1 0,-1-1 0,-1 9 0,-2 0 0,0 1 1,-1-1-1,0 0 0,-2 0 0,1-1 0,-10 17 0,-51 76 5,48-80-41,-64 84-22,55-76 37,1 1-1,-39 70 1,64-103 15,0 0 1,0 0-1,1 0 0,-1 0 1,1 0-1,-1 0 0,1 0 1,0 0-1,0 1 0,0-1 1,0 0-1,0 0 0,0 0 1,1 0-1,-1 0 0,1 0 1,-1 0-1,1 1 0,0-1 1,0-1-1,0 1 0,0 0 1,0 0-1,2 2 0,0 0 2,1 0 0,-1 0 0,1-1-1,0 1 1,0-1 0,1 0 0,-1 0-1,9 4 1,33 12-8,1-3-1,63 15 1,43 15-30,-141-41 11,0 0 1,0 1-1,-1 1 1,0 0 0,0 1-1,-1 0 1,0 0-1,14 15 1,-23-21 14,1-1 0,0 1 0,-1 1 0,0-1 0,1 0 0,-1 0 0,0 0 0,0 1 0,0-1 1,0 0-1,-1 1 0,1-1 0,-1 1 0,1-1 0,-1 1 0,0-1 0,0 1 0,0-1 0,0 1 0,0-1 0,-1 1 0,1-1 0,-1 1 0,0-1 0,0 1 0,0-1 1,0 0-1,-1 3 0,1-4 8,-2 5-38,0-1 1,-1 1 0,0-1-1,0 0 1,0 0-1,-1 0 1,1 0-1,-1-1 1,-1 0-1,-8 6 1,-5 2-244,-38 17 0,13-12-465,0-2 0,0-1 0,-80 13 0,-144 5-6555,241-29 5999,-116 10-7398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9:27.8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290 208 6837,'-7'2'-18,"-6"0"1347,-1 0 1,1 0-1,-15-1 0,5-1 508,-1 1 1,-41 8-1,45-5-622,0-2 0,0 0 0,-22-1-1,483 3 2247,9-36-2734,-370 25-537,812-73 1217,471-37 167,-1315 114-1568,-1 2 0,65 7-1,-108-6-399,21 26-2528,-26-25 2707,1 0-1,0 0 1,-1 0 0,1 0-1,-1 0 1,1 0 0,-1 0-1,0 0 1,1 0 0,-1 0-1,0 0 1,0 0 0,1 0-1,-3 1 1,1 0-269,0 0-1,0 0 1,0 0 0,0-1 0,0 1-1,-1-1 1,1 1 0,0-1 0,-1 0-1,-2 1 1,-13 6-5309,-1 6-3440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9:28.38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677 1 7033,'0'0'18994,"-4"2"-18244,-10 7-456,1 1-1,1 1 1,0 0-1,0 1 1,1 0-1,0 0 1,1 1-1,-10 17 1,-27 32 356,-84 71 300,36-40-663,-37 56 17,115-127-260,0 1 0,2 1 0,1 0 1,-22 53-1,33-69-37,0 0 0,1-1 1,-1 1-1,2 0 0,-1 1 0,1-1 1,1 0-1,-1 0 0,1 0 1,1 1-1,-1-1 0,2 0 0,-1 0 1,1 0-1,0 0 0,0 0 0,1-1 1,0 1-1,1 0 0,0-1 0,0 0 1,0 0-1,1 0 0,0-1 0,0 0 1,11 10-1,1-4-11,0 0 1,1-2-1,0 0 1,0-1-1,1-1 0,22 7 1,124 28 13,-153-41-17,216 40-137,53 13-108,-273-53 243,-1 0 0,1 0 0,-1 1 0,0 0 0,0 0 0,0 1 0,13 9 0,-19-13 10,-1 1 0,1 0 0,0 0 0,0 0 0,0 0 0,-1 0 0,1 0 0,-1 0 0,1 0 0,-1 0-1,1 0 1,-1 0 0,0 1 0,1-1 0,-1 0 0,0 0 0,0 0 0,0 1 0,0-1 0,0 0 0,0 0 0,0 0 0,0 1 0,0-1 0,-1 0 0,1 0 0,-1 0 0,1 0 0,0 0 0,-1 1 0,0-1 0,1 0 0,-2 1 0,-24 30-84,13-21 43,0 0 0,0-1 1,-1 0-1,0-1 0,-17 7 1,-81 32-349,75-33 214,-47 20-1529,-2-3 1,-2-5-1,-173 32 1,241-57 737,-1-1 0,1-1 1,-36-3-1,-15-10-6347,42 6-2410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9:28.6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17 200 11637,'-17'30'8229,"54"-40"-4940,385-51 420,-179 32-3249,646-88-4046,-846 111 675,48 0 1,-87 6 190,-21 12-9493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9:33.3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40 1 8857,'0'0'1720,"-10"12"-272,4 0-260,-1 18-16,-3 18-128,7-6-232,-1 10-155,8 5-133,2 6-108,4 4-116,4 5-148,-1 0-604,1 1-620,-4 2-385,3-9-643,-3 1-1732,7 2-2561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9:33.7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178 162 6497,'-27'29'534,"20"-22"-328,0 0 0,0 0 0,1 1 0,0 0 0,0 0 0,1 1 1,0-1-1,0 1 0,1 0 0,0 1 0,1-1 0,0 1 0,-2 9 0,-11 38 1626,9-33-1020,1-1-1,-5 32 1,-25 414 3608,35-386-4115,4 0 1,3 0 0,29 137 0,-26-184-239,1 0 0,2-1 1,2 0-1,1-1 0,1-1 0,34 51 0,-38-66-51,1-1-1,1 0 0,1-1 0,0-1 0,1 0 0,1-1 0,0-1 0,1 0 0,0-1 0,1-1 0,1-1 0,32 12 1,-28-14 3,1-1 1,0-2 0,1-1 0,-1 0 0,1-2-1,-1-1 1,36-3 0,-25-2-51,1-2-1,-2-1 1,1-1-1,55-23 1,-30 5-117,-1-3 0,-2-3 1,-1-2-1,-2-2 0,67-58 1,-80 58-22,-2-2-1,-2-2 1,-1-1 0,-2-2-1,51-81 1,-66 89 53,-2 0 0,-1 0 0,-2-2 0,-1 0-1,-2-1 1,-1 0 0,-2-1 0,6-67 0,-13 74 85,-1 1 0,-1 0-1,-2 0 1,-1 0 0,-1 0 0,-2 0 0,-1 1 0,-2-1 0,0 2-1,-2 0 1,-2 0 0,0 1 0,-2 0 0,-1 1 0,-1 1 0,-1 1-1,-25-27 1,11 19 28,-2 1 1,-2 2-1,-1 2 0,0 1 0,-2 1 1,-2 3-1,0 1 0,-69-26 0,59 30-104,0 2-1,-1 2 0,-1 3 1,-1 2-1,1 2 0,-1 3 1,-60 3-1,97 1-111,-1 2-1,1 0 1,0 1-1,0 0 1,0 1-1,-16 7 1,29-9 59,0 0 0,0 0 0,0 0 0,0 1 0,0 0 0,1-1 0,-1 1 0,1 0 0,-1 1 0,1-1 0,0 0 0,-3 5 0,5-4-91,-1-1 0,1 0 1,0 0-1,0 0 0,0 1 0,0-1 1,1 1-1,-1-1 0,1 0 0,0 1 1,0-1-1,0 1 0,0-1 0,1 1 0,-1-1 1,1 0-1,0 1 0,2 3 0,20 43-4484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0:08.2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584 137 3368,'-22'-10'1046,"17"8"-108,2 1-123,2 1-698,-1 0 0,0-1 0,0 1 0,0-1 0,0 0 0,0 1 0,0-1 0,1 0 0,-1 0 0,0 0 0,1 0 0,-1 0 0,0-1 0,1 1 0,0 0 0,-1-1 0,1 1 0,0-1 0,0 0 0,0 1 0,0-1 0,0 0 0,0 1 0,0-1 0,0 0 0,1 0 0,-1 0 0,0-3 0,1 3 50,-1 0 0,0 0 0,0 0 0,0 0 0,-1 0 0,1 0 0,0 0 0,-1 0 0,1 0 0,-1 1 0,0-1 0,1 1 0,-1-1 0,0 1 0,0-1 0,0 1 0,0 0 0,-3-1 0,3 0 93,-1 1 0,0-1 0,0 0 0,1 0 0,-1 0 0,1 0 0,-5-5 0,-6-16 1122,11 21 191,0 1-1176,0 0-361,1 0-1,-1 1 1,0-1-1,1 0 1,-1 1 0,0-1-1,1 1 1,-1 0-1,0 0 1,1-1 0,-1 1-1,0 0 1,0 0 0,1 1-1,-1-1 1,0 0-1,1 0 1,-1 1 0,0-1-1,1 1 1,-1 0-1,1-1 1,-1 1 0,0 0-1,1 0 1,0 0-1,-1 0 1,1 0 0,0 0-1,-1 1 1,0 1-1,-44 29 678,30-21-524,1 0 1,-25 23 0,14-6 28,2 0 0,1 2 0,1 1 0,1 1 0,2 0 1,-24 57-1,22-36-72,3 1 1,1 1-1,-15 97 1,29-129-126,2-1 0,0 0 0,1 1 0,1-1 0,1 1 0,1-1 0,1 0 0,9 30 0,-9-38-11,1 0 0,1 0 0,0-1 0,1 0 1,0 0-1,1-1 0,0 0 0,1 0 0,0-1 0,1 0 1,1 0-1,-1-1 0,22 15 0,-11-13 0,0-1-1,0-1 1,1-1-1,0-1 1,1 0-1,-1-2 0,1-1 1,1-1-1,-1 0 1,1-2-1,-1-1 1,41-3-1,-38 0-12,0-1-1,-1-2 0,0-1 0,0 0 0,0-2 0,-1-1 0,0-1 0,0-1 0,-1-1 1,-1 0-1,31-25 0,-45 31-8,0-1 0,0 0 0,-1 0 1,-1-1-1,1 0 0,-1 0 0,0-1 1,-1 0-1,0 0 0,0 0 0,-1 0 0,5-18 1,-6 15-13,-1-1 1,0 1 0,0-1 0,-2 0 0,0 0 0,0 0 0,-1 0-1,-1 1 1,-3-16 0,-2 3-12,-1 0 0,-1 0 0,-2 0 0,0 2 0,-1-1 0,-2 2 0,0-1 0,-1 2-1,-26-27 1,7 12-69,-2 3 0,-1 0-1,-2 3 1,-1 1-1,-1 2 1,-2 2 0,0 2-1,-2 1 1,0 3-1,-1 1 1,-57-12 0,99 29-80,-1 0 0,1 0 0,-1 1 1,1 0-1,-1 0 0,0 0 1,1 1-1,-1 0 0,-7 1 1,-4 2-676,16-4 735,-1 1-1,1 0 1,-1 0 0,1 0 0,0 0-1,-1-1 1,1 1 0,0 0-1,0 0 1,0 0 0,0 0-1,0 0 1,0 0 0,0 0 0,0 0-1,0 0 1,0-1 0,0 1-1,0 0 1,1 0 0,-1 0-1,1 1 1,-1-2-113,0 1 80,0 1 1,0-1-1,1 0 0,-1 0 1,0 1-1,1-1 1,-1 0-1,1 0 1,-1 0-1,1 0 0,-1 0 1,1 0-1,0 0 1,0 0-1,-1 0 1,1 0-1,2 1 0,24 8-3380,29 4-2450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0:08.8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106 122 4776,'0'0'2486,"0"-3"-1476,-7-24 3608,5 25-3864,2 1-681,-1 0 0,1 1 0,-1-1 0,1 0-1,-1 1 1,1-1 0,-1 1 0,0-1 0,1 1 0,-1-1 0,0 1 0,1-1 0,-1 1 0,0 0 0,0-1 0,1 1-1,-1 0 1,0 0 0,0-1 0,0 1 0,1 0 0,-1 0 0,0 0 0,0 0 0,0 0 0,0 0 0,1 0-1,-1 0 1,-1 1 0,0 1 123,1 0-1,0 0 1,0 0-1,0 0 1,0 0-1,0 0 1,0 0-1,0 0 1,0 5-1,-4 9-397,-10 32 559,2 0-1,3 1 1,1 0-1,3 0 0,2 1 1,3 51-1,1-89-333,1 0 0,1 0 0,0 0 0,1-1 0,0 1 0,0-1 0,1 0 0,1 0 0,0 0 0,1 0-1,0-1 1,0 0 0,1 0 0,0-1 0,1 0 0,16 16 0,-13-16 1,1 0 1,0-1-1,0 0 0,1-1 0,0 0 1,0-1-1,0-1 0,1 0 0,0-1 1,0 0-1,0-1 0,0 0 0,21 0 1,-4-3-10,1-1 0,-1-1 0,0-2 0,0-1 0,0-1 1,-1-2-1,0-1 0,0-1 0,-1-2 0,0-1 0,41-26 1,-59 32-20,-1 0 1,0-1 0,0 0-1,-1-1 1,0 0 0,0 0-1,-1-1 1,-1 0 0,0-1-1,0 1 1,-1-1 0,0-1 0,-1 1-1,0-1 1,6-22 0,-8 19 0,0 0 1,-1-1 0,-1 1-1,0 0 1,-1-1 0,0 1 0,-2 0-1,0-1 1,0 1 0,-1 0-1,-1 0 1,-11-26 0,6 22 3,-1 0 0,0 1 1,-1 0-1,-1 1 0,-1 0 0,0 1 1,-2 1-1,1 0 0,-2 1 0,0 0 0,-1 1 1,0 1-1,0 1 0,-2 0 0,-36-15 1,40 20-66,0 1 0,-1 0 0,1 1 0,-1 1 0,0 0 0,0 2 0,0-1 0,0 2 0,0 0 0,-1 1 0,1 1 0,0 0 0,1 1 0,-1 1 0,0 0 0,1 1 0,0 1 0,0 0 0,1 1 0,-1 1 0,-17 13 0,18-11-371,0 1 0,1 1 0,1 0 0,-12 15 0,18-20-228,1 0 0,0 0 0,0 1 1,1-1-1,0 1 0,0 0 0,1 0 0,0 1 0,0-1 0,-1 10 1,2 30-6408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9:51.1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145 73 14525,'-2'-35'3157,"1"-2"3607,-13 50-5050,9-5-1528,1-1 1,1 1 0,0 0 0,0 0-1,0 0 1,-2 16 0,-6 59 570,4-17-333,2-41-321,-49 319 1016,30 3-1484,40 42-4083,26-134-2438,-19-174 1044,6-10-3503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9:51.4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483 34 9469,'-44'-33'5165,"23"34"-2411,8-1-1439,27 8-325,22 6-246,55 13 0,-22-7-430,109 31 140,185 68 36,-144-13-358,-188-88-117,-2 1 0,0 2 0,-1 1-1,47 47 1,-66-59-14,0 0-1,-1 1 1,0 0-1,-1 0 1,0 1-1,-1 0 1,0 0-1,-1 0 1,0 1-1,-1 0 1,-1 0-1,0 0 1,0 0-1,-1 0 1,-1 1-1,-1-1 1,0 1-1,0-1 1,-1 0-1,-1 1 1,0-1-1,-1 0 1,0 0-1,-1 0 1,-1 0-1,0-1 1,-10 18-1,-6 5-35,-2 0-1,-1-1 0,-1-2 0,-2 0 0,-2-2 1,0-1-1,-47 35 0,-24 10-394,-127 71 1,-259 141-2152,157-104-2130,208-116 297,25-7-2410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9:52.3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184 112 6601,'0'-4'490,"-1"0"0,1 0 0,-1 0 0,1 0 0,-1 0 0,0 0 0,-1 0 0,1 0 1,-1 1-1,0-1 0,-4-7 1899,11-13-448,-6 19-912,-3 16-709,1-1 1805,3-15-1591,0 3-425,0-1-1,0 0 1,-1 1-1,1-1 1,0 1 0,-1-1-1,0 1 1,1-1-1,-1 1 1,0 0-1,0-1 1,0 1 0,-1 0-1,1 0 1,-2-3-1,2 5-14,1 0-1,0-1 0,0 1 1,-1 0-1,1 0 0,0-1 0,-1 1 1,1 0-1,-1 0 0,1 0 1,0-1-1,-1 1 0,1 0 0,-1 0 1,1 0-1,0 0 0,-1 0 1,1 0-1,-1 0 0,1 0 0,-1 0 1,1 0-1,0 0 0,-1 0 1,1 0-1,-1 0 0,1 0 0,0 1 1,-1-1-1,1 0 0,0 0 1,-1 1-1,-10 14 1038,-4 28-798,14-37-1,-19 73 1241,-13 101-1,5 83 111,25-223-1500,-15 171-139,10 1-1,24 286 1,-10-444-507,3 0-1,2 0 1,2-1-1,3 0 1,1-1-1,31 59 1,-33-81 42,1-1 1,2 0-1,0-2 1,2 0-1,1-1 1,2-1-1,0-1 1,1-1-1,2-1 1,0-1-1,40 24 1,-35-28-254,1-1 0,1-2 1,0-1-1,0-2 1,1-1-1,39 7 1,-23-10-1382,0-2 1,0-2 0,86-6 0,14-13-5824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9:52.5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156 3 10513,'7'-2'1717,"-15"3"323,-21 6 1311,22-3-2910,0 0 0,0 1 0,1 0 0,0 0 0,-1 1 0,2 0 0,-1 0 0,1 0 0,0 1 0,0-1 0,0 1 0,1 0-1,0 1 1,1-1 0,0 1 0,0 0 0,-3 10 0,-1 14 27,0 1 0,-3 65 0,7-61-76,-1 55-1350,8 96-1,-3-152 306,14 173-5349,-7-102-1256,-2-37-1282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9:52.8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175 341 8797,'64'-117'2047,"-52"98"-1326,0 1 0,2 1 0,0 1 0,0 0 0,2 0 0,0 1 0,0 1 0,2 1 0,-1 1 0,2 0 0,21-10 0,-31 17-572,1 0 1,0 1 0,0 0-1,0 0 1,0 1-1,1 1 1,-1-1 0,1 2-1,-1 0 1,1 0-1,0 0 1,17 3 0,-22-1-113,1 0 0,-1 1 0,0-1 1,1 2-1,-1-1 0,0 1 0,0 0 1,0 0-1,-1 0 0,1 1 1,-1 0-1,0 0 0,0 0 0,0 1 1,0-1-1,-1 1 0,0 1 1,0-1-1,0 0 0,-1 1 0,5 8 1,0 6 20,0 0 0,-1 1 0,-2 0 0,0 1 0,-1-1 1,-1 1-1,-1 0 0,0-1 0,-5 42 0,-4 4-29,-31 124 0,-34 49-47,-10 46-63,77-264 75,1 1-1,1-1 1,1 1-1,1 0 1,1 0-1,2-1 1,3 26-1,-3-38 5,1 0 0,-1-1 0,2 1 0,0 0 0,0-1 0,0 0 0,1 0-1,1 0 1,-1-1 0,1 0 0,1 0 0,0 0 0,0-1 0,0 0 0,1 0 0,0-1 0,0 0 0,10 6-1,4-1 0,0-1 0,1 0-1,0-2 1,0 0 0,38 6-1,127 10-43,-84-12 78,-77-9-37,5 1 10,36 8 1,-61-10-11,1 0 1,-1 1-1,1 0 0,-1 0 0,0 0 1,0 1-1,0 0 0,0 1 0,10 8 1,-16-11 5,0-1 0,0 0 0,0 0 0,0 0 1,0 1-1,0-1 0,-1 1 0,1-1 0,0 0 0,-1 1 0,0-1 1,1 1-1,-1-1 0,0 1 0,0-1 0,1 1 0,-1-1 1,0 1-1,-1 0 0,1-1 0,0 1 0,0-1 0,-1 1 1,1-1-1,-1 1 0,1-1 0,-1 0 0,1 1 0,-1-1 0,0 0 1,-1 2-1,-1 5 0,-3 4 1,-1 1 1,0-1-1,-1 0 1,0-1-1,-1 0 0,-1 0 1,1-1-1,-1 0 0,-13 9 1,-19 12 51,-53 31 0,2-10-201,-125 52 1,-109 25-1355,210-85 462,33-13-213,-124 52-6734,149-54 304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9:53.3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294 1 10325,'-5'2'915,"1"0"0,-1 0 0,0 1 0,1 0 0,0 0 0,0 0 0,0 0 0,-5 5 0,2 0-20,0 1 0,0-1-1,-7 15 1,5-7-260,1-1-1,1 1 1,1 1-1,-7 25 1,-13 115 2109,14-71-1781,-29 225 1073,8-50-1771,-13 105-3837,32 2-5260,22-270 2734,7-11-3736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9:53.9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156 19 12809,'-3'1'261,"-1"0"0,1 0 0,0 0-1,-1 0 1,1-1 0,0 0 0,-5 1 0,7-1-123,0-1 0,0 1 1,0 0-1,0 0 0,1 0 1,-1-1-1,0 1 0,0 0 1,0-1-1,1 1 0,-1 0 1,0-1-1,0 0 0,1 1 1,-1-1-1,0 1 0,1-1 0,-1 0 1,1 1-1,-1-1 0,1 0 1,-1 1-1,1-1 0,-1 0 1,1 0-1,0 0 0,-1 0 1,1 1-1,0-1 0,0 0 1,0 0-1,-1 0 0,1 0 1,0 0-1,0 0 0,0 1 1,1-2-1,-21 14 2809,13-5-2702,0 0 0,0 0 0,0 1 0,1 0 0,0 0 1,1 0-1,0 1 0,0-1 0,1 1 0,0 0 0,0 1 0,1-1 1,0 1-1,1 0 0,0-1 0,0 11 0,-2 13-25,2 1 0,2-1 0,5 49 0,-4-66-314,1 1 0,1-1 0,1 0-1,0 0 1,1-1 0,1 1 0,0-1 0,1 0 0,0-1 0,2 1 0,-1-1-1,2-1 1,0 0 0,0 0 0,1-1 0,23 19 0,-19-19-174,0-1 0,1 0 1,30 15-1,-39-23 219,0 0-1,0-1 1,0 0 0,0-1-1,0 1 1,0-1-1,0-1 1,1 1 0,-1-1-1,0-1 1,0 1-1,1-1 1,10-3 0,-4 0 12,-1-1-1,0 0 1,-1 0 0,1-2 0,-1 0 0,-1 0 0,1-1 0,-1 0 0,0-1 0,-1 0 0,17-20 0,96-127-2,-21 24 626,-101 130-539,1 0 0,0 0 0,-1 0 0,1 0 0,0 0 0,0 0 0,0 1 0,0-1 0,0 1 0,1 0 0,-1-1 0,0 1 0,1 0-1,-1 0 1,1 1 0,-1-1 0,5 0 0,-5 1-16,0 0-1,0 1 0,0-1 1,0 1-1,0-1 1,0 1-1,-1 0 0,1-1 1,0 1-1,0 0 0,-1 0 1,1 1-1,0-1 0,-1 0 1,1 0-1,-1 1 1,0-1-1,2 3 0,5 8 70,0 0 0,-1 1 0,-1 0 0,0 0 0,5 17 0,0-2-6,17 44 124,-21-52-188,0-1-1,1 1 0,1-2 0,1 1 1,16 21-1,-17-29-34,1 0 1,0 0-1,1-1 1,0 0-1,0 0 1,1-2-1,1 1 1,-1-2-1,1 0 1,1 0-1,-1-1 1,1-1-1,0 0 1,0-1-1,1 0 0,-1-1 1,1-1-1,0-1 1,-1 0-1,1 0 1,0-2-1,0 0 1,0 0-1,-1-1 1,1-1-1,-1-1 1,17-6-1,5-3-196,-1-2 0,-1-2 0,-1-1-1,0-1 1,-1-2 0,42-37 0,-38 27-108,-1-3 0,-2 0 0,-1-2 1,46-70-1,-66 88 227,-1-2-1,-1 0 1,-1 0 0,0 0 0,6-26 0,-15 45 74,1-1 0,0 0 0,-1 0 0,1 1 1,-1-1-1,0 0 0,1 0 0,-1 0 0,0 1 1,0-1-1,0 0 0,0 0 0,-1 0 0,1 1 1,0-1-1,-1 0 0,1 0 0,-1 1 0,0-1 1,1 0-1,-1 1 0,0-1 0,0 1 0,0-1 1,0 1-1,0-1 0,-1 1 0,1 0 0,0-1 1,-1 1-1,1 0 0,0 0 0,-1 0 0,0 0 1,1 0-1,-1 1 0,0-1 0,1 0 0,-1 1 1,0-1-1,0 1 0,-2-1 0,-5 0-2,1 1 1,0 0-1,0 0 1,0 0-1,0 1 0,-1 1 1,-10 2-1,0 3 3,1 0 0,0 0 0,1 2 0,0 0-1,0 1 1,-23 19 0,11-6 23,2 2-1,-36 40 0,53-53-17,0 0-1,0 1 1,2 0-1,0 0 1,0 1-1,1 0 1,1 0-1,0 1 1,-6 25-1,11-35 5,0 0 1,0 1-1,1-1 0,0 1 1,0-1-1,0 1 0,0-1 0,1 1 1,0-1-1,0 1 0,0-1 1,1 0-1,0 1 0,0-1 1,0 0-1,1 0 0,0-1 1,0 1-1,0 0 0,0-1 0,0 0 1,1 0-1,0 0 0,0 0 1,0 0-1,1-1 0,-1 0 1,1 0-1,0 0 0,6 2 1,8 4-48,1-1 0,0-2 0,0 0 1,1-1-1,0-1 0,0 0 1,39 0-1,2-4-546,84-11 1,-33-3-1530,0-5 1,-2-5 0,130-45-1,-137 33-2111,-3 5-2207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9:54.3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1257 226 4300,'8'-19'1999,"19"-31"-1,-25 45-1516,1 1-1,-1-1 0,0 1 0,0-1 0,-1 0 0,2-5 0,11-24 1459,-11 28-1386,1-1 1,-2 1-1,1-1 1,0 1 0,-1-1-1,-1 0 1,1 0-1,-1 0 1,0 0 0,0-8-1,-1 12 1273,-2 4-1675,1-1 0,0 1 0,0 0 0,0-1 0,0 1 0,-1 0 1,1 0-1,0 0 0,0 0 0,1 0 0,-1 0 0,0 0 0,-1 2 0,0-1 129,-2 4-103,0 0 0,1 1 1,0-1-1,0 0 1,1 1-1,0 0 1,0 0-1,0 0 1,1 0-1,0 0 1,0 0-1,1 0 1,0 13-1,2 7 265,1 0 0,9 39 0,34 128 665,45 220 49,-72-301-1037,9 193 0,-28-221-491,-4 1 0,-4-1 0,-3-1 0,-4 1-1,-43 133 1,36-158-12,-3-1-1,-3-2 0,-2-1 1,-2-1-1,-3-2 0,-2-1 0,-3-2 1,-1-2-1,-78 69 0,42-50-875,-3-4 0,-3-3 0,-2-4 0,-3-4 0,-119 53 0,19-26-4035,3-6-3084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4:59:54.6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84 112 14317,'-60'-21'1992,"47"9"1053,9-6-2173,1 2-368,0-8-2472,3 3-188,20 21-2729,3 0-3852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0:12.6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186 464 6021,'-10'-4'658,"0"0"0,1-1 1,-1 0-1,1-1 0,0 1 0,1-2 1,-1 1-1,1-1 0,0-1 1,1 1-1,0-1 0,-7-10 1,-44-77 4306,56 91-4857,1 0 0,-1 0 1,1 0-1,0 0 0,0 0 1,1-1-1,-1 1 0,1 0 1,0 0-1,0-1 0,0 1 1,0 0-1,1-1 0,0 1 1,2-6-1,0 0-2,0 1 0,1-1 0,0 1 0,0 0 0,8-10 0,-5 10-32,0 1 0,1 0 0,0 0 0,0 0 0,0 1 0,1 1 0,0-1 0,1 1 0,-1 1 0,20-8 0,-5 3 23,1 2-1,0 0 0,37-5 1,-7 5-435,1 3 0,-1 3 1,1 1-1,-1 4 0,80 12 1,-63-2-1525,-1 3 1,-1 4-1,111 46 1,-109-30-2320,-10 3-2295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0:12.7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148 356 5208,'-104'40'9349,"84"-43"-7709,-4 3-319,38-18-273,16-16-380,10 4-32,20-6-128,28-9-148,29 3-644,23-7-712,31 1-896,27 3-3321,10 0-4156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0:39.3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74 58 6381,'0'0'8681,"2"-2"-8062,0 0-338,-1 0-1,1 0 0,-1 0 1,1-1-1,-1 1 0,0 0 1,0 0-1,0-1 0,0 1 0,0-1 1,-1 1-1,1 0 0,-1-1 1,0 0-1,1 1 0,-1-1 1,0 1-1,-1-4 0,1 1-862,0 2 668,-23 24-3718,-24-4-3179,27-3-273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0:41.0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791 49 3144,'0'0'2887,"-3"-1"-2288,2 0-493,0 1 0,0 0 0,-1-1 0,1 1 0,0-1 0,0 0 0,0 1 0,-1-1 0,1 0 0,0 0 1,0 0-1,0 0 0,0 0 0,0 0 0,1 0 0,-1 0 0,0 0 0,0-2 0,-3-27 2485,4 32-2586,-1 1 0,-1-1-1,1 1 1,0-1 0,-1 0 0,1 1-1,-1-1 1,0 0 0,-3 4-1,-9 11 25,-5 18 51,1 1 0,-20 61-1,-16 83 131,13-39-91,-270 787-1238,243-727-229,-44 216-1,77-282 326,11-47-1138,12-30 265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0:41.98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101 577 5164,'-15'-7'1566,"25"1"401,2 0 2096,-14 8-4022,-1 1 1,0-1 0,0 1-1,1 0 1,0 0 0,-1 0-1,1 0 1,0 0-1,1 0 1,-1 1 0,0-1-1,1 1 1,-2 6-1,-9 56 142,7-31-80,-32 190 148,27-174-201,6-30-267,0 1 1,-1 22 0,5-40-172,3-22-704,8-27 668,18-49 0,8-33-124,-12 15 316,5 1 0,5 2-1,63-136 1,-87 224 326,0 0-1,1 0 1,28-34 0,-31 45-29,0 1 0,0-1 0,1 1 1,0 1-1,0 0 0,1 0 0,0 1 0,15-7 0,-23 12-41,1 1 0,-1-1 1,1 0-1,0 1 0,0 0 0,0 0 0,-1 0 0,1 1 0,0-1 0,0 1 0,0 0 0,0 0 1,0 0-1,0 1 0,0-1 0,0 1 0,0 0 0,0 0 0,-1 0 0,1 1 0,0-1 0,-1 1 1,8 4-1,-8-2-12,0-1 0,0 1 1,0-1-1,0 1 1,0 0-1,-1 0 0,1 1 1,-1-1-1,0 0 0,-1 1 1,1-1-1,-1 1 1,0 0-1,0-1 0,0 1 1,-1 0-1,1 0 1,-1 0-1,-1 6 0,-1 14 12,0 0-1,-2 0 0,-1 0 0,-1 0 1,-1-1-1,-19 44 0,7-26-14,9-19-15,0-1 0,-18 29 0,-45 53 39,71-102-31,1 0 3,-1 1-4,0-1 0,1 0 0,-1 1 0,1-1 0,-1 1 0,1-1 0,0 1 0,0-1 0,0 1 0,1 0 0,-1 0 0,1-1 1,-1 5-1,5 39 53,10 45-399,4-1 1,47 144-1,-50-189-661,8 20-2725,-7-36 961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0:42.6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370 564 4248,'-28'-8'1247,"22"7"2628,5 3-3796,0-1 1,0 1 0,0-1-1,0 1 1,0-1 0,0 0 0,0 1-1,-1-1 1,1 0 0,0 0-1,-1 0 1,1 0 0,-3 1 0,1-3-67,-2-1-2,-7-16 47,-15-50 10,26 66-178,0 1 115,-1 0 0,1 1 1,-1-1-1,1 1 1,-1 0-1,1 0 1,-1-1-1,0 1 0,1 0 1,-1 0-1,-3 1 1,1-1 14,-2 0 6,1 1 0,0-1 0,-1 1-1,1 0 1,0 0 0,-1 1 0,1 0 0,0-1 0,0 2 0,0-1 0,0 1-1,-6 4 1,-1 2 54,-1 0 0,2 1 0,-13 13 0,7-5 38,1 1 0,0 0 1,2 1-1,0 0 0,-12 26 0,25-45-112,1 0-1,-1 1 0,0-1 1,1 0-1,-1 1 0,1-1 0,-1 1 1,1-1-1,0 1 0,0-1 1,-1 1-1,1-1 0,0 1 1,0-1-1,1 1 0,-1-1 0,0 1 1,0-1-1,1 1 0,-1-1 1,1 0-1,-1 1 0,1-1 1,0 1-1,-1-1 0,1 0 0,0 0 1,0 1-1,0-1 0,0 0 1,0 0-1,0 0 0,0 0 0,1 0 1,-1 0-1,0-1 0,0 1 1,1 0-1,-1 0 0,1-1 1,1 1-1,3 1-5,0 0 1,-1-1 0,1 0-1,0 0 1,0-1-1,0 0 1,0 0-1,-1 0 1,1-1 0,8-1-1,43-13-181,0-2 1,-2-3-1,0-2 0,90-50 1,-137 68 166,-1 0-1,0-1 1,0 0 0,0 0 0,0 0 0,-1-1 0,7-7-1,-12 11 31,-6 3-29,-1 1 32,0 0 0,0 0 0,1 1 0,0 0 0,-1-1 1,1 2-1,0-1 0,0 1 0,1-1 0,-1 1 0,-4 6 0,0-2-19,-4 4 37,1 0 0,-17 24 0,3-4 1,13-18-19,1 1-1,1 1 1,-14 25-1,23-38-59,5 27-361,-3-30 398,0 0 0,0 1 0,0-1 0,0 0 0,0 0 0,0 0 0,0 0 0,0 0 0,0 0 0,0 0 0,0 1 0,0-1-1,0 0 1,0 0 0,0 0 0,0 0 0,0 0 0,1 0 0,-1 0 0,0 0 0,0 1 0,0-1 0,0 0 0,0 0 0,0 0 0,0 0 0,0 0 0,0 0-1,0 0 1,0 0 0,1 0 0,-1 0 0,0 0 0,0 0 0,0 1 0,0-1 0,0 0 0,0 0 0,0 0 0,1 0 0,-1 0 0,0 0 0,0 0-1,0 0 1,0 0 0,0 0 0,0 0 0,0 0 0,1 0 0,-1-1 0,0 1 0,0 0 0,0 0 0,0 0 0,0 0 0,0 0 0,0 0 0,0 0-1,1 0 1,-1 0 0,13-2-143,0-1-1,-1 0 1,1 0-1,0-1 1,-1-1 0,0 0-1,0-1 1,12-8-1,-5 2 13,-2-1 0,1-1 0,-2 0 1,20-22-1,1-9-4,-2-2 0,53-92-1,32-104 334,-16 30 1203,-103 211-956,0 6-78,2 10-238,-1-1 0,-1 0-1,0 1 1,-1 0 0,0-1 0,-1 1 0,0-1 0,-7 26 0,-38 111 325,37-125-394,-99 245-2453,85-225-601,0-4-1181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0:43.7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2044 91 3712,'-18'-14'803,"10"7"-332,0 1-1,0 0 0,-1 0 0,1 1 0,-14-6 0,-2 3-282,0 1 1,0 0-1,-1 2 1,0 1-1,0 2 1,0 0-1,0 1 1,0 1-1,0 2 1,0 0-1,-30 8 1,9 1-106,0 1 0,1 3 0,0 2 0,1 1 0,-43 26 0,25-7-13,1 4 1,2 2-1,-102 96 1,-134 177 193,-35 91-162,263-312 0,5 4-1,-76 157 0,119-213-63,2 1-1,-21 79 0,34-105 20,0 1-1,2-1 1,0 1-1,1-1 1,0 1-1,2-1 1,1 1-1,0-1 1,1 1-1,5 17 1,-5-29-36,-1 0-1,1 0 1,0-1 0,1 0 0,-1 1 0,1-1 0,1-1 0,-1 1 0,1-1-1,0 1 1,0-1 0,7 5 0,-2-3 4,-1-1-1,0-1 1,1 0 0,0 0 0,1-1-1,-1 0 1,14 3 0,8-1 23,0-2 1,0-1-1,0-1 1,50-4-1,22-6-5,0-5 1,132-34-1,195-78-55,-189 45-151,372-177 0,-538 218 131,-1-3 0,-3-4 0,91-75-1,-143 104 33,-2 0-1,0-2 0,-1 0 0,0-1 0,-2 0 0,-1-2 0,0 0 1,12-28-1,-18 32-3,-2 1 0,0-1 0,0-1 1,-2 1-1,0-1 0,-2 0 0,0 0 1,-1 0-1,0 0 0,-2 0 1,-5-32-1,0 21 7,-3 1 0,0 0-1,-2 1 1,0-1 0,-2 2 0,-2 0 0,0 1 0,-2 0 0,0 1 0,-2 1-1,-27-26 1,0 4 15,-2 2 0,-1 3 0,-3 1 0,-71-41 0,73 52-32,-1 2 0,-99-36 0,114 51 13,1 2 0,-1 1 0,-1 2-1,1 2 1,-57-2 0,73 8-66,0 1 0,0 0-1,1 2 1,-1 0 0,1 2 0,0 0-1,0 1 1,1 0 0,0 2 0,0 0 0,-22 17-1,-14 13-1449,2 2 0,-48 50 0,19-14-2320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0:45.9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180 143 4336,'-12'-42'1069,"10"33"-125,-1 8-639,1-1 1,-1 1-1,0-1 1,1 0-1,-1 0 1,1 0-1,0 0 1,-4-4-1,-5-4 507,-9-3 167,-2 1 0,-40-16 1,59 27-756,0 0-43,-16-5 43,25 9-187,35 12-577,-18-8-665,1-1 0,0-2 0,28 2 0,41-1-3965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0:47.1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 22 4264,'-24'-21'3485,"38"30"-3201,-4 0-68,30-6-48,34 9-12,3-6-348,13 3-284,11 0-1800,13 0-369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0:52.54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154 318 6065,'-44'-8'788,"-42"-10"2765,83 16-3332,1 0 0,1 0 0,-1 0-1,0 0 1,0-1 0,1 1 0,-1-1 0,1 1-1,0-1 1,0 1 0,0-1 0,0 0 0,0 1-1,0-4 1,1 5-161,-1-4 172,1 1 1,-1-1-1,1 0 1,0 0-1,1 1 1,-1-1-1,1 0 1,0 0-1,0 1 1,2-6-1,17-40 700,-14 41-836,-1 0 1,1 0-1,0 1 1,0 0-1,1 0 1,1 0-1,-1 1 0,1 0 1,0 1-1,1 0 1,-1 0-1,1 0 1,0 1-1,1 1 0,-1-1 1,1 2-1,20-6 1,1 2-387,1 1-1,-1 1 1,1 2 0,52 2 0,-20 3-2388,1 4 0,105 22 0,-63-2-3856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0:52.8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38 651 11217,'-37'-54'1860,"37"24"-340,17-12-280,16 3-271,7-4-117,17 1-268,20-3-204,17-6-436,23-7-644,21-5-620,16 0-485,17 2-2443,3 1-3261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0:36.4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1 233 5204,'0'-19'1805,"16"13"-1205,1 0-120,0-9-76,0-3-100,6 3-48,11-6-72,-4 3-40,0 3-120,7-3-256,3 0-180,7-3-248,-7-3-616,0 8-721,0 13 153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0:36.9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42 341 5080,'0'0'1937,"-7"-12"-643,-24-37 723,30 46-1990,0 0 1,1 0 0,-1-1 0,1 1 0,-1 0 0,1 0-1,0-1 1,0 1 0,1 0 0,-1-1 0,1 1 0,-1 0-1,1 0 1,0-1 0,3-4 0,-3 5 3,3-8-24,0 1 0,1-1 0,1 1 0,-1 0 0,2 1 0,-1-1 0,1 1 0,1 1-1,0-1 1,14-11 0,-2 4-1093,1 1-1,0 1 1,40-19 0,-8 8-2465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0:37.3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47 154 4140,'-4'4'408,"-1"1"0,0-2 0,0 1 0,-1-1 0,1 1 0,-11 3 3989,19-9-4276,136-72-749,-59 33-1157,-13 8-720,9-1-699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0:37.6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0 181 3936,'4'-27'1084,"2"0"-151,18 15-333,19-21-308,4 9-472,0-3-1777,23-3 233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0:50.7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231 306 4980,'-2'-24'1087,"-1"0"0,0 1 0,-2 0 0,-1 0 0,-15-38 0,17 53-626,0-1 0,0 0 0,0-1-1,1 1 1,1 0 0,0-1-1,0 1 1,0-11 0,1 17-171,1 0-1,-1 0 1,0 1 0,0-1 0,0 0 0,0 1 0,0-1 0,0 1 0,-1-1-1,0 1 1,-2-4 0,-13 40 252,1 1 1,2 0-1,-15 56 1,-13 123 371,28-98-646,1 129 0,12-188-205,0 673-1391,27-262-3879,-8-291 63,7-12-3003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0:51.1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335 71 7457,'-8'-8'654,"1"-1"0,-1 1 0,1-1 0,-10-18 0,12 18 182,7 10 560,13 21-630,6 15-552,-2 1 0,-2 0-1,17 54 1,-16-41-23,91 261 188,-82-222-206,23 141-1,-46-202-174,-1 1 0,-1 0-1,-1 0 1,-2-1 0,-1 1-1,-2 0 1,-12 52 0,9-59-13,-2-1 0,0 0 0,-1 0 0,-1-1 0,-1 0 0,0 0 0,-2-2 0,-1 0 1,0 0-1,-19 17 0,-14 6-641,-2-1-1,-2-3 1,-107 60 0,65-53-4163,63-34-66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0:51.7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464 568 9321,'-41'108'3057,"5"2"1,-26 134-1,46-177-2783,6-26-53,-95 370 942,64-271-1296,-53 172-725,87-291 607,-1 0-1,-13 24 1,20-43-119,-1-5-36,0 0 337,-1-1 1,1 0-1,0 1 1,0-1 0,0 0-1,1 0 1,-1 0-1,1-1 1,0 1-1,0 0 1,1 0 0,-1-1-1,1 1 1,0-9-1,2-8-167,7-39-1,-4 31 36,102-623-1602,31 8 1474,-57 383 678,-65 224-231,1 0-1,1 1 0,3 0 0,41-54 1,-53 78-57,2 0 0,-1 0 0,2 1 0,-1 1 1,1 0-1,1 1 0,18-11 0,-25 17-41,-1 0 0,1 1 0,-1 0-1,1 0 1,0 0 0,0 1 0,0-1 0,0 1 0,0 1-1,0-1 1,1 1 0,-1 0 0,0 1 0,0-1-1,0 1 1,0 1 0,0-1 0,0 1 0,0 0 0,-1 0-1,1 0 1,8 6 0,-5-2 4,0 1-1,0 0 1,-1 1 0,1-1-1,-2 2 1,1-1-1,-1 1 1,-1 0 0,0 1-1,0-1 1,-1 1 0,0 0-1,0 1 1,-1-1 0,4 17-1,-3-1-26,0 1 0,-2 0 0,-1 0 0,-1 0 0,-1 1 0,-1-1 0,-2 0 0,-1 0 0,-1-1 0,-1 1 0,-1-1 1,-15 36-1,1-12-43,-2-1 1,-3 0 0,-1-2 0,-2-1-1,-44 52 1,-10-8-29,-11 15-47,91-103 145,1 1 0,0-1 0,0 1 1,0 0-1,0 0 0,0 0 0,1 0 0,-1 0 1,1 1-1,0-1 0,0 0 0,0 1 1,0-1-1,1 0 0,-1 1 0,1-1 0,0 1 1,0-1-1,0 1 0,1-1 0,-1 1 0,1-1 1,0 0-1,1 5 0,2 3 54,1 0-1,0-1 1,1 0-1,0 0 1,0 0-1,1 0 1,1-1 0,-1 0-1,2-1 1,-1 0-1,10 8 1,20 12 232,57 34 1,-86-56-282,73 41 95,120 50-1,97 19-2967,-90-36-3414,-122-45 360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0:51.9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297 1 8117,'-26'14'557,"-33"22"1171,55-33-1555,0 0 0,1 0 0,-1 1 1,1-1-1,0 1 0,0 0 0,0-1 1,0 1-1,1 1 0,0-1 0,0 0 1,-2 6-1,-7 33 1353,-7 49 0,8-36-682,1-6-245,-82 535 2894,58 63-2255,34-438-1225,32 228 1,20-152-1056,-40-238 451,2-1-1,2-1 1,43 83 0,-50-112 275,0 0 0,1-1 0,1-1 0,1 0 0,0 0 0,1-1 0,0-1 0,19 14 0,-20-19-229,0 0 1,0 0 0,1-2 0,0 1-1,0-2 1,0 0 0,1-1-1,0 0 1,0-1 0,0 0-1,17-1 1,0-2-2526,35-4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0:52.2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1652 1 8161,'-1'5'360,"1"1"0,0 0 0,0-1 0,0 1 0,1 0 0,0-1 0,0 1 0,0-1 0,2 6 0,4 16 181,-5-17-367,45 348 3444,-46-276-3342,-4 0-1,-3-1 0,-4 1 1,-3-1-1,-4-1 0,-3-1 1,-42 105-1,7-50-163,-7-2 0,-5-4 0,-109 157-1,77-146-220,-6-5-1,-135 133 1,-277 205-4278,383-368 132,6-17-2535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0:54.8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81 115 6969,'-14'-35'848,"9"20"171,-1 1-1,0-1 1,-14-20 3711,20 40-3929,-17 254 2006,11-135-2268,-1 62-119,9 0 0,40 301 0,-14-313-1408,65 211 0,-23-182-949,-58-175 1296,1 0-1,1-2 0,2 0 0,36 48 1,-45-66 134,0 0-1,0-1 1,0 0 0,1 0 0,0 0 0,0-1 0,1-1 0,-1 1 0,1-1 0,14 5 0,27 2-4820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0:55.5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142 441 5036,'-124'-32'4427,"121"31"-2963,4-2-1140,-1 0-285,1 1 1,0-1-1,0 1 1,0-1-1,1 1 1,-1-1-1,1 1 0,-1 0 1,1 0-1,0 0 1,-1 0-1,1 0 0,0 0 1,1 0-1,-1 1 1,0-1-1,0 1 1,4-2-1,54-21 401,-35 16-254,113-39 387,219-43 0,151 4-322,-489 83-244,810-98-60,-785 98 33,1 1 0,-1 3 0,50 6 0,-78-4 17,-1-1-1,0 2 0,0 0 1,0 1-1,0 1 0,-1 0 1,0 1-1,0 0 0,0 1 0,-1 1 1,-1 0-1,16 14 0,-6 0 86,-2 1 0,-1 0-1,0 1 1,-2 1 0,-1 1-1,13 32 1,64 177 718,-37-56-223,39 215 0,3 181 43,-70-400-536,7 19 19,-27-161-91,-5-25-3,0 0-1,-1 0 0,-1 0 0,1 14 1,-2-11 21,0 1 1,1-1 0,0 0 0,1 0 0,0 1 0,8 21 0,-10-31-21,0 0 0,0 0 0,0-1 0,-1 1 0,1 0 0,-1-1 0,0 1 0,0 0 0,0-1 0,-1 4 1,1-3 0,0 0-10,-1-1-1,1 1 1,0 0-1,-1-1 1,0 0-1,1 1 1,-1-1-1,0 0 1,0 0-1,0 0 1,0 0-1,-4 2 1,-2 4-5,-9 6 5,0 0 0,-1-1 0,0 0 0,-21 9 0,-1 2 1,-319 189-146,11-7 97,-325 201 115,-131 83-38,402-254-369,370-220-290,-62 22 0,91-37 484,0 0 0,0 0 1,-1 0-1,1 0 0,0-1 0,0 1 0,0-1 0,0 0 0,0 0 1,-1 0-1,1-1 0,0 1 0,0-1 0,0 1 0,0-1 0,0 0 1,0 0-1,0-1 0,0 1 0,0 0 0,0-1 0,1 0 1,-1 0-1,1 0 0,-1 0 0,-2-3 0,4 5-55,0-1 0,1 0-1,-1 0 1,0 0 0,0 0 0,1 0 0,-1 0-1,1 0 1,-1 0 0,1 0 0,-1 0 0,1 0-1,0 0 1,0 0 0,-1-1 0,1 1 0,0-1-1,2-31-5194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0:56.6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22 235 4256,'0'0'8691,"-2"2"-8309,0 1-320,-1 1-1,1 0 1,0 0 0,0 0-1,0 0 1,1 1 0,-1-1-1,1 0 1,0 1-1,0-1 1,1 1 0,-1-1-1,1 6 1,6 65 70,-3-47 5,0 3-21,2 0-1,1 0 0,1-1 1,2 0-1,1 0 0,1-1 1,2 0-1,1-1 0,1-1 1,29 41-1,-34-55-70,1 0 1,1-1-1,0 0 0,0-1 1,2-1-1,-1 0 0,1-1 1,0 0-1,1-1 0,0 0 1,0-2-1,1 0 0,0 0 1,0-1-1,0-1 0,0-1 0,1-1 1,0 0-1,-1-1 0,1 0 1,0-2-1,-1 0 0,1 0 1,0-2-1,-1 0 0,0-1 1,0-1-1,28-11 0,-27 7-27,0 0-1,-1-1 1,0 0-1,0-1 0,-1-1 1,-1-1-1,0 0 1,0-1-1,-2 0 1,0-1-1,12-18 0,-13 14-18,0-1 1,-2 0-1,0 0 0,-1-1 0,-1 0 0,-1-1 0,-1 0 0,-1 0 0,2-28 0,-5 22-15,-1 1 0,-1-1 0,-1 1 0,-2 0 0,0-1 0,-12-32 0,12 44 18,-2 1 0,0 0 0,-1 0 0,0 1 0,-1 0-1,-1 0 1,0 1 0,-1 0 0,0 0 0,-1 1 0,0 1 0,-1 0 0,0 0-1,-27-16 1,25 19 2,0 2-1,0 0 0,0 0 1,-1 1-1,0 1 0,0 1 1,0 0-1,0 1 0,-1 0 1,1 1-1,-1 1 0,1 1 1,-1 0-1,1 1 0,-17 4 1,17-3-170,0 1 0,0 1 0,1 0 0,0 1 0,-1 0 0,2 1 0,-1 1 0,1 0 0,1 1 0,-1 1 0,1 0 1,1 0-1,-14 16 0,23-23-159,1 0 1,-1 0 0,0 1-1,1-1 1,0 0 0,-1 1-1,1-1 1,1 1 0,-1-1-1,0 1 1,1 0 0,0-1-1,0 1 1,0 0-1,0-1 1,1 1 0,-1-1-1,1 1 1,0-1 0,0 1-1,0-1 1,2 4 0,5 12-4123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0:57.6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135 55 4460,'-28'-25'2134,"39"13"-827,-1 2 4187,-17 8-5513,6 1 29,1 1 0,-1-1 0,0 1-1,1-1 1,-1 1 0,0-1 0,0 1-1,1 0 1,-1 0 0,0-1-1,0 1 1,0 0 0,1 0 0,-1 0-1,0 0 1,0 0 0,0 0 0,0 0-1,1 0 1,-1 0 0,0 0 0,0 0-1,0 0 1,1 1 0,-1-1 0,0 0-1,0 1 1,1-1 0,-1 1 0,0-1-1,0 1 1,1-1 0,-1 1-1,1-1 1,-1 1 0,0-1 0,1 1-1,-1 0 1,0 0 0,-4 14 15,4-12 3,0-1 30,-4 28-19,4-26-14,0-1 12,-5 69 8,6-69 1800,13 30-1598,-7-13 117,6 40 0,2 9 7,18 74 342,-20-84-476,23 69 0,-18-78-91,35 66-1,-40-93-123,1-2 1,1 0-1,1 0 0,1-1 0,18 18 0,-30-35-6,0 1 1,0-1-1,0 0 0,1 0 0,-1 0 1,1 0-1,0-1 0,-1 0 0,1 0 0,0 0 1,0-1-1,1 1 0,-1-1 0,0 0 1,0-1-1,0 1 0,1-1 0,-1 0 1,0-1-1,1 1 0,-1-1 0,0 0 1,0 0-1,0-1 0,6-1 0,-3-1-7,0 0 0,1 0 0,-1 0 0,0-1 0,-1 0 0,0-1 0,1 0 0,-2 0 0,1 0 0,-1-1 0,0 0 0,0 0 0,7-13-1,4-13-49,-1-2 0,-2 1 0,-1-2-1,-2 0 1,-2 0 0,-1-1 0,-1 0 0,-2-1-1,-2 1 1,-2-1 0,-1 0 0,-2 1-1,-12-67 1,10 82 17,-1 0 0,-1 1 0,-1-1 0,-1 1 0,-1 1 0,-1 0 1,-19-30-1,23 42 0,1-1 0,-2 1 1,1 1-1,-1-1 1,0 1-1,0 0 0,-1 1 1,0 0-1,0 0 1,-1 1-1,0-1 0,0 2 1,0 0-1,0 0 0,0 0 1,-1 1-1,0 1 1,-19-4-1,6 7-181,-1 0-1,0 1 1,0 1 0,1 1-1,0 1 1,0 1 0,0 1-1,0 2 1,1 0-1,1 1 1,0 1 0,-25 17-1,32-18-364,0 1-1,0 0 1,-18 20 0,25-23-671,0 1 0,0 1 0,-9 15 0,2 8-4015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0:58.3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222 121 3940,'-31'-48'6084,"10"15"-3851,19 30-2101,1 1 1,-1 0-1,0 0 0,0 0 1,0 0-1,0 0 0,0 0 1,-4-3-1,1 2 123,2 1 140,0 1-124,-4 0-243,4 0 78,-1 1 1,1-1-1,0 1 1,0-1 0,0 1-1,0 0 1,-1 1 0,1-1-1,0 0 1,0 1-1,-5 1 1,5 0-65,0 0-1,0 0 1,0 0-1,0 1 1,0-1 0,0 1-1,1 0 1,-1-1-1,1 1 1,0 0-1,0 1 1,0-1 0,0 0-1,0 1 1,1-1-1,-1 1 1,1-1-1,0 1 1,-1 5 0,-1 10 192,0 0 0,-1 29 1,3-28-136,-1 7 41,1 0-1,2 1 1,0-1 0,7 35-1,-4-44-75,1-1 0,0-1 0,1 1 0,1-1 0,0 0-1,1 0 1,16 22 0,-22-34-58,1-1 0,-1 0 0,1 0 0,0 0 0,0 0-1,1 0 1,-1-1 0,1 1 0,-1-1 0,1 0 0,0 0 0,-1 0 0,1 0 0,0-1-1,1 0 1,4 2 0,-1-2 2,-1-1-1,0 1 1,1-1 0,-1-1-1,1 1 1,-1-1 0,0-1-1,15-3 1,-8 0-2,0-1 1,-1 0-1,1 0 1,-1-2-1,-1 0 1,1 0-1,-1-1 0,-1 0 1,13-13-1,-17 13-42,1-1 0,-1 0-1,-1 0 1,0 0 0,0-1 0,-1 0-1,-1 0 1,0-1 0,0 1-1,-1-1 1,0 1 0,-1-1-1,-1 0 1,1-23 0,-3 18-55,0 0 0,0 0 0,-2 0 0,0 1 0,-1-1 1,0 1-1,-2 0 0,0 0 0,0 0 0,-11-16 0,15 27 79,-2 0 1,1 1-1,0-1 0,-1 0 0,0 1 0,0 0 1,-1 0-1,1 0 0,-1 0 0,1 1 0,-1 0 1,0 0-1,-1 0 0,1 0 0,-10-2 0,8 3 2,0 0-1,-1 1 0,1 1 0,-1-1 0,1 1 0,-1 0 0,1 1 0,-1-1 0,1 2 0,-1-1 0,-11 5 0,6-2-141,0 1 0,0 0 0,1 1-1,-1 0 1,2 1 0,-1 0 0,1 1 0,0 1-1,0-1 1,1 2 0,-9 10 0,9-7-941,0 0 1,0 1 0,2 0-1,0 1 1,-8 20-1,2 3-4430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1:01.5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308 413 3760,'-85'-23'3457,"84"22"-3383,1 0 0,-1 1 0,1-1 0,-1 0-1,1 0 1,-1 0 0,1 0 0,0 0 0,-1 0-1,1 0 1,0 0 0,0 0 0,-1 0 0,1 0-1,0 0 1,0-1 0,0 1 63,-1-6 101,-10-69 2080,10 69-2191,1 0 1,1 0-1,-1-1 0,1 1 0,1 0 0,-1 0 0,1 0 1,4-10-1,0 5 15,0 1 1,1-1 0,0 1 0,1 1-1,0-1 1,1 1 0,0 1-1,13-12 1,-3 6 20,1 0-1,0 1 1,33-16-1,-43 24-127,1 1 0,0 1 0,0 0 0,0 0 1,1 1-1,-1 0 0,1 1 0,22-1 0,-29 3-24,0 0 1,-1 1-1,1-1 1,-1 1-1,1 0 0,-1 0 1,1 1-1,-1-1 1,0 1-1,0 0 0,1 0 1,-1 1-1,-1-1 1,1 1-1,0 0 1,-1 0-1,1 0 0,-1 0 1,0 0-1,0 1 1,0 0-1,-1-1 0,1 1 1,-1 0-1,3 7 1,2 6 5,-2 0 1,0 1 0,-1-1-1,-1 1 1,0 0-1,-2-1 1,0 35 0,-4 3 58,-13 68 0,7-74-50,-3-1-1,-2 1 1,-2-2-1,-26 53 1,-103 173 59,124-236-75,-36 55 154,-109 132-1,95-133 150,33-47-40,27-32-92,1 0 0,0 0 0,-11 19 0,21-30-167,0 0 0,1 0 0,-1 0 1,1-1-1,-1 1 0,1 0 1,-1 0-1,1 0 0,0-1 0,-1 1 1,1 0-1,0-1 0,0 1 1,-1 0-1,1-1 0,0 1 1,1-1-1,-1 1 11,1 0-18,0 0-1,0 0 0,0 0 1,0 0-1,0 0 1,0-1-1,0 1 1,0 0-1,1-1 0,-1 0 1,0 0-1,0 0 1,1 0-1,-1 0 0,0 0 1,0 0-1,1-1 1,-1 1-1,0-1 0,0 0 1,0 1-1,0-1 1,3-2-1,5 0 21,65-20 115,530-149-1774,-218 94-1403,-127 37-2358,-148 25 822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1:02.1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266 952 3688,'-23'2'1001,"0"-2"0,0 0 0,0-2-1,0 0 1,-36-9 0,-4-3 1216,62 14-2155,-1 0-1,1 0 0,0 0 0,-1 0 0,1 0 0,0-1 0,-1 1 0,1-1 1,0 1-1,-1-1 0,1 1 0,0-1 0,0 0 0,0 0 0,-1 1 0,1-1 1,0 0-1,0 0 0,0 0 0,-1-2 0,2 2-26,-1 0 1,1-1-1,0 1 0,0 0 0,0 0 1,0 0-1,0 0 0,0 0 0,0-1 1,0 1-1,0 0 0,0 0 0,1 0 1,-1 0-1,0 0 0,1 0 0,-1 0 1,2-2-1,2-3 66,0 0 0,0 0 0,1 1-1,0-1 1,8-6 0,5-3 121,1 2-1,1 0 0,-1 1 0,42-17 0,93-27 358,-137 50-531,868-221 993,486-24-752,-1030 194-201,581-102-365,-912 157 296,39-6-1369,-43 8 291,-27 6 155,-126 35-5414,93-25 1571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1:03.1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1699 361 4932,'28'-25'1289,"-23"20"2154,-5 3-2349,-1-7-790,0 1 0,1 0 0,0-1-1,0 1 1,1-1 0,0 1 0,0 0 0,1 0-1,1-1 1,-1 1 0,1 0 0,0 1-1,1-1 1,0 1 0,0-1 0,8-9-1,-1 2-150,0 0 0,1 2 0,1-1-1,0 1 1,1 1 0,26-18 0,-22 19-96,-1 1 1,2 0 0,-1 2 0,1 0 0,30-8 0,-41 14-35,0 0 0,1 1 0,-1 0 0,0 1 0,1 0 0,-1 0 0,10 2 0,-13-2-25,-1 1 1,0 1-1,1-1 1,-1 0-1,0 1 0,0 0 1,0 0-1,0 0 1,0 1-1,-1-1 0,1 1 1,-1 0-1,1 0 1,3 4-1,-3-1 10,0 1 0,-1-1 0,0 1 0,0-1 0,0 1 1,0 0-1,-1 0 0,-1 0 0,1 0 0,-1 0 0,0 1 0,-1-1 0,1 0 0,-1 1 0,-2 9 0,-2 15-28,-1 0 0,-10 33 0,13-56 6,-12 40 10,-3-1 0,-1 0 0,-3-1 0,-32 55 0,-3-12-73,-68 85 0,-96 97-73,213-264 157,1 0-1,0 0 0,0 1 1,0-1-1,1 1 1,-6 17-1,10-24-5,1-1-1,-1 1 1,1 0-1,-1 0 1,1 0-1,0 1 1,0-1 0,0 0-1,0 0 1,0 0-1,0 0 1,0 0-1,1 0 1,-1 0 0,1 0-1,0 0 1,-1 0-1,1-1 1,0 1-1,0 0 1,0 0-1,0-1 1,1 1 0,-1 0-1,0-1 1,1 1-1,-1-1 1,1 0-1,-1 1 1,1-1 0,0 0-1,0 0 1,-1 0-1,1 0 1,0 0-1,0-1 1,0 1 0,0 0-1,0-1 1,0 0-1,2 1 1,63 13 1,128 11 0,-86-14 0,-59-5 7,285 43-4,-262-35-14,0 4 0,104 40 0,-153-48 20,-2 0 0,1 1 0,-1 1 1,30 23-1,-47-31-12,1 0 1,-1 0-1,0 1 1,0 0-1,0 0 1,-1 0-1,0 1 0,0-1 1,0 1-1,-1 0 1,0 0-1,0 0 1,0 1-1,-1-1 1,0 1-1,0-1 0,0 1 1,-1 0-1,0-1 1,-1 1-1,0 10 1,-2-2 14,-1 0 0,-1-1 0,-1 1-1,0-1 1,-1 0 0,0 0 0,-1-1 0,-1 0 0,0 0 0,-1-1 0,0 0 0,-15 15 0,-11 10-44,-2-2 0,-55 39 1,-7-3-252,-3-5 0,-4-4 0,-221 94 1,-364 87-1931,565-203 1715,-847 244-6413,731-218 3204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1:06.9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 5 4072,'-8'2'3032,"17"-5"-2526,13-1 2370,-25 25-2833,-10 36-1,8-39-11,2 1 0,0 0 0,0 0 0,2 0-1,1 0 1,0 0 0,1 0 0,5 27 0,3-3-1761,1-1 1,27 67-1,-19-70-946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1:07.5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24 278 4196,'-6'-4'316,"-11"-4"1103,27-9-255,20-23-78,-13 17-735,1 0-1,1 1 1,1 1 0,26-22 0,-34 33-313,1 2-1,0-1 1,0 2 0,1 0 0,0 0-1,0 2 1,1-1 0,-1 2 0,1 0-1,0 1 1,1 0 0,-1 1 0,0 1-1,1 0 1,-1 1 0,1 1 0,-1 0-1,0 2 1,0-1 0,27 10 0,23 5-362,121 16 1,-136-26 56,-48-7 261,-1 0-1,1 0 1,-1 0-1,1 0 1,-1 0-1,1 1 1,-1-1-1,0 0 1,1 1-1,-1-1 0,0 1 1,1 0-1,-1-1 1,0 1-1,0 0 1,1 0-1,-1 0 1,0 0-1,0 0 1,0 0-1,0 0 1,0 0-1,0 0 1,-1 1-1,1-1 1,0 0-1,-1 0 1,1 1-1,-1-1 1,1 1-1,-1-1 0,1 0 1,-1 1-1,0-1 1,0 1-1,0-1 1,0 1-1,0-1 1,0 1-1,0-1 1,0 0-1,-1 1 1,1-1-1,0 1 1,-1-1-1,1 0 1,-2 2-1,-1 5 11,-1-1 0,0 1 0,0-1-1,-1 0 1,-9 11 0,-23 25 114,-53 56-124,82-90-140,1 1 0,-1-1 0,2 1 1,0 0-1,0 1 0,0-1 1,2 1-1,-6 16 0,-4 0-3024,4-15 1000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1:08.0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181 0 5400,'14'15'4317,"-15"-12"-3103,-12 29 250,3 2-1,-8 34 1,3-8-488,-24 110-1,7 1 0,-9 179-1,29-256-1596,6-58-638,1 0 0,2 0 1,3 50-1,1-54-660,-1-19-3342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1:08.4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 1 4356,'-1'0'101,"1"0"-1,-1-1 1,0 1-1,1 0 1,-1 0-1,0 0 1,1 0-1,-1 0 0,0 1 1,1-1-1,-1 0 1,1 0-1,-1 0 1,0 0-1,1 1 1,-1-1-1,1 0 1,-1 1-1,1-1 0,-1 0 1,1 1-1,-1-1 1,1 1-1,-1-1 1,1 1-1,-1-1 1,1 1-1,0-1 0,-1 1 1,1-1-1,0 1 1,-1-1-1,1 2 1,15 21 1273,27 15-829,-33-31-441,1 0 1,-2 1-1,14 15 0,-16-14-64,7 7 60,0 1 0,11 21 0,-21-31-90,0 0 0,0-1 0,0 1 0,-1 0 0,0 0 0,-1 1-1,1-1 1,-1 0 0,-1 0 0,0 10 0,0-1 12,-1-1 0,-1 0-1,-1 1 1,0-1 0,-1 0 0,0-1 0,-10 22 0,6-23-3,2 1 0,0 0 1,0 0-1,2 0 1,-7 30-1,10-40-16,1 0 0,0 0-1,0 0 1,0 0 0,0 0-1,1 0 1,0 0 0,0 0-1,0 0 1,0 0 0,0 0-1,1-1 1,0 1 0,-1 0-1,1-1 1,1 0 0,-1 1-1,0-1 1,1 0 0,0 0-1,0 0 1,-1-1 0,2 1-1,-1 0 1,0-1 0,0 0-1,7 3 1,27 11 67,1-1 0,0-2 0,70 15 0,-72-20-76,23 6 12,93 25 27,-138-34-36,0 0 1,-1 1-1,1 1 0,-1 0 0,0 0 0,-1 2 0,23 18 0,-33-25 6,-1 1 0,1-1 1,0 1-1,0 0 0,-1-1 0,0 1 0,0 0 1,1 0-1,-1 0 0,-1 0 0,1 0 0,0 0 1,-1 0-1,0 0 0,0 0 0,0 0 1,0 1-1,0-1 0,-1 5 0,-1 1-16,0-1 0,0 1 0,-1-1 0,0 0-1,-6 12 1,1-7-62,0-1 0,-1-1-1,-1 1 1,1-1 0,-2-1 0,1 0-1,-23 16 1,-94 55-998,103-68 823,-20 11-773,-2-3 0,0-2 1,-85 22-1,31-13-1175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1:08.7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61 25 5056,'-4'0'297,"0"0"-1,0-1 0,0 0 1,0 0-1,0 0 0,1 0 1,-1-1-1,0 1 1,1-1-1,-1 0 0,1 0 1,0 0-1,-1-1 0,-3-3 1,6 35 2048,14 115 333,31 143-1,-31-215-2338,3-2-1,3 0 0,4-1 1,2-1-1,43 83 0,-29-81-395,89 126 0,-110-173-269,1-1 0,1 0 1,0-2-1,2 0 0,0-2 1,2 0-1,0-2 0,46 25 1,-44-30-437,1-1 1,1-1 0,-1-1-1,1-1 1,1-2-1,-1 0 1,1-2 0,0-2-1,0 0 1,50-7-1,16-5-4065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1:08.96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1008 1 5276,'-10'30'870,"0"-3"300,2 0 0,-10 52 0,13-20-49,2-1-1,9 92 1,-2-70-532,-2 27 90,-23 205 1,9-233-606,-4 0 0,-3-1 0,-35 92 0,-63 108-969,87-219 404,-3 0 0,-60 81 1,48-82-427,-3-1 1,-2-3-1,-2-2 1,-3-2-1,-1-3 1,-102 64-1,51-51-2578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1:09.8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168 48 4764,'1'-1'73,"17"-21"1346,-18 21-1310,0 0-1,0 0 1,0 0-1,0 0 1,0 0 0,0 0-1,0 0 1,0 0 0,-1 0-1,1 0 1,0 0-1,-1 0 1,1 0 0,0 1-1,-1-1 1,1 0 0,-1 0-1,-7-7 7140,-12 17-5959,18-8-1252,0 1 1,1-1 0,-1 1 0,0-1 0,1 1 0,-1-1 0,1 1 0,-1 0 0,1 0 0,0 0 0,0 0 0,0 0 0,0 0-1,0 0 1,0 0 0,-1 5 0,-5 40 122,4-27 1,-61 610 323,40-298-5000,4-206-1054,7-71 443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1:10.3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21 136 5805,'1'-4'198,"1"1"0,0-1 0,0 1 0,0-1 0,0 1 0,1 0 0,-1 0 0,1 0 0,0 0 0,0 0 0,0 0 1,0 1-1,1 0 0,-1 0 0,1 0 0,-1 0 0,8-3 0,9-3 252,1 1 0,24-5 0,-22 6-53,47-10-118,1 3 1,0 4-1,0 2 1,1 4-1,-1 2 1,104 14-1,-155-11-264,0 1-1,0 1 0,0 1 1,0 1-1,0 0 1,-1 2-1,19 10 0,-26-12-9,0 2-1,-1-1 1,0 2-1,-1-1 1,1 1-1,-2 1 1,1 0-1,-2 0 1,1 1-1,-1 0 0,10 19 1,-6-7 81,-1 1 1,-1 1-1,-1 0 1,-1 0-1,8 50 1,55 434 1865,-42-291-1714,-8-53-210,19 125 220,-28-186-310,-9-71 112,1-1-1,10 44 1,-10-63-42,-1 0 0,0 1-1,-1 0 1,-1-1 0,0 1 0,-1 0 0,0 0-1,-3 16 1,2-28-20,0 0 0,1 0 0,-1 0 0,0 0 0,-1 0 0,1 0 0,0 0 0,0 0 0,-1 0 0,1-1 0,-1 1 0,0 0 0,1-1 0,-1 0 0,0 1 0,0-1 0,0 0 0,0 0 0,0 0 0,0 0 0,0 0 0,0-1 1,-1 1-1,-2 0 0,-13 3-50,0-1 1,-23 1-1,2 0-6,-73 15-91,-460 72-302,189-37-3167,365-52 2940,0-1 0,-19-2 1,-2 0-2686,14 1 209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1:10.8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7 117 4460,'0'0'7007,"-3"13"-6320,0 1-379,3-11-29,0 1-36,0 8-206,2-1-1,-1 1 1,1-1-1,1 1 1,0-1 0,1 0-1,0 0 1,0 0 0,2-1-1,-1 1 1,1-1 0,0-1-1,1 1 1,0-1 0,1 0-1,0 0 1,0-1 0,1 0-1,0-1 1,0 0-1,1 0 1,0-1 0,0-1-1,1 1 1,-1-1 0,1-1-1,0 0 1,12 2 0,-15-4-49,0 0 0,1-1 0,-1 0 0,1-1 0,-1 1-1,1-2 1,-1 1 0,1-1 0,-1-1 0,0 1 0,1-1 0,-1-1 0,0 1 0,0-2 0,0 1 0,-1-1 0,1 0 0,-1 0 0,0-1 0,0 0 0,-1-1 0,1 1 0,-1-1 0,0 0 0,-1-1 0,1 1 0,-1-1 0,4-9 0,0 3-44,-2-1 0,0-1 0,0 1-1,-1-1 1,-1 0 0,-1-1 0,0 1 0,3-30 0,-6 39 44,-1 0 0,1 1 0,-1-1 0,-1 0 0,1 1 0,-1-1 0,0 1 0,0-1 0,0 1 0,-1-1 0,0 1 0,0 0 0,-1 0 0,1 0 0,-1 0 0,0 0 0,0 1 0,-1-1 0,1 1 0,-1 0 0,0 0 0,0 0 0,-1 0 0,1 1 0,-1 0 0,1 0 0,-1 0 0,-8-3 0,7 4 16,0 0 0,0 1 0,-1-1 0,1 1 0,0 1 0,-1-1 0,1 1 0,-1 0 1,1 1-1,-1 0 0,1 0 0,0 0 0,-7 3 0,-2 0-25,2 1 0,-1 1 0,1 0 0,-23 14 0,24-11-58,0 0-1,0 0 0,1 2 1,0-1-1,1 1 0,0 1 1,1 0-1,0 0 1,1 1-1,-9 17 0,10-15-893,1 0-1,0 0 0,1 1 0,1 0 0,-4 24 1,7-19-2122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1:11.2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 0 4524,'0'0'3905,"-1"3"-2934,-2 10-563,1 1 1,0-1-1,1 0 1,1 0 0,0 1-1,1-1 1,3 20-1,-1 10-60,-1 28 244,7 88 312,-5-124-753,-3-15-54,1-1 0,2 0 0,7 29 0,-9-47-79,-1 1 0,0-1 1,1 0-1,-1 0 0,1 0 0,0 0 1,-1 0-1,1 0 0,0 0 0,-1 0 1,1-1-1,0 1 0,0-1 1,0 1-1,0-1 0,2 1 0,-1-2-14,-1 0 0,0 0 0,1 0 0,-1 0 0,0 0 0,0-1 0,0 1 0,0-1 0,0 1 0,0-1 0,0 0 0,-1 0 0,1 0 0,2-3 0,23-36 102,-18 27-96,3-5-3,-1 1 0,-1-2 0,-1 1 0,-1-1 0,-1-1 0,0 0 0,4-25 0,-4 4-215,-2 1 0,0-69 0,-4 106 142,-1 0 0,0 0 0,0 0 0,0 1 0,0-1 0,-1 0 0,0 0 0,0 0 0,0 1 0,0-1 0,0 0-1,-1 1 1,1-1 0,-1 1 0,0 0 0,0-1 0,-1 1 0,1 0 0,-1 0 0,1 1 0,-1-1 0,0 0 0,0 1 0,0 0-1,0-1 1,0 1 0,-5-2 0,7 4 12,0 0 0,0 0 0,0 0 0,0 0 0,1 1 0,-1-1 0,0 0-1,0 0 1,0 1 0,0-1 0,0 0 0,0 1 0,0-1 0,1 1 0,-1-1 0,0 1 0,0-1 0,1 1 0,-1 0-1,-1 1 1,1-1-130,-7 4-543,0-1-1,1 2 1,0-1-1,1 1 1,-1 0-1,-8 11 1,3-2-2996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1:12.2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446 40 4672,'-8'9'2400,"4"-16"2467,4 6-4756,0 0 1,0 1-1,0-1 0,0 0 1,-1 1-1,1-1 0,0 1 0,0-1 1,-1 0-1,1 1 0,0-1 0,-1 1 1,1-1-1,-1 1 0,1-1 0,-1 1 1,1-1-1,-1 1 0,1-1 1,-1 1-1,1 0 0,-1-1 0,1 1 1,-1 0-1,0-1 0,0 1 0,10-27 3603,-62 142-1535,2-3-1218,-98 355 438,68-106-2237,62-273-354,-3 27-1299,-16 68-5488,20-99 267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1:12.61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288 548 5973,'-131'63'1700,"114"-55"-1096,1 2 0,0 0-1,1 0 1,0 2 0,-16 15-1,13-11 508,-11 12 3973,35-29-4012,27-4-546,0-3-1,0 0 0,-1-2 0,33-15 1,13-3-106,1448-402 1478,-1137 354-1824,446-27-1,-648 89-242,179-10-810,-3 25-2734,-349-1 3130,39 6-274,-49-5 386,-1-1-1,0 1 1,0 0-1,0 1 1,0-1-1,0 0 1,0 1-1,-1 0 1,1-1-1,0 1 1,-1 0-1,1 1 1,-1-1-1,3 3 1,10 15-6826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1:12.9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1029 0 7141,'-40'7'814,"20"-4"494,1 1 1,-30 9-1,46-13-1028,0 0 0,0 0 0,1 0 0,-1 0 0,0-1-1,0 1 1,1-1 0,-1 0 0,0 0 0,-3-1 0,0 0 366,-13-2 853,3 1 893,16 4-2349,0 0-1,0-1 1,0 1-1,0-1 0,0 1 1,0 0-1,0-1 1,0 1-1,0-1 1,0 1-1,0 0 0,1-1 1,-1 1-1,0-1 1,0 1-1,0 0 0,1-1 1,-1 1-1,0-1 1,1 1-1,-1-1 1,1 1-1,-1-1 0,0 1 1,2 0-1,7 14 0,0 0 0,-1 1 0,-1 1 0,-1-1-1,0 1 1,-1 0 0,0 0 0,-2 1 0,3 33 0,-5-28-24,-1 1 0,-2 0 0,0-1 1,-2 1-1,0-1 0,-15 44 0,-16 26 12,-3-1 0,-5-2 0,-3-2 0,-4-2 0,-107 139 0,62-105 192,-121 118-1,37-47 498,172-181-651,8-6-33,18-6-3,-14 1-25,31-9-17,0-1 0,53-25 0,72-44-313,-91 44 89,476-264-2634,-85 45-661,-448 248 3422,454-232-6242,-223 123 144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1:13.5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132 229 5665,'12'-4'343,"15"-7"471,-27 11-785,0-1 0,0 1-1,0 0 1,0 0 0,0 0 0,1-1 0,-1 1-1,0 0 1,0 0 0,0-1 0,0 1-1,0 0 1,0 0 0,0-1 0,0 1-1,0 0 1,0 0 0,0-1 0,0 1 0,0 0-1,0 0 1,0-1 0,0 1 0,0 0-1,0 0 1,-1 0 0,1-1 0,0 1 0,0 0-1,0 0 1,0-1 0,0 1 0,-1 0-1,1 0 1,-18-11 1818,7 7-1053,-1 1 1,0 0 0,0 1 0,-21-1 0,-11-1 1371,42 4-2063,1-1-1,0 1 1,-1 0-1,1 0 1,0 0-1,-1-1 1,1 1-1,0-1 1,0 1-1,-1-1 1,1 1 0,0-1-1,0 0 1,0 1-1,0-1 1,0 0-1,0 0 1,0 0-1,0 0 1,0 0-1,0 0 1,-1-2-1,2 2-54,0 0 1,0 0-1,0 0 0,0 0 0,1 0 0,-1 0 0,0 0 0,0-1 0,1 1 0,-1 0 0,0 0 0,1 0 0,-1 0 0,1 0 0,0 1 0,-1-1 0,1 0 0,0 0 0,-1 0 0,2-1 0,4-3-22,-1 0 0,1 1 0,-1-1 0,2 1 0,-1 0 0,9-4-1,39-12-1733,96-23 0,-13 16-4172,-43 14-1204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1:13.7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1 308 7213,'20'-33'1440,"20"8"-164,-7 4-360,11-6-232,6 3-124,17-3-176,17-3-424,10 0-356,10 3-652,9-4-2208,21-2-1493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0:17.71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61 587 3048,'-28'1'764,"55"-5"74,-23 4 1437,-4-3-2146,-1-1 1,1 1-1,-1 0 0,0 0 1,0 0-1,0 0 1,-3-4-1,2 3 534,1 1 0,-1-1 0,1 0 0,0 0 0,-1 1 0,2-1 1,-2-7-1,2 10-656,0 1 0,-1-1 0,1 1 0,-1-1 0,1 1 1,0-1-1,-1 1 0,1 0 0,-1-1 0,1 1 0,-1 0 1,1-1-1,-1 1 0,0 0 0,1 0 0,-1-1 0,1 1 1,-1 0-1,1 0 0,-1 0 0,0 0 0,0 0 0,0 0 50,0-1 0,0 1 0,-1 0 0,1 0 0,0-1 0,0 1 0,0-1 0,0 1 0,0-1 0,0 1 0,0-1-1,0 0 1,0 1 0,1-1 0,-1 0 0,0 0 0,-1-1 0,-6-24-68,7 24 9,1-1 18,-2-43 39,0-31 374,2 66-394,1-1 0,0 0 1,1 1-1,0-1 0,0 1 0,2 0 1,-1-1-1,1 1 0,1 1 1,0-1-1,1 1 0,-1 0 0,2 0 1,8-10-1,1 3 45,0 1 1,2 1-1,-1 0 0,2 1 1,0 1-1,1 1 0,21-10 0,-24 14 6,-1 0-1,2 2 1,-1 0-1,1 1 0,0 0 1,0 2-1,0 0 0,1 1 1,22 1-1,-35 1-60,0 1 0,-1 0 0,1 1 0,-1 0 0,0 0 0,1 0 1,-1 0-1,0 1 0,0-1 0,0 1 0,0 1 0,-1-1 0,0 1 0,1 0 0,-1 0 0,0 0 0,-1 0 0,1 1 0,-1-1 0,0 1 0,0 0 0,0 0 0,-1 0 0,3 7 0,2 6 21,-1 0-1,0 0 1,-2 1-1,0 0 1,-1 0-1,0 19 1,-1-1 14,-2-1 0,-2 1 0,-1-1 0,-2 1 0,-15 56 0,3-40-49,-1-2 1,-3 0-1,-45 77 0,-24 25-9,54-98 64,-2-2-1,-2-2 1,-65 66-1,86-97-75,-66 79 217,118-101-113,194-41 28,-23 3-597,115-2-4058,-208 30 248,5 8-2431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0:18.42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252 737 4156,'-22'-12'1309,"-1"1"0,0 1 0,0 1 0,-1 1 0,-36-8 0,52 15-901,0-1-1,1 0 0,-1-1 0,0 1 0,1-1 0,0-1 0,0 1 1,-7-6-1,12 8 627,4-3-787,4-2-185,-1 1 1,1 0 0,-1 0 0,2 0 0,-1 0 0,0 1-1,1 0 1,0 1 0,0-1 0,0 1 0,8-2-1,16-4 140,47-7-1,-33 7-81,717-109 610,-551 89-642,981-122 4,-309 41 52,-556 65-217,330-38-96,-634 80 37,22-2-634,0 1 0,0 3 0,56 5 0,-101-3 591,0 0 0,-1-1 0,1 1 0,0 0-1,0 0 1,-1 0 0,1-1 0,0 1 0,-1 0 0,1 0 0,-1-1-1,1 1 1,-1 0 0,1-1 0,-1 1 0,1-1 0,-1 1 0,0 0 0,1-1-1,-1 1 1,-1 0 0,-33 25-3509,-16-1-1643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0:19.1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1 184 4708,'0'-3'158,"-1"1"-1,1 0 1,0-1-1,0 1 0,0-1 1,1 1-1,-1 0 1,1-1-1,-1 1 0,1-1 1,0 1-1,0 0 1,0 0-1,0 0 0,0-1 1,0 1-1,1 0 0,-1 0 1,1 1-1,-1-1 1,1 0-1,0 0 0,0 1 1,-1-1-1,1 1 1,0 0-1,1-1 0,-1 1 1,0 0-1,3-1 1,-4 2-58,0-1 0,-1 0 0,1 1 1,0-1-1,-1 1 0,1-1 1,-1 0-1,1 1 0,-1-1 1,1 0-1,-1 0 0,1 1 0,-1-1 1,0 0-1,1 0 0,-1 0 1,0 1-1,0-3 0,2-2 266,39-70 4355,-40 72-3996,0 1-110,2-17-46,-3 19-560,0 0 0,0 0-1,0 0 1,0 0 0,0 0 0,0 0 0,-1 0 0,1 0 0,0 0-1,0 0 1,0 0 0,0 0 0,0 0 0,0 0 0,0 0-1,0 0 1,0 0 0,0 0 0,0 0 0,-1 0 0,1 0-1,0 0 1,0 0 0,0 0 0,0 0 0,0 0 0,0 0 0,0 0-1,0 0 1,0 0 0,0 0 0,0 0 0,0 0 0,0 0-1,-1 0 1,1 0 0,0 0 0,0-1 0,0 1 0,0 0 0,0 0-1,0 0 1,0 0 0,0 0 0,0 0 0,0 0 0,0 0-1,0 0 1,0 0 0,0 0 0,0 0 0,0-1 0,0 1-1,0 0 1,0 0 0,0 0 0,0 0 0,0 0 0,0 0 0,0 0-1,0 0 1,0 0 0,0 0 0,0 0 0,0-1 0,0 1-1,0 0 1,0 0 0,-15 24 908,3-4-870,4-6 5,0 0 0,1 0 0,0 1-1,1 0 1,1 0 0,1 1 0,0-1 0,1 1-1,0 0 1,1 0 0,1 0 0,1 0 0,0 0-1,1 0 1,1 0 0,0 0 0,1-1 0,1 1-1,0 0 1,1-1 0,1 0 0,10 17 0,-3-9-32,1-1 0,1-1 0,2-1 0,0 0 0,1-1 0,0-1 0,2-1 0,30 22 0,-22-21-84,1-2 1,0 0 0,1-2 0,1-2 0,0 0 0,39 8 0,-4-6-150,0-3 0,1-3 0,0-2 0,1-4 0,80-7 0,-86-1 58,0-2 1,-1-4-1,75-23 0,-103 25 112,0-3 0,0 0 0,-1-2-1,-1-2 1,-1-1 0,0-1 0,32-28-1,-42 31 44,-1-2-1,-2 0 0,1-1 1,-2 0-1,-1-1 0,15-25 1,-22 31 43,-4 7 63,1-1 0,-1 0-1,-1 0 1,4-11 0,-7 18-93,1 1 1,-1-1-1,0 1 1,0-1-1,1 0 1,-1 1 0,0-1-1,0 1 1,0-1-1,0 0 1,0 1-1,0-1 1,0 0-1,0 1 1,0-1-1,0 1 1,-1-1-1,1 0 1,0 1-1,0-1 1,0 1 0,-1-1-1,1 1 1,0-1-1,-1 0 1,1 1-1,-1 0 1,1-1-1,0 1 1,-1-1-1,1 1 1,-1-1-1,-1 1 17,1-1 0,-1 1 0,1 0 0,-1 0 0,1 0 0,-1 0 0,1 0 0,-1 0 0,1 0 0,-1 0-1,1 1 1,0-1 0,-3 1 0,-3 2 83,0 0 0,0 0 0,0 1-1,1 0 1,-10 7 0,-1 5 34,1 0 0,0 1 0,2 1 0,0 0-1,1 1 1,1 0 0,-14 30 0,-53 155 255,62-155-340,-86 300-3498,56-113-5243,35-144 1279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0:19.6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0 305 5889,'0'-39'1948,"13"12"16,4-10-372,-10 25-44,10-9-288,6-15-164,-13 21-212,14-9-191,19-9-137,-3 15-308,7-3 28,7 8-376,-4 4-652,7 9-505,3 3-267,4 0-776,0 13-1224,-1 11-1989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0:19.8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14 338 7413,'-14'9'1996,"38"-27"-264,19-15-588,1 9-100,13 3-120,3 0-184,14-4-148,16-2-228,14 0-600,20-6-664,13-6-560,11 0-2408,19 0-2633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0:20.2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282 76 5901,'1'-2'187,"-1"-1"0,1 1 0,0-1 0,0 1 0,0 0 1,0-1-1,0 1 0,0 0 0,1 0 0,-1 0 0,1 0 1,-1 0-1,1 0 0,0 0 0,0 1 0,0-1 0,0 0 1,0 1-1,0 0 0,0-1 0,1 1 0,-1 0 0,0 0 1,5-1-1,-2 0 174,0 0 1138,1-21 2094,-4 22-2231,-4 15-299,-18 48 611,-40 86 0,1-1-1021,-56 293-2684,58-191-6705,27-140 28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0:20.5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0 346 7793,'0'0'7824,"2"-2"-6490,11-7-1028,-1 1 1,1 0-1,0 1 1,1 1 0,0 0-1,0 0 1,0 2-1,0 0 1,22-4-1,-6 1-31,419-83 1007,10 27-816,-174 26-502,-281 36 17,425-54-1476,1 31-6807,-394 26 4534,-16 4-1667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0:20.9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215 216 4528,'-4'-4'223,"1"0"0,-1 0 0,0 1 0,0-1 0,0 1 0,-1 0 0,1 0-1,-1 0 1,0 1 0,0 0 0,0 0 0,0 0 0,0 0 0,0 1 0,0 0-1,0 0 1,-1 0 0,1 1 0,0-1 0,-7 2 0,6-1 299,0-1 0,-1 0 0,1 1 1,0-2-1,0 1 0,0-1 0,0 0 0,0 0 0,-8-5 1,11 5-305,0 1 0,1-1 1,-1 0-1,0 0 0,1 0 1,0 0-1,-1 0 1,1-1-1,0 1 0,0-1 1,0 0-1,1 1 0,-1-1 1,1 0-1,-1 0 1,1 0-1,0 0 0,0 0 1,0 0-1,0-6 0,1 6-159,1 1-1,-1-1 1,1 1-1,-1 0 0,1-1 1,0 1-1,0 0 0,0-1 1,1 1-1,-1 0 0,0 0 1,1 0-1,0 0 1,-1 0-1,1 0 0,0 0 1,0 1-1,0-1 0,0 1 1,0-1-1,0 1 0,4-2 1,4-2 85,1-1 0,0 1 1,20-6-1,-11 5-59,1 2 0,0 0 0,0 1 0,0 1 0,1 1 0,-1 1 0,0 1 0,0 1 0,31 6 1,-36-5-65,0 2 1,-1 0 0,1 0 0,-1 1-1,0 1 1,-1 1 0,0 0 0,0 1-1,-1 0 1,0 1 0,0 0 0,21 25-1,-19-17-13,-1 1 1,-1 1-1,0 0 0,-2 1 0,0 1 0,-2 0 0,0 0 0,-1 0 0,-1 1 0,-2 0 0,0 1 0,-1-1 1,-2 1-1,0 0 0,-2 0 0,0-1 0,-2 1 0,0 0 0,-2 0 0,0-1 0,-12 33 0,9-35-7,-1 1-1,-1-1 0,-13 21 0,-84 135-36,87-150 54,-1 0 1,-1-1-1,-1-1 0,-34 29 0,15-21 266,-59 36-1,22-17 716,44-28 620,172-50-2256,78-17-1881,88-22-6599,-132 34-1115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0:21.1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0 139 11497,'0'0'2220,"7"-21"-452,-1-3-339,18 9-309,13-6-292,0 9-592,6 0-916,11-3-1236,6 3-2933,10 6-3820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1:23.41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57 4245 3532,'0'0'4495,"-3"-1"-4039,-25-9 177,25 9-262,-11-25 1540,13 25-1887,0-1 0,0 1 1,0 0-1,1 0 1,-1 0-1,0-1 0,1 1 1,-1 0-1,1-1 0,0 1 1,-1 0-1,1-1 0,0 1 1,0 0-1,0-1 1,0 1-1,0-1 0,0 1 1,0 0-1,0-1 0,1 1 1,-1 0-1,1-1 0,-1 1 1,1 0-1,-1-1 1,1 1-1,0 0 0,-1 0 1,1 0-1,0 0 0,0 0 1,0-1-1,0 2 0,0-1 1,2-2-1,-2 3-24,0-1 0,0 1 1,0-1-1,0 1 0,0 0 0,0 0 0,0-1 0,0 1 1,1 0-1,-1 0 0,0 0 0,0 0 0,0 0 0,0 0 1,0 0-1,3 1 0,0 0-2,62-1 11,625-25-46,-195-32 221,-219 25 91,497-65 189,-734 92-463,918-150 89,-872 136-85,-1-3 0,-2-4 1,0-3-1,124-64 0,-159 67 54,-2-2 0,0-3 0,-2-1 1,-2-2-1,-1-2 0,-2-1 0,-1-3 0,51-68 0,177-310 852,-205 311-739,274-506 1056,-247 448-1067,152-213 0,-224 355-135,5-7 18,-1 0 0,17-36 0,-31 56-40,-2-1 0,1 1 1,-1 0-1,-1-1 0,0 0 0,0 0 1,-1 0-1,-1 0 0,1-16 1,-4-10-14,-2-1 1,-1 1-1,-13-45 1,-3-26-27,-23-109 104,38 185-79,-1 0 1,-2 1 0,0 0 0,-3 0 0,0 1 0,-2 0-1,-35-53 1,-60-81 27,85 132-39,5 5-25,-1 1 0,0 2 0,-2 0 0,-42-35 1,59 54 38,0 1 0,0-1 0,0 0 1,0-1-1,1 1 0,-5-8 1,8 11-13,-1 0-1,0 1 1,1-1 0,-1 1 0,0-1 0,0 1 0,0 0-1,0 0 1,0 0 0,-3-2 0,-1 1-116,3 0-32,0 0-255,-25-18-113,26 18 229,35-6-3912,-29 7 2898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1:24.9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0 345 3588,'0'0'4741,"1"-3"-4226,9-14 1163,-8 27 1025,1 15-2725,4 14 550,3 73 1,-3-19-242,3 85 109,-9-120-309,15 109-1,-11-140 15,0 0 0,2 0 0,1-1 0,1 0-1,20 38 1,-26-57-54,1-1 0,0 0 0,0 0 0,1 0 0,0 0 0,0-1 0,0 0 0,1 0 0,-1 0 0,1-1 0,1 0 0,-1 0 0,0 0 0,1-1 0,0 0 0,0 0 0,0-1 0,0 0 0,0 0-1,0 0 1,1-1 0,-1 0 0,0-1 0,1 0 0,11-1 0,9-3 67,0 0 0,-1-3 0,1 0 0,-2-1 0,1-2 0,-1-1 0,-1-1 0,0-1 0,41-28 0,7-13 97,111-104 0,452-397-1922,-596 521 1304,239-179-2585,-84 85-2832,-133 93 1238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1:26.69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1090 5981,'5'-12'399,"55"-144"5135,-42 110-3977,-14 38-1344,0 0 0,-1 0 0,0 0 0,0 0 0,-1 0 0,0-1 0,0 1 0,0-11 0,9 90 99,-8-44-253,1 0 0,2 0 0,0 0 0,2-1 0,1-1 0,1 1 0,1-1 0,1-1 0,2 0 0,0-1 0,34 43 0,-40-59 1,0 1 1,1-1 0,-1 0 0,1-1 0,0 0 0,1 0 0,0-1 0,-1 0 0,2-1 0,-1 0 0,0-1 0,1 0 0,0-1-1,-1 0 1,1 0 0,0-1 0,0 0 0,20-2 0,0-2 49,0-2 0,0-1 0,-1-1 0,0-1-1,40-17 1,-16 1-39,-1-1-1,69-46 1,92-78 156,18-33-254,30-23 201,-67 69-176,6 9 0,242-113 0,-330 191 9,-98 44-7,-1 1 0,1 0-1,0 1 1,0 1-1,27-1 1,-38 3-5,0 0-25,32 0 54,-32 0 148,-6 1-332,-23 16-1522,21-19 847,0 0 0,1 0 0,-1 0 0,1 0 0,-1-1 0,-4-4 0,5 5-1095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1:31.2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255 153 6189,'11'-12'502,"-1"1"0,1 0 0,1 0 0,24-17 0,-4 2 497,-27 21-889,-1 1 0,2-1 0,-1 1-1,0 0 1,1 1 0,0-1 0,10-3-1,-10 4-34,1 0-4,0 1 0,1 0 1,-1 0-1,0 0 0,1 1 0,9-1 1,-14 2-51,-1 0 0,1 0 0,-1 1 0,0-1 0,1 1 0,-1 0 0,0 0 0,0 0 0,0 0 0,0 0 0,1 0-1,-1 0 1,-1 1 0,1-1 0,0 1 0,0-1 0,0 1 0,-1 0 0,1 0 0,-1 0 0,0 0 0,1 0 0,-1 0 0,0 0 0,1 2 0,-1 1 12,1-1 0,-1 0-1,0 1 1,0-1 0,-1 1 0,1 0-1,-1-1 1,0 1 0,0-1 0,-1 7-1,-11 50 277,8-42-160,-2 4-37,-1 1 1,-2-1-1,-15 30 0,-2 5-8,17-37-86,5-14-11,1 1-1,0-1 1,1 1-1,-1 0 0,1-1 1,-1 14-1,2-13-5,0-1 0,1 1 0,0-1 0,1 0-1,-1 1 1,1-1 0,1 0 0,0 1 0,0-1 0,0 0-1,1 0 1,-1 0 0,2-1 0,-1 1 0,1-1 0,0 1-1,0-1 1,1-1 0,9 11 0,105 96 310,-112-105-230,1 1 1,-2 0-1,1 1 1,-1-1-1,8 17 1,-12-21-43,0-1 0,0 1 0,-1 0 0,1 0 0,-1-1 0,0 1 1,0 0-1,-1 0 0,1 0 0,-1 1 0,0-1 0,0 0 0,0 0 0,-1 0 0,1 0 1,-3 8-1,-2-2-4,-1 1 0,0-1 1,0 0-1,-1-1 0,0 0 1,-1 0-1,0 0 0,0-1 1,-1 0-1,0 0 0,0-1 1,-1-1-1,0 0 0,-16 8 1,-16 5-172,0-2 0,-64 16 0,67-22-224,-51 17-858,-67 19-4628,115-37 1521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1:31.5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0 448 6885,'4'-2'1427,"39"-20"-25,1 2 1,79-23-1,-60 21-947,373-119 724,-28 36-816,-326 87-330,39-6-292,186-12 0,123 28-2402,-354 5 1769,-59 1 93,0 1 0,0 0-1,0 1 1,0 1-1,32 6 1,-12 5-1899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1:32.1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805 21 5509,'-4'-4'657,"-9"-13"5808,-2 34-5454,-144 156 965,128-137-1844,0 0-1,3 3 1,1 0-1,2 1 1,-30 66 0,48-90-98,1 0 0,0 1 0,1 0 0,-5 33 1,10-46-30,-1 1 1,0 1 0,1-1 0,0 1 1,0-1-1,1 1 0,-1-1 1,1 0-1,0 1 0,1-1 1,-1 0-1,1 0 0,0 1 0,4 6 1,2 0-2,0 0 0,0 0 0,16 15 0,-5-6 0,30 32 26,-32-35-31,0 1 0,27 38-1,-39-50 3,-1 1 0,0-1 0,-1 1 0,0 0 0,0-1 0,-1 1 0,0 1 0,0-1 1,-1 0-1,0 0 0,0 1 0,-1 14 0,-2-9-2,-1 0 0,0-1 0,-1 0 0,0 0 0,-1 0 0,0 0 0,-1-1 0,0 0 0,-1 0 0,-1 0 0,0-1 0,0 0 0,-1-1 0,-14 13 0,-3 1-204,-1-2-1,0 0 1,-2-2 0,-47 24-1,47-28-393,-1-1-1,-45 14 1,59-24 123,0-1 0,0-1 0,0 0 0,0-1 1,-1-1-1,-30-1 0,-10-8-2453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1:32.6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0 196 5693,'13'-5'545,"0"0"1,0 0-1,0-2 0,-1 1 1,17-14-1,-7 5-14,0 1-1,1 1 1,0 1-1,30-11 0,-45 19-431,6-4 44,-13 2-37,-22-3 22,5 1-61,17 7-63,-1 0-1,1 0 0,0 0 0,0 0 1,0 1-1,0-1 0,0 0 1,0 1-1,0-1 0,1 0 0,-1 1 1,0-1-1,0 1 0,0 0 0,0-1 1,1 1-1,-1 0 0,0 0 1,0 0-1,2 0 0,2-1-9,19-6-396,1 1 0,0 2 0,37-3 0,-58 7-777,9 12-5273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1:33.0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 69 5685,'14'-12'1040,"-8"-6"-252,4 3-168,-26 3-1344,-1 0-172,-10 12-2633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0:34.1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32 2420,'5'0'559,"123"9"1997,-96-10-1657,-20-1-586,-9 2-157,0-1 0,0 0 1,-1-1-1,1 1 0,0 0 1,-1-1-1,1 1 0,-1-1 1,0 0-1,1 0 0,-1 0 1,0 0-1,0 0 1,0-1-1,2-2 0,-4 5-146,1-1 63,0 0 0,0 0 1,1 0-1,-1 1 0,0-1 1,0 1-1,1-1 0,-1 1 1,1-1-1,-1 1 1,0-1-1,1 1 0,-1 0 1,1 0-1,-1 0 0,1 0 1,-1 0-1,1 0 1,-1 0-1,0 1 0,1-1 1,-1 0-1,3 2 0,1-1-322,-5 0 250,0 1 1,0 0-1,0 0 0,0-1 0,0 1 1,0 0-1,-1-1 0,1 1 1,-1-1-1,0 4 0,1-5 0,-4 19 44,2 0 0,-1 37 0,2-7 108,0-45-105,1 0 0,-1 1 1,1-1-1,1 1 0,-1-1 0,1 1 0,-1-1 0,1 0 0,1 1 0,-1-1 0,1 0 0,-1 0 0,4 5 0,-3-6-17,0-1-1,1 1 0,-1-1 1,0 0-1,1 0 1,0 0-1,0 0 0,-1 0 1,1-1-1,0 1 1,0-1-1,1 0 0,-1 0 1,0 0-1,0 0 1,0-1-1,1 1 0,-1-1 1,6 0-1,28 1 143,0-2-1,0-2 1,0-1-1,55-14 1,141-52-514,-182 53-188,-19 5-812,50-27 1,-14 6-1758,-6 7-485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0:34.4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259 12 4300,'8'-4'410,"7"-4"7280,-14 32-7470,1-14-189,1 0 0,0 0 0,0 0 1,1 0-1,0-1 0,1 1 0,0-1 1,1 0-1,7 9 0,19 35 11,-29-46-36,8 16 13,-1 1 0,-1-1 0,-1 2 0,7 34 0,11 73 62,-23-113-81,-1 0 1,-1 0-1,0 0 1,-1 0-1,-1 0 1,-1 1-1,-1-2 1,-1 1-1,0 0 1,-1-1-1,-1 0 1,-1 0-1,0 0 1,-18 28-1,9-22-271,-1-1 0,-1 0 1,-1-1-1,-2-1 0,0-1 0,0-1 0,-31 21 0,23-20-964,-35 17 0,22-13-607,-25 17-1858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0:35.5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108 37 4168,'-61'-9'1365,"34"-3"-3010,7-3 741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1:28.8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171 76 3960,'20'-23'1054,"-20"23"-1000,0-1-1,0 1 0,-1-1 1,1 0-1,0 1 0,0-1 0,0 1 1,0-1-1,-1 1 0,1-1 0,0 1 1,-1-1-1,1 1 0,0-1 1,-1 1-1,1-1 0,-1 1 0,1 0 1,0-1-1,-1 1 0,1 0 0,-1-1 1,1 1-1,-1 0 0,0 0 1,1-1-1,-1 1 0,1 0 0,-1 0 1,0 0-1,-11-10 2578,3-20-1432,4 30-907,-1-1-186,-1 1 28,1 0-1,0 0 1,-1 1 0,1 0 0,0 0 0,0 0 0,-1 1 0,1-1 0,-7 5-1,7-4-1,0 1 0,0 1 0,0-1 0,0 1 0,1 0 0,0 1 0,0-1 0,-7 8 0,10-8-93,-1 0 0,1 0 1,0-1-1,0 1 0,0 1 1,1-1-1,0 0 0,-1 0 0,1 0 1,1 1-1,-1-1 0,1 1 1,0-1-1,0 8 0,3 12 12,0 0-1,2-1 0,1 0 0,1 0 1,0 0-1,2-1 0,1 0 1,20 34-1,0-8-44,2-1 0,60 67 0,-49-67-477,2-2 0,3-2 0,1-2 1,1-2-1,66 37 0,-68-49-966,2-2 1,0-2-1,81 24 1,-71-29-1489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1:29.0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948 100 3380,'20'-31'898,"-19"30"-774,0-1 0,0 0 0,-1 0 0,1 0 0,0 0 0,-1 0 0,1-1 0,-1 1 0,1 0 0,-1 0 0,0 0 0,0 0 0,0 0 0,-1-3 0,1-1 236,0 5-234,-1-1-1,1 0 1,-1 0 0,1 1 0,-1-1 0,0 1-1,0-1 1,0 0 0,0 1 0,0 0-1,0-1 1,0 1 0,0 0 0,-1-1 0,1 1-1,0 0 1,-1 0 0,1 0 0,-4-1-1,1 3-73,-1 0-1,1 1 1,0 0-1,-1 0 0,1 0 1,0 0-1,0 1 0,0-1 1,1 1-1,-1 0 0,1 0 1,-1 1-1,-4 5 1,-8 11 138,-18 30 1,13-18-27,-333 503 526,219-325-1208,-85 130-3354,109-165 278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1:34.5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84 3708,'0'0'1499,"3"-2"-891,11-4-309,1 0 1,-1 1-1,1 0 0,0 1 1,0 1-1,0 1 1,21-2-1,39-7 290,123-25 738,-197 36-1326,1 0 1,-1 0 0,0 0 0,0 1 0,1-1 0,-1 0 0,0 0-1,0 1 1,0-1 0,0 1 0,1-1 0,-1 1 0,0-1-1,0 1 1,0 0 0,0-1 0,0 1 0,1 1 0,2 1 6,-1-1-4,0 0 0,0 1 0,0-1 0,0 1 0,0 0 0,0 0 0,0 0 0,-1 0 1,0 1-1,1-1 0,-1 0 0,-1 1 0,1 0 0,0-1 0,-1 1 0,0 0 0,0 0 0,0 0 0,0 0 0,-1 0 0,1 0 0,-1 0 0,0 0 0,-1 7 1,-1 8-1,-1 1 1,-1-1 0,-10 33 0,11-45-7,-6 25 11,-2-1 1,-1-1 0,-1 0 0,-18 28-1,15-29-15,-66 106 14,12-32 239,-46 64 1020,112-162-1082,0 0 0,1-1 0,-1 2 0,1-1 1,0 0-1,1 0 0,-4 10 0,12-15-85,6 0-80,0 0 0,-1-1 1,1 0-1,0-1 0,-1-1 1,1 0-1,-1 0 1,19-9-1,250-89-1853,-67 46-3710,-178 43 2287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1:34.7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0 281 4308,'0'0'2851,"1"-3"-2159,1 1-582,-1-1 0,1 1 0,0 0 1,-1-1-1,1 1 0,0 0 1,0 0-1,0 0 0,1 1 0,-1-1 1,0 0-1,1 1 0,-1-1 0,6-1 1,45-13 469,-24 8-280,514-134 772,-450 124-1381,83-11-468,-19 2-3760,-126 20 1687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1:36.1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54 23 3948,'-6'13'831,"0"-1"0,-1-1-1,-12 18 1,16-25-692,1 1 1,0 0-1,0 0 1,0 0-1,1 0 1,0 0-1,0 0 1,0 1-1,1-1 1,-1 0-1,2 8 1,-1 5 12,2-1 0,0 1 0,1-1 0,1 1 0,1-1 0,8 20 0,-12-35-149,0 1-1,0-1 1,0 0 0,0 1-1,1-1 1,0 0 0,-1 0-1,1 0 1,0 0 0,0-1-1,0 1 1,0 0 0,0-1-1,0 1 1,0-1 0,1 0-1,-1 1 1,0-1 0,1 0-1,-1-1 1,1 1 0,-1 0-1,1-1 1,0 1 0,-1-1-1,1 0 1,-1 0 0,1 0 0,0 0-1,3-1 1,4-1-2,0 0-1,0 0 1,0-1-1,-1 0 1,1-1 0,14-7-1,-6 1-2,1 1 12,0-1 0,-1-1 0,25-20 0,4-6-2,-37 30-9,0 0 1,0-1 0,0-1 0,-1 0 0,0 0-1,14-20 1,-17 21 2,0 1 0,0 0 0,1 0 0,7-6-1,12-12 52,-24 23-61,24-38 42,-25 40-31,-1 0 0,0 0-1,0 0 1,1-1 0,-1 1-1,0 0 1,0 0 0,1-1-1,-1 1 1,0 0 0,0-1-1,0 1 1,0 0 0,1 0-1,-1-1 1,0 1 0,0 0 0,0-1-1,0 1 1,0 0 0,0-1-1,0 1 1,0 0 0,0-1-1,0 1 1,0-1 0,0 1-1,0 0 1,0-1 0,0 1-1,0 0 1,0-1 0,-1 1-1,1 0 1,0 0 0,0-1-1,0 1 1,0 0 0,-1-1 0,1 1-1,0 0 1,0 0 0,-1-1-1,1 1 1,-17 2 110,10 0-145,4-2 194,0 1-193,-22 12 3,24-12 82,0-1 0,-1 1 0,1 0 0,0 0 0,0 0 1,-1 0-1,1 0 0,0 0 0,0 1 0,0-1 0,0 0 0,1 0 0,-1 1 0,0-1 1,1 1-1,-1-1 0,0 0 0,1 1 0,-1 2 0,-16 2-30,3-1-12,12-4 8,0 1-7,-18 23 87,18-22 592,2 0-542,-3 32 49,3-31 403,-3-4-795,-25 11 173,25-10 199,13 9-2482,-1-1 389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1:37.2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263 188 4212,'0'0'858,"-3"-2"-120,0-1-697,-3-2 383,1 0 0,-1 0 0,1 0 0,1-1 0,-7-9 0,10 13 550,1-1-948,0-1-1,1 1 1,-1-1 0,1 1 0,0-1 0,0 1-1,0-1 1,0 1 0,3-4 0,25-9 163,71-35 316,-87 46-474,1 0 1,0 0 0,0 1-1,0 1 1,23-3-1,-15 3 93,-17 2-116,0 0-1,-1 0 1,1 1 0,0 0-1,0 0 1,0 0 0,9 2-1,-12-2-3,0 1-1,-1 0 0,1 0 1,-1 0-1,1 0 0,-1 0 1,1 0-1,-1 1 0,1-1 1,-1 0-1,0 1 1,0-1-1,0 1 0,0-1 1,0 1-1,0 0 0,0-1 1,0 1-1,-1 0 0,1 0 1,0-1-1,-1 1 0,0 0 1,1 0-1,-1 0 0,0 2 1,1 18 7,-1 0 1,-1-1 0,-1 1 0,-6 29-1,-3 31-26,8-53 54,1 0 0,2-1 0,0 1 0,2 0 0,2-1 1,0 1-1,14 44 0,-10-51-28,0 0 0,2-1-1,0 1 1,1-2 0,2 0 0,0 0 0,21 23 0,-25-33-27,-3-2 28,1-1 0,-1 1 0,0 1-1,9 16 1,-14-23-8,0 1-1,0-1 0,0 1 1,0 0-1,-1-1 0,1 1 1,-1 0-1,0-1 0,0 1 1,0 0-1,0 0 0,0-1 1,-1 1-1,1 0 0,-1-1 1,1 1-1,-1 0 0,0-1 1,0 1-1,-1-1 0,1 1 1,0-1-1,-2 3 0,-9 10 7,-1 0-1,0 0 1,-1-1-1,0-1 0,-1 0 1,-21 13-1,-108 58 76,71-43 129,-82 33-28,113-56-153,0 1-1,1 3 1,-41 28-1,80-49-58,1 0 1,-1 0-1,1 0 1,-1 0-1,1 1 0,0-1 1,0 0-1,0 1 0,-1-1 1,1 1-1,1-1 1,-1 1-1,-1 1 0,5 13-678,2 6-3507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1:38.5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33 67 3428,'0'0'5750,"-3"1"-5706,-25 3 363,28-4-397,0 0-1,0 0 0,0 0 1,0 0-1,0 0 0,0 0 1,0 0-1,0-1 0,-1 1 1,1 0-1,0 0 0,0 0 1,0 0-1,0 0 0,0 0 1,0 0-1,0 0 1,0 0-1,0 0 0,0 0 1,0 0-1,0 0 0,0 0 1,0 0-1,0-1 0,-1 1 1,1 0-1,0 0 0,0 0 1,0 0-1,0 0 0,0 0 1,0 0-1,0 0 1,0 0-1,0 0 0,0-1 1,0 1-1,0 0 0,0 0 1,0 0-1,0 0 0,0 0 1,0 0-1,1 0 0,-1 0 1,0 0-1,0 0 0,0-1 1,0 1-1,0 0 1,0 0-1,0 0 0,0 0 1,0 0-1,0 0 0,0 0 1,0 0-1,0 0 0,0 0 1,0 0-1,1 0 0,-1 0 1,15-9 270,-12 8-136,0-2-105,1 0-1,-1 0 1,0 0-1,0 0 1,0 0-1,0-1 1,4-6-1,-1 1-24,-5 8 0,48-7 128,3 1-170,-41 7 30,-1 1 1,0 0 0,0 1 0,0 0-1,0 0 1,0 1 0,0 1 0,-1-1-1,1 2 1,-1-1 0,0 1 0,10 8-1,-13-8-4,0-1-1,0 1 0,-1 1 0,1-1 0,-2 1 0,1 0 1,0 0-1,-1 0 0,0 1 0,-1-1 0,1 1 0,-1 0 1,0 0-1,-1 0 0,0 0 0,0 1 0,1 13 0,-2-12 8,-2 0 1,1-1-1,-1 1 0,0-1 0,-1 1 0,0-1 0,-1 1 0,1-1 0,-2 0 1,1 0-1,-1 0 0,0-1 0,0 1 0,-1-1 0,0 0 0,-1 0 0,0-1 1,0 0-1,0 0 0,0 0 0,-11 7 0,14-12 11,0 0 0,1-1 1,-1 1-1,0 0 0,0-1 0,1 0 0,-1 0 1,0 0-1,-5 0 0,2 0 15,2 0 86,-24-14 48,14-6-130,13 18 96,0-1-2154,1 1 1848,0 0 0,0 1 0,-1-1 0,1 0 0,-1 0 0,0 0 0,1 1 0,-1-1 0,0 0 1,0 1-1,0-1 0,0 1 0,0-1 0,0 1 0,0-1 0,-1 1 0,1 0 0,0-1 0,-1 1 0,1 0 0,-1 0 0,0 0 0,1 0 0,-1 1 0,-2-2 0,-16-2-2109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1:39.3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11 103 3748,'0'0'2946,"3"-1"-3297,39-8 1040,-32 7-532,-1 1 0,1-1 1,-1-1-1,0 0 0,0 0 0,11-6 1,53-26 346,-15 8-192,-56 26-237,1 0-14,18-2-24,39 0 1,-31 17 181,-24-11-180,-5-2-43,1-1 0,0 1 0,-1-1 0,1 1 0,0-1 0,-1 1 1,1-1-1,-1 1 0,1 0 0,-1 0 0,1-1 0,-1 1 0,1 0 1,-1 0-1,0-1 0,0 1 0,1 0 0,-1 0 0,0 0 0,0 1 0,1 2-18,0 0 42,0-1 0,0 1 1,0 0-1,-1 1 0,1-1 1,-1 0-1,0 0 1,0 0-1,-1 0 0,1 0 1,-2 6-1,-15 45 74,12-44-74,-1-1-1,0 0 0,0-1 1,-1 0-1,0 0 1,-1 0-1,-10 9 1,-24 11 167,34-25-158,1 0 0,0 1-1,1 0 1,-1 0 0,1 0 0,-8 9-1,14-13-21,-1 0-1,0 0 0,1 0 1,-1 1-1,0-1 0,1 0 1,-1 0-1,1 1 1,0-1-1,-1 0 0,1 0 1,0 1-1,0-1 0,0 0 1,0 1-1,0-1 1,0 0-1,0 1 0,0-1 1,1 0-1,-1 1 0,1-1 1,-1 0-1,1 0 1,-1 1-1,1-1 0,-1 0 1,2 2-1,32 36-2,-9-12 96,-16-13-83,0 0-1,-1 0 1,0 1 0,-2 0 0,1 0-1,-2 0 1,0 1 0,-1 0 0,3 24-1,-6-32 28,0-1 0,-1 1-1,0-1 1,0 1-1,-1-1 1,0 1 0,0-1-1,0 0 1,-1 1 0,-1-1-1,1 0 1,-1 0-1,0 0 1,-1-1 0,1 1-1,-1-1 1,-1 0 0,1 0-1,-1 0 1,0-1-1,0 1 1,-12 8 0,0-5 1,1 0 1,-2-2-1,1 0 1,-1 0-1,0-2 1,0 0-1,-24 2 1,25-3-23,-53 11-261,67-15 49,1 2-132,0 0 234,0 0 0,0 0 0,0 1 0,0-1 0,0 0 0,1 1 0,-3 3 0,0 4-5270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1:40.4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35 139 3596,'12'8'1329,"-21"-9"-43,5 0-923,1-1 1,0 1-1,0-1 1,-1 1-1,1-1 0,0 0 1,0 0-1,-4-4 1,3 1 710,4 7-415,8 14-203,-4-11-436,-1 0 1,1 0-1,0 0 0,0 0 0,0-1 0,7 5 0,13 4 41,-15-13-30,-2-1-9,4 2-19,0 0 0,0-1-1,1 0 1,-1-1 0,0 0-1,0-1 1,12-3 0,2-3-5,-1-1 1,25-13-1,-21 7-14,-1-1 0,0-1 0,-1-1 1,29-27-1,-28 15 16,-25 27 8,-1 6 36,1 9 69,-1 0-1,0 0 0,0 0 0,-1 0 1,-1 0-1,-2 16 0,-20 75 292,8-43-214,7-22-143,-96 519-953,98-520-481,-2 0-1,-1-1 0,-16 39 1,7-17-2516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9:11.6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103 269 6525,'2'-2'768,"0"0"0,0 0 0,0 0 0,0 0 0,0 0 0,-1 0 0,1-1 0,-1 1 0,1 0 0,-1-1 0,0 0 0,1-3 0,3-6 4192,-5 12-4933,1 0 0,-1-1-1,1 1 1,-1 0 0,1 0-1,-1-1 1,1 1-1,-1 0 1,0-1 0,1 1-1,-1 0 1,1-1 0,-1 1-1,0-1 1,0 1 0,1 0-1,-1-1 1,0 1-1,0-1 1,1 1 0,-1-1-1,0 1 1,0-1 0,0 0-1,0 0 55,1 0 0,-1 0 0,0 0 0,1 0 0,-1 0 0,1 1 0,-1-1 0,1 0 0,-1 0 0,1 1 0,-1-1 0,1 0 0,0 0 0,-1 1-1,1-1 1,0 1 0,-1-1 0,1 1 0,1-1 0,29-7-92,-28 8-9,10 4 17,0 4 3275,-14-11-3282,1 2 16,-1-1-1,0 0 1,1 1 0,-1-1-1,0 1 1,0-1 0,0 1-1,0-1 1,0 1 0,0 0 0,-1-1-1,1 1 1,0 0 0,-1 0-1,1 0 1,-1 0 0,1 0 0,-1 0-1,1 1 1,-1-1 0,0 0-1,1 1 1,-1-1 0,0 1-1,0 0 1,1-1 0,-1 1 0,-3 0-1,-3-1-28,5 1 87,-20 0 199,-31-6 535,50 6-630,0 0-6,-35 5 107,35-4 416,-25-10 531,41 11-1127,-1 0 0,1 1 0,-1 0 0,0 0 0,0 2 0,0-1 0,-1 1 0,1 1 0,-1 0 0,-1 0 0,1 1 0,-1 0 0,0 1 0,-1 0 0,0 0 0,0 1 0,0 0 0,-1 0 0,7 14 0,4 7-52,-2 0 1,-1 0-1,-2 2 0,-1 0 1,-1 0-1,7 38 0,22 203-80,-32-200 63,-7-53-20,-1 0 0,0 1 0,-2-1 0,-4 24 0,5-38 0,-4 14 0,5-20 0,0 1 0,0-1 0,0 1 0,-1 0 0,1-1 0,0 1 0,0-1 0,0 1 0,0-1 0,-1 1 0,1-1 0,0 1 0,0-1 0,-1 1 0,1-1 0,0 1 0,-1-1 0,1 0 0,-1 1 0,1-1 0,0 1 0,-1-1 0,1 0 0,-1 0 0,1 1 0,-1-1 0,1 0 0,-1 0 0,1 1 0,-1-1 0,1 0 0,-1 0 0,1 0 0,-1 0 0,0 0 0,1 0 0,-2 0 0,-7-9 0,9 8 0,-3-3 0,0 0 0,0 0 0,0 0 0,1 0 0,0-1 0,0 1 0,0-1 0,1 1 0,-1-1 0,1 0 0,0 1 0,0-1 0,1 0 0,-1-8 0,-5-58 0,3-1 0,6-84 0,8 66 0,25-95 0,-23 138 0,1 0 0,3 0 0,36-72 0,-46 106 0,0 1 0,1 0 0,0 0 0,1 0 0,0 1 0,1 1 0,21-19 0,-26 25 0,0 1 0,1-1 0,-1 1 0,1 1 0,-1-1 0,1 1 0,0 0 0,0 0 0,0 1 0,0 0 0,0 0 0,0 0 0,0 1 0,0-1 0,0 2 0,0-1 0,0 1 0,1 0 0,-1 0 0,0 0 0,6 3 0,0 1 0,0 1 0,-1 0 0,0 1 0,0 0 0,-1 0 0,1 1 0,-2 0 0,1 1 0,15 19 0,-2 1 0,-1 1 0,20 36 0,-8-8 0,-4 2 0,-2 0 0,-2 2 0,-3 1 0,-3 0 0,-3 2 0,-3 0 0,10 110 0,-24 154 0,-3-153 0,3-164-21,0 0-1,-1-1 1,-1 1 0,-4 16-1,6-27 8,0-1 1,0 0-1,0 0 0,0 0 0,0 0 0,0 0 0,0 0 0,-1 1 0,1-1 0,0 0 0,0 0 0,0 0 0,0 0 1,0 1-1,0-1 0,0 0 0,0 0 0,0 0 0,0 0 0,0 0 0,0 1 0,0-1 0,0 0 0,1 0 1,-1 0-1,0 0 0,0 0 0,0 1 0,0-1 0,0 0 0,0 0 0,0 0 0,0 0 0,0 0 0,0 0 1,1 1-1,-1-1 0,0 0 0,0 0 0,0 0 0,0 0 0,0 0 0,1 0 0,-1 0 0,0 0 0,0 0 0,0 0 1,0 0-1,0 0 0,1 0 0,-1 0 0,7 3-453,-5-2 246,1 1-1,-1-1 1,0-1-1,1 1 1,-1 0-1,1 0 0,-1-1 1,1 0-1,-1 1 1,1-1-1,-1 0 1,1 0-1,-1 0 0,1-1 1,-1 1-1,1-1 1,-1 1-1,1-1 0,-1 0 1,1 0-1,-1 0 1,0 0-1,0 0 1,3-3-1,75-49-5355,-25 15-1478,-3 5-3260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9:12.4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 31 8505,'7'-24'8375,"-37"17"5072,50 19-13179,0-1 339,14 18-224,0 2 1,-2 1-1,29 38 1,-13-16-353,146 151-53,81 48-7476,-240-223 5736,-15-14-17,0 0 0,29 15 0,13 0-5857,-42-22 108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9:12.6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748 91 8965,'-13'-17'680,"10"12"-270,0-1-1,-1 1 1,0 0 0,0 0 0,0 0 0,-1 0 0,1 1 0,-1 0-1,0 0 1,0 0 0,-1 1 0,1-1 0,-9-3 0,5 5 19,1 0 0,-1 1 0,0 0 0,1 0 0,-1 1-1,0 0 1,0 1 0,0-1 0,1 2 0,-1-1 0,-14 6 0,9-2-46,1 0 0,0 2 0,0-1 0,1 2 1,0-1-1,-18 16 0,2 3 24,2 1 1,0 1-1,2 1 1,-34 53-1,18-17-451,-41 90 1,-15 77-3476,82-194 525,2 1-1,-11 57 0,14-14-6680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9:13.3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36 112 6845,'-27'-9'13083,"23"-3"-12000,-1 2 661,11 17-926,3 8-316,2 0 0,-1-1 0,2 0-1,16 15 1,4 6-410,-2 0-1,-1 2 1,-2 2-1,-2 0 1,32 66-1,6 54 28,-55-139-109,-2 0-1,0 0 0,-1 1 0,-1-1 0,-1 1 0,-1 0 0,-1 0 1,-1 0-1,-2 23 0,1-40 41,-16-16-29,15 10-18,0 0 0,0 0 1,0-1-1,0 1 0,1 0 0,-1-1 0,1 1 0,-1-1 1,1 0-1,0 1 0,0-1 0,0 0 0,1 0 1,-1 0-1,0 1 0,1-1 0,0 0 0,0 0 0,0 0 1,0 0-1,0 0 0,1-3 0,1-13 6,1 0-1,7-22 1,-7 28-1,3-17 12,0 6-4,0 0 1,15-37 0,45-95 1,-45 112 169,2 1 1,2 1-1,44-58 0,-48 72-19,-11 14-58,0 1 0,1 0 0,0 1 1,1 0-1,0 1 0,1 0 1,0 1-1,1 0 0,24-13 0,-32 22-62,0-1 0,0 1 0,0 0 0,0 0 0,0 0 0,0 1 0,0 0 0,0 0 0,0 1 0,0-1 0,0 1 0,0 1 0,0-1 0,0 1 0,0 0 0,-1 1 0,1-1-1,-1 1 1,1 0 0,-1 0 0,0 1 0,0-1 0,-1 1 0,1 0 0,6 8 0,-1 4 82,0 0 0,-1 1 0,0 0 0,-2 0 0,0 1 0,-1 0 0,5 26-1,0 11 128,4 66 0,47 371-28,-54-453-692,1-1-1,2-1 0,2 0 1,1 0-1,1-1 0,40 64 1,-43-82-245,0 0 1,2-1-1,0-1 1,0 0-1,2-1 1,0 0-1,0-2 1,2 0-1,-1-1 1,2 0-1,-1-1 1,2-2-1,-1 0 1,23 7-1,41 5-5222,3-5-3454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9:13.8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 26 11961,'-9'0'12318,"9"0"-12081,2 18 2390,13 22-2670,68 110 2394,-30-57-1833,-32-54-1493,51 67 0,-56-85-141,2-1 0,0-2 1,1 1-1,32 23 0,-42-36 561,0-1 1,0 0-1,1 0 0,0-1 1,0 0-1,0-1 0,0 0 0,1 0 1,-1-1-1,1-1 0,-1 0 1,1 0-1,17-2 0,-20 1 366,-1-1 1,1 0-1,-1 0 0,1-1 1,-1 0-1,0 0 0,0-1 0,0 0 1,0 0-1,0-1 0,-1 0 0,1 0 1,-1 0-1,0-1 0,-1 0 1,1 0-1,-1-1 0,0 1 0,7-11 1,-4 2 117,-1-1 1,-1 0-1,0-1 0,6-30 1,-2 11 194,-3 9 238,-2 0-1,0 0 1,-2 0-1,0-36 1,-3 46 35,0 0 0,-2-1 0,0 1 0,0 0 0,-2 0 0,0 0 0,-1 0 0,-8-18 0,10 28-248,0 0 0,-1 0 0,0 1 0,0-1 0,0 1 0,0 0 1,-1 0-1,0 1 0,0-1 0,0 1 0,0 0 0,-1 1 0,0-1 0,0 1 0,0 0 0,0 1 0,0-1 0,0 1 0,-1 0 0,1 1 0,-1-1 0,0 1 1,1 1-1,-1-1 0,0 1 0,1 0 0,-1 1 0,-11 2 0,3 0-18,-1 0-1,1 1 1,0 1 0,0 1 0,1 0-1,0 1 1,0 0 0,0 1 0,1 1-1,0 0 1,-14 14 0,0 3-25,2 1 0,-42 60-1,-31 70-2241,31-48-1860,21-28-1153,11 0-2847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9:14.3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57 10197,'5'-9'2318,"5"2"5384,2 12-2373,-3 5-7231,-3 1 2011,0 0 0,-1 0 0,-1 0 0,1 1-1,-2 0 1,0-1 0,3 21 0,5 93 240,-9-82-317,10 253-458,-14-257 332,2 20 74,0-55-11,26-30 60,-17 9 29,-2 0 1,0 0 0,0-1 0,-2 0 0,4-24 0,9-24 102,52-123 32,-55 157-68,1 1 0,1 1 0,2 1 0,24-30 0,-29 43 81,0 0-1,1 0 0,1 2 0,0 0 0,31-21 0,-41 31-142,1 0 0,0 0-1,0 1 1,0 0-1,0 0 1,1 1 0,-1 0-1,1 0 1,-1 1 0,1-1-1,0 2 1,-1-1 0,1 1-1,0 0 1,0 1-1,-1 0 1,1 0 0,-1 1-1,1 0 1,14 5 0,-15-3-13,0 0 0,0 0 0,0 0 0,0 1 0,0 0 0,-1 1 0,0-1 0,0 1 0,-1 0 0,1 1 1,5 9-1,-4-5 0,-1 1 0,0 0 0,-1 0 1,-1 1-1,1-1 0,2 20 1,-2 4 22,-1 0 0,-2 0 1,-1 0-1,-6 47 1,-9 63 98,-6 88-1341,18-180-328,3-1-1,9 72 0,-8-112 748,0 1 0,1-1 0,1 0 0,0 0 0,8 15 0,-9-22 81,0 0-1,1 0 1,0 0 0,0 0-1,1-1 1,-1 0 0,1 0-1,0 0 1,1-1 0,-1 1-1,1-1 1,6 3 0,42 18-7209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9:14.7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103 96 10281,'-16'-15'954,"8"7"605,-1 0 0,1 1 1,-1 0-1,-1 0 0,-10-5 1,-1-1 3374,21 13-4877,-1-1 0,1 1 0,0 0-1,0 0 1,0 0 0,0 0-1,0 0 1,0-1 0,0 1 0,0 0-1,0 0 1,-1 0 0,1 0 0,0-1-1,0 1 1,0 0 0,0 0 0,0 0-1,0-1 1,0 1 0,0 0-1,0 0 1,0 0 0,0 0 0,1-1-1,-1 1 1,0 0 0,0 0 0,0 0-1,0 0 1,0-1 0,0 1 0,0 0-1,0 0 1,0 0 0,1 0-1,-1 0 1,0-1 0,0 1 0,0 0-1,0 0 1,0 0 0,1 0 0,-1 0-1,0 0 1,0 0 0,0 0-1,0 0 1,1 0 0,-1-1 0,40-3-761,-36 4 123,34-2-1421,145-2-10808,-107 9 3472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9:14.9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0 151 9753,'17'-21'3864,"-7"3"-2496,0 3-372,3 0-499,14-3-898,7 3-763,-4-3-652,20 0-1988,17 6-2505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9:15.16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28 193 6517,'-1'1'169,"0"0"0,0 0 0,0-1 0,1 1 0,-1 0 0,0 0 0,0-1 0,0 1 0,0-1 0,0 1 0,-1-1 0,1 1 0,0-1 0,0 0 0,0 0 0,0 1 0,0-1 0,-1 0 0,1 0 1,0 0-1,-2 0 0,1-1 1219,4 0-290,33-13-679,1 1 0,1 2 0,39-7 0,119-13-118,-128 22 1055,-9-2 9787,-57 8-11121,1 1 1,0 0-1,0-1 0,0 1 1,0 0-1,0 0 1,0 0-1,1 1 1,-1-1-1,0 1 0,1-1 1,4-1-1,20-7-1363,1 1-1,0 2 1,33-5 0,-11 2-1302,28-2-3629,13 5-3953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9:15.9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9981,'3'2'532,"1"0"0,-1 1 0,1-1 0,0 0 0,0-1 0,0 1 0,0-1 0,0 0 0,0 0 0,6 1 0,29 10 3626,-17 1-3072,0 1 0,-2 0 0,0 2 0,0 0 0,24 28 0,22 19-315,64 60-3048,-5-5-4018,-79-76 319,-2 0-3770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9:16.2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637 51 10373,'-7'-6'561,"1"1"-1,-1 0 1,0 1 0,0-1 0,-1 1-1,1 1 1,-1-1 0,0 1 0,0 1 0,0-1-1,0 1 1,-1 1 0,1-1 0,0 2-1,-1-1 1,1 1 0,-1 0 0,-12 2-1,2 1 106,1 0-1,-1 1 1,1 1-1,0 1 1,1 0-1,-1 2 1,-22 12-1,25-11-459,-1 1 0,2 1 0,0 0 0,0 1 0,1 0 0,0 1 0,-15 21 0,12-10-574,1 0-1,0 1 0,-20 52 0,-40 121-7275,70-183 5608,0 0-1,-5 25 1,4 29-7751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9:16.59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46 11717,'0'-4'394,"0"1"-28,0 1 1,0-1-1,0 1 1,0-1-1,0 1 1,0-1-1,-1 1 1,1-1-1,-1 1 1,0-1-1,-6-10 10136,10 16-9904,86 77 800,-5-5-973,-34-23-495,-3 3-1,68 102 1,-90-117-319,-2 1 1,-2 1 0,-2 1-1,-1 1 1,13 53 0,-27-77 203,0 1-1,-1 0 1,0 0 0,-2 0 0,-1 0 0,-4 33-1,3-42 121,-1 0 0,0 0 0,-1 0 0,-1 0 0,0 0-1,-1-1 1,0 0 0,0 0 0,-1 0 0,-1-1 0,1 0-1,-15 15 1,16-19 75,-2-1 1,1 0-1,-1 0 0,0 0 0,0-1 0,0 0 0,-11 4 1,16-7 29,1-1 1,-1 0 0,1 0-1,-1 0 1,0 0 0,1 0 0,-1 0-1,1 0 1,-1 0 0,1-1-1,-1 1 1,1 0 0,-1-1 0,1 0-1,-1 1 1,-1-2 0,-3-1 93,2 2-77,1 0 1,0-1 0,-1 0 0,1 1-1,0-1 1,0 0 0,0-1 0,1 1-1,-1 0 1,0-1 0,1 0 0,0 1-1,-1-1 1,1 0 0,0 0-1,0 0 1,-1-4 0,0-1 65,0 0 0,1-1 0,0 1 0,0 0 0,1-1 1,0 1-1,0-9 0,1-7 34,1 0 0,1 0 0,1 1 0,1-1 0,1 1 0,14-41 0,-6 30-89,2 1 0,2 1 0,38-59 0,-13 36-548,2 2 0,2 1 0,3 3 0,63-51-1,107-62-3511,-63 73-5707,-98 61 92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9:17.0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519 80 6409,'0'-7'543,"1"5"-370,-1 1-1,1-1 0,-1 0 0,0 1 0,0-1 1,0 0-1,0 1 0,0-1 0,0 0 0,0 1 1,0-1-1,-1 0 0,1 1 0,-1-1 0,1 0 1,-1 1-1,0-1 0,1 1 0,-1-1 0,0 1 1,0-1-1,-2-1 0,-5-13 3452,8 15-3511,0 1 0,0-1 0,0 0 0,0 0-1,-1 1 1,1-1 0,0 0 0,0 1 0,-1-1 0,1 0 0,0 1-1,-1-1 1,1 0 0,0 1 0,-1-1 0,1 1 0,-1-1-1,1 0 1,-1 1 0,0-1 0,1 1 0,-1 0 0,1-1 0,-1 1-1,0-1 1,1 1 0,-2-1 0,-8 1 262,1-1-1,0 1 1,0 1 0,0 0-1,-1 0 1,1 1 0,0 0 0,0 0-1,0 1 1,-11 5 0,6-1 70,0 1 0,1 0 0,0 1-1,0 0 1,-18 18 0,5 0 120,2 1 1,0 1-1,3 1 0,-30 52 0,29-38-400,1 0-1,3 2 1,2 0 0,1 2-1,3-1 1,2 1 0,2 1 0,2 0-1,2 0 1,2 0 0,2 0 0,3 0-1,15 86 1,-7-88-452,2 0-1,2-1 0,2 0 1,2-2-1,2 0 1,2-1-1,2-1 1,1-2-1,2 0 1,2-2-1,45 45 0,-31-41-589,1-1-1,2-3 1,2-1-1,1-3 0,1-2 1,2-2-1,2-3 1,93 34-1,137 16-7149,-138-46 767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9:17.3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259 103 5469,'-12'-13'2046,"-1"-1"0,-13-19 0,24 30-166,-5-37 5696,3 42-6058,1-1-1267,0 0-84,0 0 0,0 0 1,0 0-1,0 0 0,1 1 0,-1-1 0,0 1 0,1-1 0,-1 1 0,1 0 1,0 0-1,0 0 0,-1 0 0,1 1 0,1-1 0,-1 0 0,0 1 0,0 0 1,1-1-1,0 1 0,-1 0 0,1 0 0,-1 5 0,-34 126 2279,-26 195-1,54-270-2524,-21 219-3787,27-218 2144,1 64-2934,9-43-3517,5-29-2081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9:18.28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0 192 9749,'6'-4'557,"0"0"1,1 0-1,-1 1 1,1 0-1,0 0 1,0 1-1,0-1 1,8 0 0,64-9 2906,-42 8-2882,498-60 3082,-164 22-2936,-266 24-392,-69 10-89,1 2 1,0 2-1,48 0 1,-80 4-205,0 0 1,0 1-1,0 0 0,-1 0 1,1 0-1,0 0 1,-1 1-1,1 0 0,-1 0 1,0 0-1,1 1 0,-1-1 1,0 1-1,0 0 1,3 3-1,-2 0 9,-1-1 1,1 0-1,-1 1 1,-1 0-1,1 0 1,-1 0-1,0 0 1,0 1-1,2 9 0,1 8-33,-2 1 0,-1-1 0,0 1-1,-2 39 1,-2 36-1093,1 80-3190,8-61-4827,-2-76 661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9:18.41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47 76 8873,'-3'-51'2324,"-20"39"-420,3 0 3869,20 36-5781,16 12-564,11-6-656,3 6-269,4-3-335,-1 7-2140,1-1-2809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9:18.5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21 468 7517,'-21'8'2582,"49"-22"5723,-28 18-8088,1 0 0,-1 0 0,1 0 0,0 0 0,1 0 0,-1-1 0,1 1 0,0 0 0,0 0-1,0-1 1,5 7 0,32 34 339,-33-38-370,43 37 277,-47-41-454,0-1 0,1 0 0,0 0 0,-1-1 0,1 1 1,0 0-1,-1-1 0,1 1 0,0-1 0,0 0 0,0 0 0,3-1 0,-2 1 6,16 0 3,0-1-1,0-1 1,-1 0 0,1-2 0,22-6 0,-31 6-15,-1 1 1,1 1-1,-1 0 1,1 0-1,0 1 0,12 1 1,-18 0-6,0 1 1,0 0 0,0 0-1,0 0 1,0 1 0,0-1-1,-1 1 1,1 0 0,-1 1-1,1-1 1,-1 1-1,0 0 1,0 0 0,0 0-1,7 8 1,8 11 7,-13-13-7,1-2 1,0 1 0,13 10 0,-12-11 2,6 4-11,0 1-1,0-2 1,1 0 0,1-1 0,0 0-1,22 8 1,-29-15 5,1 0 0,0 0-1,0 0 1,0-1 0,0-1-1,0 0 1,0 0 0,0-1 0,0 0-1,-1-1 1,18-4 0,0-4 27,-1-1 1,43-24 0,7-4-3,-58 32-17,-1 0 0,1 1 0,1 1 0,-1 0 0,1 2 0,0 0 0,0 1 0,21 0 0,100-7-20,-113 6 20,1-1-1,0-1 1,-1-1-1,27-11 0,-34 11 21,-18 5-21,0 0 0,0 0 0,0-1 0,-1 1 0,1 0 0,0-1 1,-1 1-1,1-1 0,-1 0 0,0 1 0,1-1 0,-1 0 0,0 0 0,1-2 0,0 0 16,-2 3-15,-1 0-1,1 0 1,0 0-1,0 0 0,0-1 1,-1 1-1,1 0 1,0 0-1,-1 0 0,1 0 1,-1 0-1,0 0 0,1 0 1,-1 0-1,0 0 1,0 0-1,1 0 0,-1 0 1,0 0-1,0 1 1,0-1-1,0 0 0,-2 0 1,-1 0-4,-1 0 0,-1 0 0,1 0 0,0 1 0,0 0 1,0 0-1,0 0 0,0 1 0,0 0 0,0 0 0,-6 2 0,-53 20 28,63-22-27,-16 6 8,1 2 0,0 0 1,0 1-1,1 0 0,0 2 1,1-1-1,0 2 0,1 0 1,1 0-1,0 2 0,1-1 1,0 1-1,-10 20 0,18-30-15,1 0-1,0 0 1,0 0-1,0 1 1,0-1-1,1 0 0,0 1 1,0-1-1,1 1 1,-1 0-1,1-1 0,0 1 1,1-1-1,-1 1 1,1 0-1,0-1 1,1 0-1,-1 1 0,1-1 1,0 0-1,0 0 1,1 1-1,0-2 0,0 1 1,0 0-1,0-1 1,1 1-1,-1-1 1,1 0-1,0 0 0,0-1 1,1 1-1,-1-1 1,1 0-1,0 0 0,0 0 1,0-1-1,9 4 1,14 4-368,0-2 0,1 0 1,1-2-1,-1-1 1,35 1-1,-2-4-978,91-9-1,-112 4 1018,1-3-1,-1-1 1,0-2-1,-1-2 1,0-1-1,-1-3 1,0-1-1,59-34 1,-79 37 344,0-2 0,0 0 0,-2-1-1,0-1 1,-1-1 0,21-29 0,71-127 796,-69 107-456,103-199 2174,-50 78 1518,-90 189-3906,-1-1 0,0 1 0,1 0 0,-1 0 0,0 0 0,0 0-1,0 1 1,0-1 0,0 0 0,0 0 0,0 1 0,-1-1 0,2 3 0,2 6 150,0 1 1,-1 0 0,0 0 0,-1 0 0,0 0 0,0 0 0,-1 14 0,3 18 279,13 85 581,-2-32-575,-5 0 1,-2 132-1,-11-180-603,-3 0 0,-1 0 0,-3-1 0,-2-1 0,-23 61 0,16-61-1063,-2 0 0,-44 69-1,34-64-537,-16 22-2391,13-25-2627,1-8-4543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9:18.7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362 1 12457,'-67'54'4869,"47"-42"-2937,3 0-368,4 3-336,2 3-236,-2 3-200,-10 13-580,9-7-484,-3-6-560,-6 3-684,-4-3-520,-13 0-956,3 3-1821,-3 6-3788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9:19.3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1163 21 8337,'-20'-21'8389,"40"46"-3326,-16-19-4559,1-1 0,-1 1 1,1-1-1,1 0 0,-1 0 0,10 7 0,25 12 935,-14-8-460,-1 0 0,29 25-1,-27-17-323,-2 2 0,-1 0 1,39 54-1,-51-61-599,0 1 1,-2 0 0,0 1-1,-2 0 1,0 1 0,-1 0-1,5 30 1,-5-9-57,-3 2 0,-1-1 0,-2 0 0,-3 0 0,-1 1 0,-15 74 0,1-48 0,-2-1 0,-4-1 0,-43 90 0,29-85 12,-4-2 1,-2-1-1,-60 71 0,-173 183-752,267-316 679,-79 87-2493,-4-5-1,-168 130 1,175-161-3269,-170 92 0,108-81-3899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9:20.0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91 148 11153,'-8'-2'586,"5"1"-133,-1 1-1,0-1 0,0 0 1,0 0-1,1-1 0,-1 1 1,1-1-1,-1 0 0,1 0 1,-4-2-1,-5-2 3915,-7 4-2374,14 2-674,2 0 655,3-2-1789,1 0 1,-1 1-1,1-1 1,0 1-1,-1-1 1,1 1-1,0-1 0,0 1 1,0 0-1,0-1 1,0 1-1,0 0 1,1 0-1,-1 0 1,0 0-1,3-2 1,21-13 484,-24 15-606,20-9 124,0 0 0,1 1 0,-1 1 0,2 1 0,29-5 0,2 3-1545,60-1 0,97 6-3772,-180 6 3776,0 1-1,-1 1 1,0 2-1,52 16 1,-74-20 745,-1 1 0,1 0 1,-1 0-1,0 1 0,1 0 1,-2 0-1,1 1 0,0 0 0,-1 0 1,0 0-1,0 1 0,-1 0 0,6 8 1,4 13-4674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9:20.2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111 115 9545,'-74'9'1312,"57"-3"-4,-3 0 6621,57-9-7193,27-6-216,-1-3-252,11-3-628,16-3-760,8-3-704,2 0-1085,4 3-1567,13 0-3469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9:20.7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326 16 9885,'-19'-6'185,"-17"-2"9527,21 7-7941,-5 1-598,16 0-178,-1 0-118,-17 2-9,-1 2-1,0 0 1,1 1-1,-37 15 1,55-19-759,1-1 0,-1 1 1,0 0-1,1-1 0,-1 0 0,0 0 1,1 0-1,-6-1 0,1 0 137,4 1 250,-24-9 1551,29 9-2041,5 1-2,0 0 0,0 0 0,0 0-1,0 0 1,-1 1 0,1 0 0,-1 1-1,1-1 1,-1 1 0,0 0 0,0 0-1,0 0 1,6 6 0,-7-6-4,27 21 0,0 1 0,54 58 0,-64-60 0,-1 2 0,-1 1 0,-1 0 0,-2 1 0,0 1 0,13 33 0,-21-39 0,0 1 0,-2 0 0,0 0 0,-2 1 0,-1 0 0,0 0 0,-2-1 0,-2 44 0,-2-42 0,-2 0 0,0 0 0,-1-1 0,-11 27 0,-44 91 0,49-116 0,-22 35 0,211-301 0,-65 95 0,122-155 0,-174 232 0,2 3 0,85-67 0,-140 126 0,-1 1 0,2 0 0,-1 0 0,1 1 0,-1 0 0,1 0 0,0 1 0,13-4 0,-17 6 0,0 0 0,0 1 0,0 0 0,0 0 0,0 0 0,0 0 0,0 0 0,0 1 0,0 0 0,0 0 0,-1 0 0,1 0 0,0 0 0,0 1 0,-1 0 0,1 0 0,-1 0 0,0 0 0,1 0 0,2 4 0,3 3 0,-1-1 0,0 2 0,-1-1 0,0 1 0,0 0 0,-1 1 0,-1 0 0,0 0 0,0 0 0,-1 0 0,5 24 0,-1 1 0,-2 0 0,1 61 0,-8 239 0,-3-66 0,7-195 16,2-1 1,4 0-1,22 89 0,-17-109-1055,33 77 1,-29-90-1185,2 0 1,32 47 0,-18-45-2205,-5-20-1651,9-2-4521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9:21.3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17 399 6741,'-17'-27'8889,"17"23"-7045,0-4-1081,0 1 247,0 1 0,0-1 0,1 1 0,0-1-1,3-11 1,-4 16-868,1 1 1,0-1-1,0 0 0,0 0 0,0 1 0,0-1 0,0 1 0,0-1 1,0 1-1,1-1 0,-1 1 0,1 0 0,-1 0 0,1 0 0,-1 0 0,1 0 1,0 0-1,-1 0 0,1 0 0,0 0 0,0 1 0,0-1 0,0 1 1,-1 0-1,4-1 0,7 0 80,0 1 0,0 1 0,-1-1 0,1 2 0,0 0 1,-1 0-1,1 1 0,-1 0 0,0 1 0,0 1 0,0 0 0,0 0 0,-1 1 0,0 0 0,0 1 1,14 12-1,-3-1-69,-1 2 0,0 0 0,-1 1 0,-2 1 0,30 47 0,-37-50-180,0 0 1,-1 1 0,-1 0 0,-1 0 0,0 1-1,-2 0 1,0 0 0,-2 0 0,0 1-1,-2-1 1,0 1 0,-1 0 0,-1-1 0,-1 1-1,-1-1 1,-1 1 0,-8 24 0,3-14-110,-2 0 0,0 0 0,-2-1 0,-2-1 0,-25 40 0,38-66 115,-1 0 1,0-1-1,0 1 1,0-1 0,-1 0-1,-5 4 1,8-6 18,1-1 0,0 0 1,-1 0-1,1 0 0,0 1 0,-1-1 1,1 0-1,-1 0 0,1 0 1,0 0-1,-1 0 0,1 0 1,-1 0-1,1 0 0,0 1 1,-1-2-1,1 1 0,-1 0 0,1 0 1,-1 0-1,1 0 0,0 0 1,-1 0-1,1 0 0,0 0 1,-1-1-1,1 1 0,-1 0 0,0-1-1,1 0 0,-1 0 0,1 0-1,-1-1 1,1 1 0,-1 0 0,1 0-1,0 0 1,0 0 0,0 0 0,-1-1-1,1 1 1,0 0 0,0 0 0,1-2 0,2-25 26,1 0 1,1 1 0,2 0 0,1 0-1,1 0 1,1 1 0,1 0 0,18-29 0,133-196 308,-103 171-970,4 2 1,81-77-1,-89 104-1528,1 2 0,3 3 0,94-58 0,-76 64-4674,-8 11-4459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9:23.7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43 484 7737,'0'-1'254,"1"0"0,-1-1 0,0 1 0,0 0 0,0 0-1,0-1 1,0 1 0,0 0 0,0 0 0,0-1 0,-1 1 0,1 0 0,0 0 0,-1 0 0,1-1 0,-1 1 0,1 0 0,-1 0 0,0 0 0,1 0 0,-1 0 0,-1-2 0,-9-13 2814,8 9-2657,0 1 1,1-1-1,0 1 0,0-1 1,1 0-1,0 0 0,0 0 0,0 0 1,1 0-1,0 0 0,0 0 1,1 0-1,0 0 0,3-11 0,0 5 29,0-1-1,1 1 0,0 0 0,1 1 0,0 0 0,13-20 0,-4 13-195,0 1 0,1 0 0,1 1 0,1 1 0,0 1 0,1 0 0,1 2 0,0 0 0,1 1 0,0 1 0,1 1 0,0 1 0,0 1 0,35-8 0,-48 14-226,1 0-1,-1 1 1,0 1-1,0-1 0,0 1 1,1 1-1,-1 0 1,0 0-1,0 1 0,0 0 1,0 1-1,0-1 0,-1 2 1,1-1-1,-1 1 1,0 1-1,0-1 0,0 2 1,-1-1-1,1 1 1,-1 0-1,-1 0 0,1 1 1,-1-1-1,0 2 1,-1-1-1,0 1 0,0 0 1,0 0-1,-1 0 1,0 0-1,-1 1 0,4 14 1,-2-3-73,-2 0 0,0 0-1,-1 1 1,-1 0 0,-3 33 0,-20 105-408,12-112 258,-3-1-1,-1 0 0,-3 0 1,-38 75-1,-115 158-385,-23-33 195,61-85 781,126-154-313,-13 22 384,20-19-192,14-6-24,21-9-78,1-1 0,-1-2-1,49-17 1,14-3-91,350-68-3427,-63 15-3844,-256 53 1128,-2 1-3783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9:24.0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115 97 10053,'-61'-51'5278,"8"6"9478,54 47-13241,10 18-1330,1-1 1,0 0-1,2-1 1,0-1 0,25 25-1,5 5-133,232 260-405,-127-164-3302,12-15-5754,-107-92 3045,3-2-3638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9:24.2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1163 0 13121,'-94'6'2260,"50"10"-255,-9 8-165,-14 9-224,0 0-176,-10 12-232,-10 12-392,-11 13-24,8 5-160,3 13-588,-10 11-552,10 1-412,20-1-960,6 0-716,11 7-3309,13-3-5076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9:25.2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 13153,'57'-6'4465,"-39"28"623,-15-18-4335,18 27 763,87 114 2291,-87-120-4060,2 0-1,1-1 1,37 28 0,-3-10-2808,80 45 0,4-20-7324,-82-45 2107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9:25.4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748 7 11697,'-34'0'2576,"11"-3"-63,-1-1-53,-6 17-320,-20 14-272,10 0-316,-4 9-296,-6 12-284,-10 6-191,3 4-165,3 8-272,4 0-612,6 10-736,-6-1-449,10-3-931,3-5-708,0 2-3009,14 3-5388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9:25.8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54 13913,'18'-12'518,"-11"6"217,0 1 0,0 1 0,0-1-1,1 1 1,-1 0 0,1 1 0,0 0 0,0 0 0,9-1-1,-14 4-562,0 0 0,-1 0-1,1 1 1,-1-1 0,1 1 0,-1 0-1,1 0 1,-1 0 0,1 0 0,-1 0-1,0 0 1,1 1 0,-1-1-1,0 1 1,0-1 0,0 1 0,0 0-1,-1 0 1,3 3 0,-1-3 71,4 7-45,0 1 0,0-1 1,-1 1-1,0 0 0,0 0 0,-1 1 0,-1 0 1,6 20-1,0 8 131,5 47 1,-10-42-353,-2 1-1,-2-1 1,-5 56 0,-30 132-744,-25-23 240,25-98 416,17-61 270,-6 27 1195,23-76-1320,-1 0 1,1 0 0,0 1 0,0-1 0,0 0 0,0 0-1,0 0 1,0 1 0,0-1 0,0 0 0,0 0 0,0 0 0,1 0-1,-1 1 1,1-1 0,-1 0 0,1 0 0,-1 0 0,1 0-1,-1 0 1,1 0 0,0 0 0,0 0 0,0 0 0,1 1 0,0 0 6,1-1 1,-1 0-1,1 0 1,0 0 0,-1 0-1,1 0 1,0 0 0,-1-1-1,1 0 1,0 1 0,3-1-1,11 0 47,0-1 0,0-1-1,17-4 1,-23 4-47,326-81-1201,-201 46-383,206-73-5682,-202 61 388,-20 9-3126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9:26.0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9 13789,'8'-3'651,"6"-2"890,-12 7-348,-5 4 566,3-5-1599,-1-1 0,1 1 0,0 0 0,0 0 0,0-1 1,-1 1-1,1 0 0,0-1 0,0 1 0,0 0 0,0 0 0,0-1 0,0 1 0,1 0 0,-1-1 0,0 1 0,0 0 1,0 0-1,1-1 0,-1 1 0,0 0 0,1-1 0,-1 1 0,0-1 0,1 1 0,-1-1 0,1 1 0,-1 0 0,2 0 1,22 21 2829,-8-9-1732,17 17 968,59 40 0,120 57-2066,-170-105-1643,0-3 0,2-1 1,55 14-1,-19-13-3458,1-5-3620,-34-8-1618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9:26.1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1136 1 11261,'-80'27'2500,"33"-21"-116,-17 9 265,17 9-381,-3 9-268,-10 6-268,-4 13-164,-6 5-511,-7 12-221,-4 7-184,-2-1-372,-1 6-676,7 1-776,6 2-801,5 1-1195,2 2-3465,14-6-6228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9:26.7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0 182 10709,'0'-5'333,"1"-1"0,-1 0 0,1 0 0,0 0 0,0 0 0,1 1 0,0-1 0,0 0-1,0 1 1,1 0 0,-1-1 0,1 1 0,1 0 0,-1 1 0,1-1 0,0 0 0,0 1 0,0 0 0,0 0 0,1 0 0,8-5 0,3-1 537,1 0 1,1 2 0,-1 0 0,1 1 0,38-9 0,-47 14-662,1 0 1,-1 2 0,1-1-1,0 1 1,-1 0 0,1 1-1,-1 0 1,1 1-1,-1 0 1,1 0 0,-1 1-1,0 0 1,17 9 0,-16-6-121,0 0 0,0 0 1,-1 1-1,0 0 0,0 0 1,-1 1-1,0 1 1,0-1-1,-1 1 0,0 1 1,-1-1-1,7 13 0,-6-8-18,-1 0 0,-1 1 0,0 0 0,-1 0 0,-1 0 0,0 1 0,-1-1 0,0 20 0,-3-1-9,-1 0 1,-2 0-1,-1-1 0,-2 1 0,-1-1 1,-1-1-1,-25 56 0,9-36 28,-57 89 0,-47 39 39,-27 44 48,154-219-154,-5 5 50,2-1-1,-1 2 1,1-1-1,-3 11 0,7-18-39,0-1 0,1 0 0,-1 1 0,1-1 0,-1 1 0,1-1 0,0 1 0,0-1 0,0 1 0,0-1 0,1 1 0,-1-1 0,1 1 0,-1-1 0,1 0 0,0 1 0,0-1 0,0 0 0,0 0 0,0 1 0,1-1 0,-1 0 0,0 0-1,4 3 1,-1-2 23,1 0-1,-1 1 1,1-2-1,0 1 0,0 0 1,0-1-1,0 0 0,0 0 1,1-1-1,-1 1 0,0-1 1,10 1-1,9-1 119,41-1 0,-47-1-112,101-7-97,235-46 1,115-62-3213,-382 93 2325,203-57-3488,-100 22-3696,-59 15-3473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9:27.8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41 39 11913,'-36'-10'2332,"31"5"1170,8-7-2400,6 1 7189,5 40-7011,1 0 1,1-2-1,23 32 0,69 78-774,-42-57-506,-45-52-88,181 221 112,-55-93-2892,-13-38-3093,-35-46-4169,-44-35-630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9:28.0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928 1 15429,'-53'39'2929,"-4"15"-529,-3 4-372,-1 2-396,-2 6-304,-4 13-324,-10 8-279,6 12-565,1-2-925,0 2-423,-4 1-816,4-1-692,-1 7-3517,8-10-5572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9:28.4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97 13973,'6'-9'975,"1"0"0,0 0 0,1 0-1,-1 1 1,2 1 0,-1-1 0,14-8-1,-18 13-506,1 0 0,0 1 0,1-1 0,-1 1 1,0 0-1,1 1 0,-1-1 0,1 1 0,7-1 0,-8 2-431,0 0 0,0 0 0,0 1 0,0-1 1,-1 1-1,1 0 0,7 3 0,-6-2 32,0 1 1,0-1-1,0 1 0,-1 1 1,1-1-1,-1 1 0,1 0 1,-1 0-1,-1 1 0,1-1 1,0 1-1,-1 0 0,5 9 0,-4-7-39,-1 1 0,-1 0 0,1 0 0,-2 0 0,1 1 0,-1-1 0,0 1 0,-1-1 0,0 1 0,0 11 0,-1 17-127,-2 0 1,-2 1 0,-1-1-1,-2-1 1,-12 40-1,-72 177-609,55-161 545,31-81 189,2 0-1,-1 0 1,1 0 0,1 0 0,0 0-1,-1 18 1,3-25 7,1 0 0,-1-1 1,0 1-1,1 0 0,0-1 0,0 1 1,0-1-1,0 1 0,0-1 1,1 0-1,0 1 0,-1-1 0,1 0 1,0 0-1,1 0 0,-1 0 0,0-1 1,1 1-1,0-1 0,-1 1 0,1-1 1,0 0-1,0 0 0,7 3 1,1-1 27,0 0 1,0 0-1,1-1 1,-1-1-1,1 0 1,0 0-1,0-2 1,-1 1-1,17-2 1,113-18 147,-115 15-179,484-105-4455,-510 109 4411,205-61-4449,-70 20-2368,-30 5-3019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9:28.7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31 13437,'6'-25'2719,"-5"20"23,3 7 376,11 1-1523,5 3-311,-1 1 0,0 1 0,0 1 0,21 13 1,12 5-136,29 12-67,235 106-3648,-279-130 1529,157 64-5180,-66-25-3833,-71-27 641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9:28.91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714 0 13265,'-87'21'2452,"57"-6"21,-31 19-257,-2-4-324,2 3-340,-2 9-320,2 6-284,-2 13-248,13 5-676,3 0-720,3 7-528,11 5-860,6-3-556,10 4-3333,10-1-5180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9:29.2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11 10677,'11'-3'947,"0"1"-1,0 0 1,0 0-1,0 1 1,0 1-1,0 0 1,17 2-1,-16 0-683,-1 0-1,1 1 0,-1 0 0,0 1 1,0 0-1,0 0 0,-1 2 0,0-1 1,1 1-1,-2 1 0,16 12 1,-6-2-48,0 2 1,-1 0-1,-1 1 1,-1 1-1,21 37 1,-28-43-166,-2 1 0,0 0 0,-1 0 1,0 0-1,-2 1 0,0 0 0,-1 0 1,0 0-1,0 30 0,-5-9-1,-1 0-1,-2-1 0,-2 1 1,-1-1-1,-2-1 1,-2 0-1,-1 0 1,-21 41-1,-18 21 270,-95 135-1,146-232-271,-1 1 0,1-1 0,0 1 0,0-1 0,0 1 1,0 0-1,0-1 0,1 1 0,-1 0 0,0 0 0,1-1 0,0 1 0,-1 0 0,1 0 0,0 0 1,0-1-1,0 1 0,0 0 0,0 0 0,0 0 0,0 0 0,1 0 0,-1-1 0,1 1 0,-1 0 1,1 0-1,0-1 0,0 1 0,0 0 0,1 2 0,1-2-5,-1 0 1,1 0-1,0 0 0,0 0 1,-1-1-1,1 1 1,0-1-1,0 0 0,1 0 1,-1 0-1,0 0 0,0 0 1,0-1-1,1 1 0,5-1 1,29-1-4,0-2 1,71-14 0,-46 6-303,308-65-2272,-147 27 95,170-30-6352,-177 37-659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9:30.5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1007 10293,'14'21'1789,"-13"-21"-1678,0 0 0,-1 0 0,1 0 0,0 1 0,-1-1-1,1 0 1,0 0 0,0 0 0,-1 0 0,1 0 0,0 0-1,-1 0 1,1-1 0,0 1 0,0 0 0,-1 0 0,1 0-1,0-1 1,-1 1 0,1 0 0,0-1 0,-1 1 0,1-1-1,-1 1 1,1-1 0,-1 1 0,1-1 0,0 0 168,12-5 487,1 1-1,0 0 1,0 0-1,27-4 0,17-5 262,609-154 2293,1119-107-1626,15 95 76,-808 99-758,334-33 486,-1282 111-1292,0-3 0,-1-2-1,83-25 1,-59 6 294,68-38 1,-121 53-542,-15 12 31,0-1 1,0 1-1,0 0 1,0 0-1,0-1 0,0 1 1,-1 0-1,1 0 0,0 0 1,0-1-1,0 1 0,0 0 1,-1 0-1,1 0 0,0-1 1,0 1-1,0 0 0,-1 0 1,1 0-1,0 0 0,0 0 1,0-1-1,-1 1 1,1 0-1,0 0 0,0 0 1,-1 0-1,1 0 0,0 0 1,0 0-1,-1 0 0,1 0 1,0 0-1,0 0 0,-1 0 1,-32 0-764,31 1 736,-9 0-621,0 1 0,1 0 1,-18 7-1,-13 2-4713,13-10-4580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9:29.4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1 217 10657,'53'-39'1524,"-23"15"-152,7 0-552,0-6 36,13 6-88,11 3-235,12 3-637,14-1-585,1 4-259,2 12-372,-10 3-436,-13 9-1684,-16 9-1849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9:29.7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85 305 8957,'-64'18'2372,"54"-6"-148,0 3-200,33-18 33,18 0-53,15-9-256,8-6-328,27 0-288,22-6-264,15-6-512,22 3-564,15-3-220,12 0-568,1-4-632,-8 1-552,-9 0-848,0 9-1889,-7-6-3876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9:31.8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0 454 8901,'5'-18'1523,"0"0"0,1 1 1,1 0-1,0 0 0,2 1 1,19-29-1,-12 23-416,0 1 0,2 2 0,1-1 0,27-21 0,-17 19-583,1 0 0,1 3 1,1 0-1,0 2 1,1 2-1,1 0 1,38-9-1,-45 16-355,-1 2 0,1 0 0,1 2 0,-1 1 0,0 1 0,1 2 0,36 3 0,-54-2-142,0 1 1,0 0-1,0 0 1,0 1 0,0 0-1,-1 1 1,1 0-1,-1 1 1,0 0-1,-1 0 1,1 1 0,-1 0-1,0 0 1,0 1-1,-1 0 1,0 0 0,0 1-1,-1 0 1,0 0-1,0 1 1,-1 0 0,7 14-1,-6-7-23,-1 0 0,-1 0-1,0 1 1,-2-1 0,1 1 0,-2 0-1,0 0 1,-1 0 0,-1 0 0,-1 0-1,0-1 1,-1 1 0,-9 30 0,-1-10-31,0-1 1,-3 0 0,-1-1 0,-41 63 0,-197 239-202,131-179 178,80-103 60,-74 103-22,103-135 12,1 0 1,1 0 0,2 2-1,0-1 1,-8 28 0,18-49 5,0 1 0,0-1 0,0 1 0,1-1 0,-1 1 0,1 0 1,0-1-1,0 1 0,0 0 0,1-1 0,-1 1 0,1-1 1,0 1-1,0-1 0,0 1 0,0-1 0,1 1 0,-1-1 1,4 5-1,-1-4 5,-1 0 0,1-1 0,0 1 0,0-1 1,0 0-1,0 0 0,1 0 0,-1-1 0,1 0 0,-1 0 0,1 0 1,7 2-1,12 1 22,1 0 0,-1-2 0,1-1 0,37-1 1,-61-1-34,129-4 15,215-34 1,127-60-1348,210-111-4337,-248 19-2463,-330 136 2938,-11 7-2886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9:32.5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574 57 6557,'0'-1'221,"0"0"0,-1 1 0,1-1 0,0 0 1,0 0-1,0 0 0,0 0 0,0 0 0,0 0 1,0 0-1,0 0 0,0 0 0,0 0 0,1 0 1,-1 0-1,0 0 0,1 0 0,-1 1 0,0-1 0,1 0 1,-1 0-1,1 0 0,0 0 0,-1 1 0,2-2 1,23-18 5734,-9 7-653,-20 14-4571,-11 3-364,0 1 0,0 1 0,1 0-1,-27 16 1,-57 43 452,51-32-503,-27 15 9,-67 48 49,115-76-293,0 1 0,2 1 0,-23 26 0,43-42-53,-1 0 1,1 1-1,0 0 0,0 0 1,0 0-1,-3 12 0,6-17-22,1 0-1,0 1 1,-1-1-1,1 0 1,0 1 0,0-1-1,0 1 1,1-1-1,-1 0 1,0 1-1,1-1 1,0 0-1,-1 0 1,1 1 0,0-1-1,0 0 1,0 0-1,1 0 1,-1 0-1,0 0 1,1 0-1,-1 0 1,1-1 0,0 1-1,0 0 1,-1-1-1,4 2 1,2 3 10,1-1 1,-1 0 0,1-1-1,0 0 1,0 0-1,11 3 1,43 9 23,1-3 0,88 7 0,-48-8-3,-32-3-28,-25-5-28,1 3 1,-1 1 0,0 3 0,61 22 0,-101-31 18,1 1 0,-1 1 1,0-1-1,0 1 0,0 0 1,-1 0-1,0 0 0,9 9 1,-13-11-2,-1-1 0,1 1 0,0-1 0,0 1 0,-1 0 0,1 0 0,-1-1 0,1 1 0,-1 0 0,0 0 0,1 0 0,-1-1 1,0 1-1,0 0 0,0 0 0,-1 0 0,1-1 0,0 1 0,-1 0 0,1 0 0,-1-1 0,0 1 0,1 0 0,-1-1 0,-1 3 0,-26 37-45,26-39 42,-7 7 4,1 0 1,-2 0-1,1-1 0,-1 0 1,-1 0-1,-16 8 0,-74 32-87,56-28-38,-369 145-4646,370-147 3312,-10 3-2851,20-12-3497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9:32.8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0 178 10457,'47'-6'2444,"-24"-21"-340,-6 21-275,3-12-221,17-3-356,3 9-276,4 3-188,3-10-156,10 7-128,-4 0-104,11 3-180,46-6-680,-56 9-516,-14 0-856,-20 6-424,0 0-2997,7 0-4200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9:33.7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10 524 11005,'-1'-2'194,"0"1"1,0-1-1,0 1 1,0-1-1,0 0 1,1 0-1,-1 1 1,0-1-1,1 0 1,-1 0-1,1 0 0,0 0 1,0 0-1,-1 1 1,1-1-1,0 0 1,1 0-1,-1 0 1,0 0-1,1 0 1,-1 0-1,2-2 0,18-50 3081,-14 40-1938,3-3-728,0 0 0,1 1-1,1 0 1,0 1 0,1 0-1,0 1 1,2 0 0,-1 1-1,2 1 1,0 0 0,29-18-1,4 3-499,1 1-1,93-34 0,-69 34-1125,2 3 0,95-16 0,-122 31-492,2 2 0,-1 2 0,1 3 0,80 7 0,-48 9-3961,-7 8-3198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9:34.3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21 395 10097,'-20'0'1972,"43"-6"-20,0 3-144,18-9-219,29-6-145,-10-3-176,24-6-288,20 0-196,16 3-252,14-10-396,14-2-396,16-3-692,7-3-968,3 3-884,10 5-2089,0 1-3856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9:39.2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28 150 8377,'-27'0'9531,"30"-2"-8575,26-15-191,1 0-1,1 2 1,48-16-1,-37 16-644,1 2 0,0 1 0,1 3 0,0 1 0,60-2 0,-99 10-113,0 0-1,-1 0 1,1 0 0,-1 1-1,1 0 1,0 0-1,-1 0 1,1 0 0,-1 1-1,0 0 1,0 0 0,6 3-1,-8-3-4,0-1-1,0 1 1,0 0 0,0 0-1,0 0 1,0 0 0,-1 0-1,1 1 1,-1-1 0,0 0-1,1 1 1,-1-1 0,0 1-1,-1-1 1,1 1 0,0-1-1,-1 1 1,1 0 0,-1 0-1,0-1 1,0 1-1,0 0 1,0-1 0,-1 4-1,-1 8-1,-1 0-1,-1 0 0,0-1 0,0 1 0,-2-1 0,1 0 1,-2-1-1,-14 22 0,-8 7-11,-41 43 1,32-41 14,0 1-4,-38 46-8,68-78-6,1-1-1,0 1 1,0 0 0,1 0 0,1 1 0,-6 16 0,10-26 14,1 0 0,-1 1 1,1-1-1,-1 0 0,1 0 0,0 0 0,0 0 0,0 0 1,1 1-1,-1-1 0,1 0 0,0 0 0,0 0 0,0 0 1,0 0-1,0 0 0,3 3 0,-1-2 1,0 1 0,1-1 0,-1 0 0,1 0 0,0 0 0,0-1 0,1 0 0,-1 1 0,7 2 0,9 4 14,1-1-1,0-1 1,41 10 0,-49-15-1,122 29 2,43 12-14,-133-30 20,4 0-7,71 32-1,-107-40-14,-1 0-1,0 1 1,0 0-1,-1 1 1,1 0-1,-2 1 1,1 0-1,-1 1 1,-1 0-1,13 17 1,-18-22 2,-1 1 0,0-1 1,0 1-1,-1 0 1,1 0-1,-1 0 0,0 0 1,-1 0-1,0 0 0,0 1 1,0-1-1,0 0 1,-1 1-1,0-1 0,-1 0 1,-2 13-1,1-9 2,-1-1-1,-1 0 1,0 0-1,0 0 1,-1 0-1,0-1 1,0 0-1,-1 0 1,0 0 0,-11 10-1,-11 8 26,-1 0-1,-1-2 1,-1-2 0,-2 0 0,-60 29-1,-187 66-1671,228-97 601,18-7-575,-7 4-6169,21-9-81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9:39.59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305 59 10813,'0'-2'339,"0"-1"0,1 1 0,-1-1 0,1 1 0,-1-1-1,1 1 1,0-1 0,0 1 0,0 0 0,0-1 0,1 1 0,-1 0 0,0 0 0,1 0 0,0 0 0,-1 0-1,1 0 1,0 1 0,0-1 0,0 1 0,0-1 0,0 1 0,0-1 0,1 1 0,-1 0 0,0 0 0,4-1 0,-3 1-266,0 0 1,0 1 0,0-1-1,0 1 1,0-1 0,0 1 0,1 0-1,-1 0 1,0 0 0,0 1 0,0-1-1,0 1 1,0 0 0,0-1 0,0 1-1,0 1 1,0-1 0,-1 0 0,1 1-1,0-1 1,-1 1 0,1 0-1,2 3 1,2-1-29,-1 2-1,-1-1 1,1 1-1,-1 0 1,0 0-1,0 0 1,0 0-1,4 11 1,-4-4-4,0 0 0,-2 0 1,1 0-1,-2 0 0,1 0 1,-1 22-1,-1 2 32,-5 45 1,-1-43-60,-2 0 1,-2-1 0,-1 0 0,-2 0-1,-2-1 1,-24 47 0,-131 201 18,73-148-20,-19 29 17,113-162-29,-1 0 3,0 0 0,1 1 0,0-1 0,-1 1-1,-1 7 1,4-11-3,0 0 0,-1 1 0,1-1 0,0 0 0,0 1 0,0-1 0,0 0 0,0 0-1,1 1 1,-1-1 0,0 0 0,1 0 0,-1 1 0,0-1 0,1 0 0,-1 0 0,1 0 0,0 0 0,-1 0 0,1 0-1,0 0 1,0 0 0,0 0 0,0 0 0,0 0 0,0 0 0,0 0 0,1 0 0,3 2-8,1 0 1,0-1 0,0 0 0,0 0-1,0 0 1,0-1 0,0 0-1,0 0 1,1-1 0,-1 1 0,0-1-1,1-1 1,-1 1 0,0-1-1,11-3 1,15-4-288,55-21-1,-61 19 80,322-125-3774,-78 28-3688,-127 55 93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9:40.2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2310 43 6201,'-154'-35'1762,"140"32"-1374,0 1 0,-1 1 0,1 0 0,0 0 0,-1 2 0,1 0 0,-1 0 0,1 2 0,-15 3 1,6-1 53,-14 3 428,1 2 1,-70 30-1,97-37-756,-56 27 529,0 2 0,-84 58 0,-98 90 302,92-56-117,-278 288 1,338-305-462,5 4 0,4 4 0,-109 196 1,161-247-252,2 0 0,4 2 0,2 2 1,4 0-1,2 1 0,-16 110 1,31-141-87,2 0 1,2 0 0,1 0 0,2 0 0,2 1 0,1-2 0,2 1 0,2-1 0,1 0 0,2-1 0,1 0 0,2 0 0,2-2 0,21 33 0,-13-30-21,2-2-1,2-1 0,1-1 0,1-1 0,2-2 1,1-1-1,1-2 0,1-2 0,68 36 1,-31-24-88,2-4 1,1-3 0,2-3 0,114 23 0,-79-29-45,206 12-1,118-36-19,-257-9 138,0-8 0,-2-8-1,-1-8 1,-2-7 0,-2-8-1,-2-7 1,200-99 0,-266 103 74,-2-5 1,-4-3 0,167-138-1,-207 148-17,-3-2 0,-3-2 0,-2-3 0,-3-1 0,-2-3 0,68-125-1,-93 144-36,-3-1-1,-1-1 0,-2-1 0,-3 0 0,-1 0 0,-3-1 1,-1 0-1,-3-1 0,-2 0 0,-2 1 0,-2-1 0,-2 1 1,-3-1-1,-1 1 0,-3 1 0,-1 0 0,-3 0 1,-1 2-1,-3 0 0,-25-44 0,21 50-11,-2 1-1,-2 1 1,-1 1 0,-2 1 0,-1 2-1,-67-55 1,73 67-92,-2 1-1,0 1 1,-1 2 0,0 0-1,-57-22 1,34 22-279,-2 1 1,-67-11-1,26 12-816,1 4 1,-187 2-1,-34 35-5246,93 10-1552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9:41.09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0 202 8621,'10'-24'1736,"20"-6"-484,7 12-304,0 3-436,7-6-380,2 0-516,11 0-340,-3-3-772,0 6-1656,6 9-1309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9:41.2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21 280 6785,'-20'6'1736,"26"-30"-304,15 12-304,15-12-296,-9 9-60,10-9-204,10-6-476,17-6-588,6-1-596,10-5-2364,14 0-1861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9:41.6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1 217 11177,'4'-10'484,"0"1"0,1-1 1,1 1-1,0 0 0,0 0 0,0 0 0,1 1 0,1 0 1,-1 1-1,1-1 0,1 1 0,-1 1 0,1 0 1,12-6-1,17-6 189,0 1 0,2 3 0,44-11 0,-64 20-557,0 1 0,0 1 1,0 1-1,0 1 0,0 0 1,0 2-1,0 0 0,34 7 1,-47-6-97,0 0 0,-1 0 1,1 0-1,-1 1 1,0 0-1,1 0 0,-1 1 1,-1 0-1,1 0 1,-1 0-1,1 0 0,-1 1 1,0 0-1,-1 0 0,1 1 1,-1-1-1,0 1 1,-1 0-1,6 11 0,-5-6-6,-1-1-1,0 0 1,-1 1-1,0-1 0,0 1 1,-1 0-1,-1-1 1,0 1-1,0 0 1,-1 0-1,-1-1 0,-3 15 1,-6 18 13,-3-1 1,-1 0-1,-2-1 1,-38 65-1,-107 143 39,147-228-57,-56 79 127,-52 77-197,120-174 69,1 1-1,1-1 1,-1 0-1,0 1 1,1-1 0,-1 1-1,1-1 1,0 1-1,1 0 1,-1-1 0,0 1-1,1 6 1,0-9-9,1 1 0,-1-1 0,0 0 0,1 1 0,0-1 0,-1 0 0,1 0 0,0 0 0,-1 0 1,1 1-1,0-1 0,0 0 0,0 0 0,0-1 0,0 1 0,0 0 0,0 0 0,1 0 0,-1-1 0,0 1 0,0-1 0,0 1 0,1-1 0,-1 1 1,0-1-1,1 0 0,-1 1 0,0-1 0,1 0 0,-1 0 0,1 0 0,1 0 0,14 0-84,1 0 0,-1-1 0,1-1-1,25-7 1,73-23-985,-87 23 717,245-88-4661,-96 21-1090,-48 21-1061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9:42.1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312 28 7789,'27'-27'11674,"-57"42"-9988,15-4-1456,1 0 0,0 1 0,1 0 0,0 2 0,-20 26 0,4-5-12,-57 74 137,76-94-296,0 0 0,1 1 0,1 1 0,1 0 0,-8 24 0,13-36-55,1 2-1,0-1 0,0 0 1,1 0-1,0 0 0,0 0 1,0 0-1,1 1 1,0-1-1,0 0 0,0 0 1,1 0-1,0 0 1,0-1-1,0 1 0,1 0 1,0-1-1,0 0 1,0 1-1,1-1 0,0-1 1,0 1-1,0 0 1,9 6-1,8 6 2,1-1-1,0-1 1,1-1-1,33 15 1,-23-12-12,-10-5-2,-1 0 0,-1 2-1,0 1 1,29 26-1,-48-39 7,-1 0 0,1 0 0,0 1-1,-1-1 1,1 0 0,-1 1 0,1-1 0,-1 1-1,0 0 1,0-1 0,0 1 0,-1 0 0,1-1-1,-1 1 1,1 0 0,-1 0 0,0 0 0,0-1-1,0 1 1,0 0 0,-1 0 0,1-1 0,-1 1 0,0 0-1,0 0 1,0-1 0,-2 6 0,-1 0-17,-1 0 0,0-1 0,0 1 0,-1-1 1,0 0-1,0 0 0,-8 7 0,-14 7-691,-2 0 1,0-3-1,-1 0 0,-60 24 0,21-16-1993,13-7-3680,40-9-1252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9:42.3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1 169 9841,'17'-24'2068,"-4"3"-20,0 3-232,14 11-243,0 4-253,0-6-332,16 0-156,4-3-208,3 0-292,4 0-528,10 0-732,6 0-812,-3 0-593,7 6-2427,-1 9-3741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9:42.6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0 121 8629,'10'-15'1824,"3"2"-512,1 1-372,3 0-584,-7-3-648,3 3-548,-3-6-848,0 0-1368,10 12-1145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9:43.99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57 10 6385,'-27'-9'8432,"26"15"-6975,-9 100 1120,-9 173 618,21-94-1945,37 801-620,-28-899-1688,3-1-1,4-1 1,45 127-1,-51-179 88,1 0-1,29 49 1,-35-70 240,1 1 0,1-2 1,0 1-1,0-1 0,1-1 1,0 0-1,1 0 0,0-1 1,13 8-1,35 15-5756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09:44.4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1450 6805,'7'-19'2483,"7"-12"2260,2 13-4750,3 6 233,-1 2 1,2 0-1,0 1 1,0 0-1,0 2 1,24-5-1,-6 0-18,698-186 1026,17 39-846,-653 139-343,1738-328 343,-813 150-891,285-49-3170,-828 159-1680,-280 45-6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13:04.7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469 924 3784,'1'-2'142,"1"-1"-1,-1 1 0,0-1 0,0 0 0,0 1 1,-1-1-1,1 0 0,-1 1 0,1-1 0,-1 0 1,0 0-1,0 1 0,0-1 0,0 0 0,0 0 1,-1 0-1,-1-3 0,2 3 29,0 1 0,1-1 0,-1 1 0,0-1 0,1 1 0,-1 0 0,1-1-1,0 1 1,-1-1 0,1 1 0,0 0 0,2-3 0,20-32 1554,-15 24-1203,67-124 4164,-46 82-3100,13-22-371,-4-1 0,-3-2 1,-3-2-1,25-106 0,-55 180-1119,0 0 0,-1 0 0,0 0 0,0-15 0,-1 22-81,0 0-1,0-1 1,0 1 0,-1-1 0,1 1 0,0-1 0,0 1 0,-1-1 0,1 1-1,-1 0 1,0-1 0,1 1 0,-1 0 0,0-1 0,0 1 0,1 0-1,-1 0 1,0 0 0,0 0 0,0 0 0,-1 0 0,1 0 0,0 0-1,0 0 1,0 0 0,-1 1 0,1-1 0,0 1 0,-1-1 0,1 1 0,-1-1-1,1 1 1,-1 0 0,1-1 0,-2 1 0,-4 0 25,0 1 0,1 0 1,-1 0-1,0 0 0,0 1 1,1 0-1,-1 0 0,1 1 1,0 0-1,-11 6 0,-9 7 250,-26 23 0,34-25-150,-59 46 216,3 4 1,3 3-1,3 3 0,-71 96 0,113-132-301,1 2 1,3 0-1,0 2 1,3 0-1,1 1 1,-16 54-1,28-73-35,1 0 1,1 0-1,1 0 1,0 1-1,2-1 1,0 1-1,2-1 0,0 1 1,1-1-1,1 1 1,1-1-1,1 0 1,1 0-1,0-1 0,12 23 1,-2-12-7,2 0 0,2-2-1,0 0 1,2-1 0,1-1 0,1-1 0,1-1 0,1-1 0,30 19 0,31 17 38,158 79 0,93 21-48,-11-4 30,-225-102-12,107 77 0,-181-111-28,-1 1 0,-2 1 0,45 47 0,-63-59 8,1 0 1,-1 0-1,-1 1 0,0 0 0,0 0 0,-1 0 1,-1 1-1,1-1 0,-2 1 0,1 0 0,-2 1 1,1-1-1,-2 0 0,2 22 0,-5-13-33,-1-1 0,-1 1 0,0-1 0,-1 0 0,-1 0 0,-1-1 0,-1 0 0,0 0 0,-2-1 0,0 0 0,0-1 0,-24 29 0,-6 0-177,-1-2 0,-90 74 0,25-34-263,-3-5 0,-4-5 1,-3-5-1,-2-5 0,-4-5 0,-170 56 0,267-105 261,-166 45-1641,165-48 1231,0-1 0,-1-1-1,1-2 1,-1 0 0,-29-3 0,50 0 307,0 0 0,0 0 1,0 0-1,0-1 0,0 0 0,0 0 1,-7-3-1,-26-26-3878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13:05.0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45 324 9573,'-9'-4'274,"6"3"-98,0 0 1,-1-1-1,1 1 1,0-1-1,0 0 1,0 0-1,0 0 0,-4-5 1,6 6-71,1 0 0,-1 0 1,1 0-1,-1-1 0,1 1 0,0 0 1,0-1-1,-1 1 0,1 0 0,0 0 1,0-1-1,1 1 0,-1 0 0,0-1 1,0 1-1,0 0 0,1 0 0,-1-1 1,1 1-1,-1 0 0,1 0 0,0 0 1,-1 0-1,1 0 0,0 0 0,0 0 0,-1 0 1,3-2-1,3-4 347,0 1 0,0-1 0,1 1 0,-1 1 0,1-1 0,1 1 0,-1 0 0,15-6 0,5-1 16,39-11 0,37-7 348,189-28 1,113 13-415,222 13-991,0 29-2392,-399 3 924,69-3-4643,-180 10 437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13:05.8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66 141 5485,'21'-24'3860,"36"-32"1,-18 18 127,-26 16 198,-56 232-895,5-41-1508,-7 132-418,-7 314-1,45-460-1244,-4 201-1038,13-263-1612,25 169 0,-26-254 2020,14 56-1613,0-35-857,-13-27 2133,1 1 1,-1 0 0,0-1 0,1 0 0,-1 1 0,1-1 0,4 2 0,15 8-7113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13:06.5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4 118 4664,'3'0'971,"-1"1"-1,1 0 1,0-1-1,-1 0 0,1 1 1,0-1-1,-1 0 0,1 0 1,0-1-1,0 1 1,3-2-1,-3 1-702,0 0 1,0 0-1,0 0 1,0-1-1,-1 0 1,1 1-1,-1-1 1,5-4-1,0-2-283,0 0 0,-1-1-1,0 1 1,8-17 0,-13 23 190,0 0 489,-1-3-527,0 1 0,-1-1-1,1 0 1,-1 0-1,0 0 1,-2-5 0,-14 19 25,8-4-126,0 0 1,0 0-1,1 1 0,-14 12 0,19-14-36,-1-1 0,1 1 0,1 1 0,-1-1 1,0 0-1,1 0 0,0 1 0,0 0 0,0-1 0,1 1 0,-2 6 0,3-8-58,-1-2 39,1 0 9,0 1 1,0-1-1,0 0 1,0 1-1,1-1 1,-1 0-1,0 1 1,0-1-1,1 0 1,-1 0-1,1 1 1,-1-1-1,1 0 1,-1 0-1,1 0 1,1 2-1,-1-3 9,-1 1 0,1-1 0,-1 0 0,1 0 0,0 0 1,-1 0-1,1 0 0,-1 0 0,1 0 0,0 0 0,-1 0 0,1 0 0,0 0 0,-1 0 0,1 0 0,-1 0 0,1-1 0,-1 1 0,1 0 0,0 0 0,-1-1 0,1 1 0,-1 0 0,1-1 1,-1 1-1,1-1 0,7-6 25,-1 0-1,0-1 1,10-12 0,-7 8-27,27-17-680,-35 27-140,-8 23-9184,2 1 3887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13:07.4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0 139 7233,'27'-45'1964,"-4"36"-440,4 3-384,-7-3-244,4 0-148,3-3-192,-1 0-320,8 3-312,19-3-256,-9 3-236,3 6-248,-4 0 28,1 3-116,3 3-288,-24 0-1652,4 9-949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13:07.5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172 242 6133,'-71'24'1316,"24"-12"0,34-3-8,-27 12 4072,60-30-4608,17-12-175,13 6-129,20-9-320,14-3-352,13-7-544,10-5-533,14-6-411,13-3-2220,10 3-2705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13:08.81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778 0 9177,'-5'5'927,"1"-1"-1,0 1 1,1 0 0,-1 0-1,1 0 1,-5 10 0,-8 10-157,-96 125 1757,-30 44-816,120-161-1511,1 2 0,2-1 0,1 2 0,-20 61 0,34-86-166,1 1-1,1 0 1,0 0 0,0 0 0,1 0-1,1 0 1,0 0 0,1 0 0,0 0 0,0 0-1,2 0 1,-1 0 0,2-1 0,-1 1-1,1-1 1,1 0 0,0 0 0,1 0 0,13 18-1,13 10 19,2-1 0,2-2 0,45 36-1,37 36 24,-104-94-64,10 9 3,-1 2 1,-1 0 0,30 47-1,-48-65-13,1 1 0,-1-1 0,-1 1 0,0 0 0,0 0 0,0 0 0,-1 0 0,0 0 0,-1 1 0,1-1 0,-2 0 0,1 1 0,-1-1 0,-1 1-1,1-1 1,-1 1 0,-1-1 0,0 0 0,0 0 0,-3 9 0,-3-1 4,-1 0-1,0-1 1,0 0-1,-2-1 0,0 1 1,-1-2-1,0 0 1,-1 0-1,0-1 1,-1-1-1,0 0 1,-20 11-1,-15 5-167,-1-2 0,-84 30 0,86-37-614,0-2 0,0-2-1,-1-3 1,-1-1-1,-57 3 1,104-13 557,-47-2-1554,48 2 1402,-1 0 0,1-1-1,-1 1 1,1-1 0,-1 0-1,1 0 1,-1 0 0,1 0 0,-1 0-1,1-1 1,0 1 0,0-1-1,0 1 1,0-1 0,0 0-1,-2-2 1,-4-18-5944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13:08.9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0 256 7765,'108'-72'1984,"-45"36"-336,1 15-280,-4 0-192,1 3-216,16 3-420,10-4 44,6 4-115,5 3-309,2 3-449,1 0-439,-11 6-228,-6-3-452,-14 6-2440,-10 12-2593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13:09.38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8713,'30'3'2136,"0"21"-108,-3 3-212,0-3-288,10 7-239,0-1-269,16 6-324,7 9-36,4 0-148,10-3-328,-4 4-544,4 2-572,3-3-644,-7 0-565,-6 1-2391,-1 5-3525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13:09.9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466 1 11837,'-150'36'3548,"116"-15"-2383,4 0-101,3 3-240,0 6-220,4 10-224,-7 5-524,-4 9-716,4 3-880,-7 16-3169,-6-1-3876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13:10.3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10037,'0'0'3377,"0"4"-2192,21 193 2286,-11-89-3821,36 167 0,-41-256 167,1-1 0,1 0 0,1 0 0,0-1 0,1 0 0,22 32 0,-22-38 108,0 0 0,0-1 1,1 0-1,0 0 1,1-1-1,0-1 0,1 0 1,0 0-1,0-1 1,14 6-1,-24-12 64,1 0 0,0-1 0,-1 1 0,1 0 0,0-1 0,0 0 0,0 0 0,0 0 0,-1 0 0,1 0 0,0 0 0,5-2 0,22-3-42,39-11 0,-63 14 48,0-1 0,1 1 0,-1-1 0,0 0 0,-1 0 0,1-1 0,0 0 1,-1 0-1,0 0 0,0 0 0,0-1 0,0 0 0,5-8 0,-5 6 4,29-38 522,51-92 1,-53 81 370,-16 25-155,-15 26-538,1 0 0,0 0 1,1 1-1,-1-1 0,1 1 1,0-1-1,0 1 1,0 0-1,0 0 0,1 0 1,0 1-1,0-1 1,5-3-1,-9 7-168,0 0 0,0 0 0,0-1 0,1 1 0,-1 0 0,0 0 0,0 0 0,1 0 0,-1 0 0,0 0 0,0 0 0,1 0 0,-1 0 0,0 0 0,1 0 0,-1 0 0,0 0 0,0 0 0,1 0 0,-1 0 0,0 0 0,0 0 1,1 0-1,-1 0 0,0 0 0,1 0 0,-1 0 0,0 0 0,0 1 0,0-1 0,1 0 0,-1 0 0,0 0 0,0 0 0,1 1 0,-1-1 0,0 0 0,0 0 0,0 1 0,0-1 0,0 0 0,1 0 0,-1 1 0,1 17 864,-11 25 213,-1-8-226,-18 36 0,-2 7-150,-69 306 60,50-163-3460,15-62-2264,19-82-1313,-1 3-3994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13:10.8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 0 9201,'-1'0'149,"1"1"0,-1-1 0,0 0 0,1 0 0,-1 0 0,1 0 0,-1 1 0,1-1 0,-1 0-1,1 0 1,-1 1 0,1-1 0,-1 1 0,1-1 0,-1 0 0,1 1 0,0-1 0,-1 1 0,1-1 0,0 1 0,-1-1 0,1 1 0,0-1 0,0 1 0,-1-1 0,1 1 0,0-1 0,0 1 0,0 0 0,0-1 0,0 1 0,0-1 0,0 1 0,0 0 0,0 0 0,16 18 5170,-5-8-5584,7 5 647,1 0 1,0-1 0,1-2-1,1 0 1,44 20-1,-7-3-80,381 195-4279,-305-159 452,-25-14-2655,-62-31 631</inkml:trace>
  <inkml:trace contextRef="#ctx0" brushRef="#br0" timeOffset="1">867 58 7833,'-101'-6'2204,"64"9"-412,-3 9-160,0 6-240,-3 6-224,-8 3-283,1 15-157,0 9-160,-4 7-396,1 5-768,-8 0-885,1 4-1019,-7 11-1488,13-6-2837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13:11.3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275 127 11053,'4'-6'316,"-1"0"-1,2 0 1,-1 0 0,1 0-1,0 1 1,0 0 0,0 0-1,1 1 1,10-8 0,-2 5 475,1 0 1,-1 1-1,28-8 1,-10 5-247,0 1 0,37-4 1,-58 11-475,0 0-1,0 0 1,0 1 0,0 1-1,0 0 1,0 0 0,0 1-1,-1 0 1,1 1-1,14 6 1,-20-7-60,-1 0-1,0 1 1,0 0-1,0-1 1,0 1-1,-1 1 1,1-1-1,-1 0 0,1 1 1,-1 0-1,-1 0 1,1 0-1,0 0 1,-1 0-1,0 1 1,0-1-1,0 0 1,0 1-1,-1 0 1,0-1-1,0 1 1,0 0-1,-1 0 1,1 9-1,-2 7 14,-1 0 0,-1 0-1,0-1 1,-10 30 0,8-32-5,-28 104-62,11-49-227,4 1 1,-15 123 0,31-139 86,7 73 0,0-48 49,-5-71 124,0 0 0,-1 0 0,-1-1 0,0 1-1,0 0 1,-1-1 0,-1 0 0,0 1 0,0-1-1,-1-1 1,-6 11 0,0-4 58,0 0 0,-2-1 0,1-1 1,-2 0-1,0-1 0,-23 18 0,-123 90-43,93-75-79,-85 65-1022,129-92-699,1 1 0,-20 24 0,33-30-2043,16-1-1843</inkml:trace>
  <inkml:trace contextRef="#ctx0" brushRef="#br0" timeOffset="1">1203 832 11305,'43'49'2204,"-23"-16"-308,7-6-383,3-6-253,-3 3-344,7 3-184,-1 3-156,1-3-204,-4 4-536,-4-1-264,1 0-588,0 0-516,-3 0-229,-18-15-491,8 6-1688,-4 7-2757</inkml:trace>
  <inkml:trace contextRef="#ctx0" brushRef="#br0" timeOffset="2">1611 862 7801,'-63'16'2168,"12"2"-440,8 9-236,-7 0-220,-4 3-276,4 9-276,-10 3-147,-1 13-85,-2 8-104,-1 0-636,0 4-849,4-1-647,3-6-2428,10 7-3185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13:11.88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110 31 10337,'8'-8'1120,"-6"6"-873,0 0 1,0 0-1,0 1 1,-1-1-1,2 0 1,-1 1-1,0-1 0,0 1 1,0 0-1,1 0 1,-1 0-1,1 0 1,-1 0-1,1 0 1,-1 1-1,1-1 1,-1 1-1,1 0 1,3 0-1,11 0-42,0 1-1,0 0 1,0 2 0,0 0-1,-1 1 1,1 0 0,-1 2-1,0 0 1,18 9 0,-23-8-164,0-1 0,0 2 0,-1-1 0,0 1 0,0 1 1,-1 0-1,0 0 0,0 1 0,-1 0 0,0 1 0,-1 0 1,10 20-1,-9-13-16,0 1 0,-2-1 0,0 1-1,-1 0 1,-1 1 0,-1-1 0,-1 1 0,0 0 0,-3 38 0,-2-29-15,-1-1 1,-2 1-1,-1-1 0,-1 0 0,-1 0 0,-14 27 1,-2-4-12,-2-2 1,-44 62-1,-73 73 32,91-123-3,17-21 46,2 2 0,-32 50 0,65-90-63,0 0 0,0 0 0,0 0 0,0 0 0,0 0 1,1 0-1,-1 1 0,1-1 0,0 0 0,0 0 0,-1 0 0,1 0 1,1 1-1,-1-1 0,0 0 0,0 0 0,1 0 0,-1 0 0,1 0 0,0 1 1,0-1-1,0 0 0,0-1 0,0 1 0,2 4 0,0-3 5,0 1 0,0-1 0,0 0 0,1 1 0,-1-1 0,1-1-1,0 1 1,0 0 0,0-1 0,0 0 0,5 2 0,25 6 4,2-1 0,-1-2 0,64 5 0,-30-4-266,14 1-1111,0-3-1,135-9 1,38-27-5534,-140 12 936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13:12.3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948 77 6289,'-16'-63'7528,"16"63"-7442,0-1 0,0 0 0,0 1-1,0-1 1,0 0 0,-1 1 0,1-1-1,0 0 1,0 1 0,-1-1 0,1 1 0,0-1-1,-1 1 1,1-1 0,-1 1 0,1-1-1,-1 1 1,1-1 0,-1 1 0,1 0-1,-1-1 1,1 1 0,-1-1 0,1 1 0,-1 0-1,0 0 1,1-1 0,-2 1 0,-24 0 1237,-36 20-201,47-15-676,-25 11-19,1 1 0,1 2 1,0 1-1,2 3 1,-36 26-1,-159 147-367,227-193-77,-54 52-1644,-62 74-1,18 8-6082,64-71-8</inkml:trace>
  <inkml:trace contextRef="#ctx0" brushRef="#br0" timeOffset="1">912 80 8737,'6'33'1152,"-12"-12"-280,-15 9-208,5 1-132,2-4-112,-6 6-236,0 3-384,-3 6-272,-7-3-544,-7 1-2208,-7-1-1441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13:12.8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188 414 7285,'134'24'1836,"-94"-6"-184,14-6-456,-1 0-180,-2 0-204,2 6-176,-3-3-112,-3 0-36,-3 0-188,-7-2-372,-21-7-416,8 3-344,3 0-184,-11-3-540,-2 3-1904</inkml:trace>
  <inkml:trace contextRef="#ctx0" brushRef="#br0" timeOffset="1">761 1 6825,'-64'18'1992,"17"-3"-220,7 6-380,-7 9-172,10 3-84,-6 4-320,-8 11-144,-2 9-124,-4 6-179,-3 10-501,6-4-457,0 9-675,4-5-752,-7-4-1696,10 6-2333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13:13.3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399 166 5929,'4'-18'1333,"1"1"1,13-32-1,21-31 6910,-38 78-7079,-2 5 155,-34 51-16,3 3 0,2 0 0,3 2 0,-25 80 0,-57 279-2279,100-377 716,-94 396-6626,69-273 781,1-1-3854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13:14.3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1918 5877,'4'-8'318,"1"1"0,0 0 0,1-1 0,0 2 0,0-1 0,0 1 0,1 0 0,0 0 0,0 0 0,1 1 0,0 1 0,-1-1 0,1 1 0,14-5 0,13-3 334,0 2 0,49-9-1,-34 9-238,956-161 2953,419 4-2921,-917 113-337,5661-580-82,-5969 614-40,2599-293 62,-1596 148 447,-607 66-1863,1-19-5227,-461 87 53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13:15.1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34 61 7529,'-16'-12'1752,"-1"0"3612,20-3-4796,4-3 280,16 21-3236,1 0 896,16-3-2072,27-9-2069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13:15.9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0 154 9085,'1'-3'2079,"2"-2"-1329,-1 1 0,1-1 1,-1 1-1,1 0 1,1 0-1,-1 0 0,0 0 1,10-7 1567,-13 9-2236,0 0 1,-1 1-1,1-1 0,0 0 1,0 1-1,0-1 0,1 0 0,-1 1 1,0-1-1,1 0 0,-1 1 1,1-1-1,-1 1 0,1-1 0,0 1 1,-1-1-1,1 1 0,0-1 1,0 1-1,0 0 0,0-1 0,0 1 1,1 0-1,-1 0 0,0 0 1,1 0-1,-1 0 0,0 0 0,1 0 1,-1 0-1,1 1 0,0-1 1,-1 0-1,1 1 0,-1 0 0,1-1 1,0 1-1,5-1 4422,-7-3-4246,3-29 165,-2 30-48,-17-6-188,6 4 10,27 26-92,-15-19-109,-1 0-57,2 3 71,-1 1 0,0-1 0,0 0 0,0 1 0,1 10 0,-1 3-2735,6-30 857,-7 11 1716,0 0 0,-1-1 0,1 1 0,0-1 0,-1 1 0,1-1 1,0 1-1,-1-1 0,1 1 0,-1-1 0,1 0 0,-1 1 0,1-1 0,-1 0 1,0 1-1,1-1 0,-1 0 0,0 0 0,1 1 0,-1-1 0,0 0 0,0 0 1,0 0-1,0-1 0,-9-39-8146,2 19-686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13:17.1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30 4396,'0'0'1257,"6"-15"-269,-2 0 2516,-8 51-7484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13:18.01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286 67 4340,'0'0'934,"-3"0"-147,-25 5 401,25-4 816,5-4-1696,15-19 262,-16 20-252,-2-1 69,-7-24 538,7 24 1577,-52-9-1082,-67 23-674,116-10-713,0-1-69,0 0 0,0 0 0,0 1 0,0 0 1,0 0-1,0 0 0,0 0 0,1 1 0,-1 0 0,1-1 0,-1 1 0,1 0 0,-1 1 0,1-1 0,0 1 0,0-1 0,0 1 1,1 0-1,-1 0 0,1 0 0,-1 0 0,1 1 0,0-1 0,-2 5 0,3-5-361,4 18-2222,-1-14 2294,-1 0-271,0 0-3968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13:19.0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359 1 6397,'-33'15'1607,"26"-12"1341,5-5-2589,0 0 0,0 1 1,-1-1-1,1 0 0,0 1 1,-1 0-1,1-1 0,-1 1 1,1 0-1,-1 0 0,0 1 0,-4-2 1,-18 2 644,19 0 1610,2 0-2319,-39 0 1766,40 3-2052,0 0 1,0 0-1,0 0 0,0 0 0,1 0 0,-1 1 0,1-1 0,-2 6 0,-10 30 70,14-37-35,-2 0-42,0 0 1,1 0-1,-1 0 0,1 1 0,0-1 1,-1 0-1,1 1 0,0-1 1,1 1-1,-2 2 0,1-3-2,0 1-6,-1-1-14,-18 21 38,19-20-30,0-1-24,-11 23 54,11-22 35,-9-12-34,-1 1-31,9 7-12,0-1 34,-2-3-148,0 0 1,0 1-1,-1 0 1,0 0-1,0 0 1,0 1-1,-8-5 1,-6 1-3826,-2 4-4138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13:19.6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60 22 7121,'-5'-4'1004,"-17"-10"-736,13 12 2871,-2 1 4135,4 19-8312,6-16 1326,-3 8-592,4-8-158,0-1 0,0 0 0,0 0 0,0 0 0,0 0-1,0 1 1,0-1 0,0 0 0,1 0 0,-1 0 0,0 0 0,1 0 0,-1 0-1,1 1 1,-1-1 0,1 0 0,-1 0 0,1-1 0,0 1 0,1 2-1,9 14-4600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13:20.3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724 0 11629,'-5'15'2321,"1"0"0,-4 31 0,6-32-1851,-1-1 0,0 1 0,0 0-1,-9 20 1,-210 394 5273,82-171-4562,117-212-1121,-171 363-334,168-338-1113,-18 74 0,33-94-703,2-1 1,-5 72-1,14-110 593,0-1 0,0 0-1,3 17 1,13 20-8138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13:20.7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44 261 9537,'-35'-47'1567,"34"46"-1475,0-1 1,0 0-1,0 0 1,0 1 0,0-1-1,1 0 1,-1 0-1,1 0 1,-1 0-1,1 0 1,0 0 0,-1 0-1,1 0 1,0 0-1,1 0 1,-1 0 0,0 0-1,0 0 1,1 0-1,-1 0 1,1 0-1,0 0 1,0 0 0,-1 0-1,1 1 1,0-1-1,1 0 1,-1 0-1,0 1 1,2-3 0,4-3 192,0 0 0,1 1 0,0-1 0,15-8 0,-15 10-78,15-10 70,1 1 0,1 1 0,0 2 1,1 0-1,0 2 0,0 1 0,1 0 0,0 2 0,0 2 0,39-3 0,-47 6-198,0 1 0,0 1-1,0 1 1,-1 1-1,1 0 1,-1 1 0,1 1-1,-1 1 1,-1 0-1,1 1 1,-1 1 0,-1 1-1,1 1 1,-1 0-1,-1 1 1,16 14-1,-10-4-17,-2 0 0,0 1 0,-1 1 0,-2 1-1,0 0 1,-2 1 0,-1 1 0,0 0-1,16 54 1,-19-46-17,-2 0 0,-2 1 0,0 0 0,-3 0 0,-1 0-1,-1 0 1,-7 63 0,-1-59-22,0-1-1,-3 1 0,-1-2 1,-2 0-1,-1 0 0,-2-1 0,-40 66 1,21-52 4,-2 0 0,-1-3-1,-3-1 1,-64 56 0,27-36-61,-38 37 138,115-102-99,-1 1-1,0 0 1,1-1 0,0 1-1,-1 0 1,1 0-1,0 0 1,0 0 0,0 0-1,0 0 1,0 0-1,0 4 1,0-5-2,1 0-1,0 0 1,0 0-1,1 0 1,-1 0 0,0 0-1,0 0 1,0 0 0,1 0-1,-1 0 1,0 0 0,1-1-1,-1 1 1,1 0-1,-1 0 1,1 0 0,-1 0-1,1-1 1,-1 1 0,2 1-1,1 0 0,0-1 0,0 1-1,0 0 1,0-1 0,0 0-1,0 0 1,0 0 0,0 0-1,1 0 1,-1-1 0,0 1 0,0-1-1,1 0 1,4 0 0,74-9-328,100-23 0,-60 8-160,1128-190-6007,-876 142 4166,-280 48 782,171-67 0,-163 42-129,33-28-2020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13:21.0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962 432 5805,'-25'-20'418,"-1"2"1,-38-20 0,10 3 825,42 25-522,-1 2 0,0 0 0,-18-9 0,6 5 206,21 10-678,0-1-1,-1 0 1,0 1 0,0 0-1,1 0 1,-1 1-1,0-1 1,-1 1-1,1 0 1,0 1 0,0-1-1,0 1 1,-1 0-1,-5 0 1,-1 4 86,1 0 1,0 1-1,0 0 0,0 0 1,1 1-1,0 0 1,0 1-1,0 0 0,1 1 1,0 0-1,-8 10 1,-2 3 288,1 0 1,1 2-1,-24 40 0,8-4 152,2 2-1,-33 97 1,54-128-689,1 0 1,2 0 0,1 1 0,2-1 0,1 1-1,1 0 1,4 58 0,-1-76-134,1-1 1,1 0-1,0 1 1,0-1-1,1-1 1,1 1-1,0 0 1,0-1-1,1 0 1,13 17-1,-12-19-12,0-2 0,0 1 0,1-1 0,0 0 0,1-1 0,0 1 0,0-2 0,0 1 0,0-2 0,1 1 0,0-1 0,20 5 0,-5-3-50,1-2 0,0 0 1,0-2-1,0-1 0,0-1 1,0-1-1,0-2 0,0 0 1,0-2-1,0-1 1,47-17-1,-29 6-92,-2-2 1,-1-2-1,0-1 1,-1-2-1,69-57 1,-77 54 72,-2-2 0,0-1 0,-2-1 0,-1-2 0,-2-1 0,-1 0 0,-2-2 0,29-61 0,-43 76 77,0 0 0,-2-1 0,0 1 0,-1-1 1,-1-1-1,-1 1 0,0-39 0,-4 44 23,-1 0-1,0 1 1,-1-1 0,-1 0 0,0 1 0,-1 0 0,-1 0-1,-1 0 1,0 1 0,-1 0 0,-11-17 0,4 13 11,0 1 0,-1 0-1,-1 1 1,-1 1 0,0 1 0,-1 0 0,-1 1 0,0 1 0,0 2-1,-2-1 1,-21-7 0,-11-1-11,1 1 0,-2 4 0,-86-15 0,80 23-342,0 2 1,0 3-1,0 2 1,0 3-1,0 3 0,-90 20 1,126-20-288,0 1 1,1 1-1,0 1 1,-30 16-1,40-16-341,-1-1 0,2 2 0,-1 0 0,-12 13-1,-9 20-4808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13:21.8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5331 719 4168,'-92'-85'1761,"72"67"-1406,0 2-1,-2 0 0,0 2 1,-1 0-1,-46-19 1,8 9 103,-78-20 1,63 26-137,-1 4 0,-1 3 0,0 3 0,0 4 0,0 3 0,-151 18 0,54 11 495,-335 98 0,271-46-302,3 10 0,4 11-1,-285 168 1,-65 98-71,469-292-373,-593 423 406,314-166-388,324-267-56,4 2-1,2 3 0,-77 114 0,119-154 15,2 1 0,1 0 0,2 2 0,1 0 0,1 0 1,-15 66-1,25-84-31,1 0 1,0 0 0,1 0 0,1 0 0,0 0 0,1 0 0,1 0 0,0 0-1,1 0 1,0 0 0,1-1 0,1 1 0,1-1 0,0 0 0,0-1 0,2 1-1,-1-1 1,18 20 0,-7-14-8,0 0-1,2-2 1,0 0-1,1-1 1,1-1 0,0-1-1,1-1 1,1-1-1,0-2 1,27 10-1,27 4 85,159 28 0,-69-27 59,1-9 0,207-5 0,343-57 44,686-156 176,-15-92-208,-498 52-162,-33-85 25,-735 268-27,-2-6 0,-2-4 0,179-140 0,-263 179 6,-1-1 0,-2-2 0,-1-1-1,-1-1 1,-3-2 0,46-74 0,-63 90-9,0 0-1,-2-1 1,0 0 0,-1 0-1,-1-1 1,-2 0 0,0 0 0,-1-1-1,-1 1 1,-2-1 0,0 0-1,-1 0 1,-2 1 0,0-1-1,-8-29 1,1 23-7,-1 0 0,-2 1 0,-1 1 0,-2 0 0,0 0 0,-2 2 0,-1 0 0,0 1 1,-40-40-1,-7 2 24,-3 2 0,-85-57 0,31 34-98,-4 5 0,-4 6 0,-249-102 0,110 77-123,-290-64 0,286 98-269,-2 11 0,-3 13 0,-1 12 0,-289 8 0,391 27-367,-261 43 1,347-32-391,-161 54 1,-343 147-6712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13:23.0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375 504 5280,'-4'-11'347,"4"6"-105,-1 1 0,0 0 0,0 0 0,-1 0 1,1 0-1,-1 0 0,0 1 0,0-1 0,0 0 1,0 1-1,-1-1 0,1 1 0,-1 0 0,0 0 1,0 0-1,0 0 0,-4-2 0,5 4-43,-1 0-1,1 0 0,0 0 0,0 1 1,0-1-1,-1 1 0,1-1 1,0 1-1,-1 0 0,1 0 0,0 0 1,0 0-1,-1 0 0,1 1 1,0-1-1,-1 1 0,1-1 1,0 1-1,0 0 0,0 0 0,0 0 1,0 0-1,0 0 0,0 1 1,0-1-1,0 0 0,0 1 0,1 0 1,-1-1-1,-2 5 0,-6 5 7,1 1-1,0 1 1,-11 20 0,16-27 104,-29 52 108,2 2-1,4 1 1,1 0-1,4 2 1,2 1 0,-18 113-1,32-142-309,2-1 1,2 2-1,1-1 0,6 60 0,-3-84-69,0 0-1,1 0 1,0 0 0,1 0-1,0-1 1,1 1 0,11 18 0,-11-22-18,0-1 0,0 0 1,0 0-1,1 0 0,0 0 1,1-1-1,-1 0 0,1-1 1,0 1-1,0-1 1,0-1-1,11 5 0,6 0 8,0-2 0,0 0-1,0-2 1,1 0-1,0-2 1,0-1 0,0-1-1,31-3 1,22-8 20,98-24-1,57-27-142,301-122 0,206-135-918,-360 150 159,915-360-2908,-1145 472 3048,208-72-2628,-357 129 3168,14-4-561,-9 3-2863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5:13:23.3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875 1 9221,'0'4'1413,"-1"20"-831,-1 0 1,-2 0-1,0-1 0,-1 1 0,-2-1 0,0 0 0,-14 28 0,-88 155 794,83-160-1089,-59 87 350,-131 157 1,134-185-487,-14 14 5,40-54-19,-74 117 0,110-142-115,19-39-19,1 1 0,-1-1 0,1 0 0,0 0 0,-1 0 0,1 0-1,0 0 1,0 0 0,0 1 0,0-1 0,0 0 0,0 0 0,0 0 0,0 0 0,1 0 0,-1 1 0,0-1 0,1 0 0,-1 0 0,1 0 0,-1 0 0,1 0 0,-1 0 0,1 0 0,0 0 0,0 0 0,-1-1 0,1 1 0,0 0 0,0 0 0,0 0 0,0-1 0,0 1 0,0-1 0,0 1 0,0-1-1,0 1 1,2 0 0,2 1 3,0-1-1,1 0 0,-1 0 0,0 0 0,1 0 1,9-1-1,8-2-18,-1-2 1,1 0-1,36-12 1,-24 5-53,494-167-1038,-389 127 723,477-181-1374,168-60-517,638-152-1597,-1028 326 346,-236 73 535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458F2-BD9D-B03A-0D84-99FBCFB835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EDED7F-37FA-C8D6-CC39-E243AAD95E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E24A7-911E-F493-4D77-268655A06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22FC-A7A0-433D-B064-07AD2A027AA3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8C56D-F7DC-857F-0696-077DE49E2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72216-CF8B-724D-EF63-60E6DD591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050B-CAED-48D3-AF7C-46690B3A3F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6524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34A47-7AFA-CFD2-2FCE-F802CE785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1CC9B-4F9C-4D05-DED7-B15090F98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5D55BD-A984-888F-68D1-24423C2AC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22FC-A7A0-433D-B064-07AD2A027AA3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2E9D0-23FD-1A6E-7A65-E3A118661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BBE42-8112-8F1B-82B9-489CEC272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050B-CAED-48D3-AF7C-46690B3A3F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2394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F1BC5-DFA6-8D53-CFCC-CDF42E558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AA3939-2C7A-BB06-BF1A-2F354CB86B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3D593-E58C-4AAA-189F-C5DBCA473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22FC-A7A0-433D-B064-07AD2A027AA3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2A911D-432D-D758-14DE-E305C948E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A23D8-B71C-A72A-C03A-835838F07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050B-CAED-48D3-AF7C-46690B3A3F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1244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F0994-0FB9-31E1-7EE0-138513F69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94B27-1D30-2E93-6D6E-B4F19415E6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07E8C1-914F-1A57-9991-3602CE6365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58D64D-D5F1-C1C2-B3AF-5FE032026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22FC-A7A0-433D-B064-07AD2A027AA3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05CA2F-D27B-1908-4DE9-DEF03357A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8CF602-BDDC-FB6A-5508-DEE86F849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050B-CAED-48D3-AF7C-46690B3A3F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5968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4C043-91E5-D54E-BBEF-9E9943232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FE22B2-7EDE-D63D-B9A2-36D535411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DBACFB-324A-D9FD-FD2A-E7130EA4FE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95DEFB-A284-ABF8-6067-A350738115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026EC8-69C0-FA75-78B4-F92E5A8569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FEACFF-178D-7AD7-CA57-65F3EF374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22FC-A7A0-433D-B064-07AD2A027AA3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99D5B9-CE55-304A-6F31-22C13CEC2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52A50C-C83E-DF30-4787-11B157F04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050B-CAED-48D3-AF7C-46690B3A3F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5018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22C79-AD99-629F-C384-35C4784DE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DD46B6-DCBF-318E-38EA-977783E3E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22FC-A7A0-433D-B064-07AD2A027AA3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991D9D-6293-C253-0A91-826449926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91E81F-4213-830C-4F4B-56B428436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050B-CAED-48D3-AF7C-46690B3A3F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0026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143530-0157-19F8-83D6-42DAE49A9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22FC-A7A0-433D-B064-07AD2A027AA3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C86235-8BD6-0822-782D-B51ECEE15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A08061-AFDE-46E8-8BCA-A9FE4221C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050B-CAED-48D3-AF7C-46690B3A3F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1143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F3BF8-91E3-4783-754C-8F8BAF76C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B286A-6981-CCD6-D1BB-188477438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C847E9-7C74-44A9-5E3E-749836CF31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A9FA34-8209-D0AF-10DA-87983F5E5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22FC-A7A0-433D-B064-07AD2A027AA3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8179CD-FD27-CA13-DC0F-EB605549B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82BF6B-C96B-9410-7F0B-17C1E795A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050B-CAED-48D3-AF7C-46690B3A3F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840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0CB64-6148-9FCC-5457-11CE0C749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BE8669-4784-5ABF-67E3-30D1070365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AAE596-1B21-E26F-D9FA-134F813DA8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B83E99-5F9C-5883-D2E5-0C121129D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22FC-A7A0-433D-B064-07AD2A027AA3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9B4025-C5A7-8F79-57F1-06CA6B2FC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4AEF35-B698-400F-4575-F6F6FC2AA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050B-CAED-48D3-AF7C-46690B3A3F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9326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C7141-681B-678C-1689-3FFB2919D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2D06E7-827A-2CDB-1920-C214C87A6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CD6D6B-F86D-6058-959F-B05042FB0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22FC-A7A0-433D-B064-07AD2A027AA3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658E2A-FE13-0F7D-ECF2-0015FE4D0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5AB4A8-A421-8C1A-E63E-50576EF20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050B-CAED-48D3-AF7C-46690B3A3F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0966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D4A1A7-FD87-5986-B599-D2BF82260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B715E1-5AB6-EE60-0FC9-FFD3AC60B3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D0AB6-8D99-0165-D330-EA6979A67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22FC-A7A0-433D-B064-07AD2A027AA3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E3DF3C-A4A6-026D-CBBE-4588AE2C7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78F0C-C844-832E-3E93-04FF6CC4D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050B-CAED-48D3-AF7C-46690B3A3F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0413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29ECEB-BA76-0BED-6F66-6D50CEC49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AE2AEC-37C8-47C8-63BF-89BAD65BC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A60A5-ABB9-6A9E-41D4-E8F2F6B914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A322FC-A7A0-433D-B064-07AD2A027AA3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978025-974D-7038-98CA-7DFD5C8FB1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F322A8-5101-5A9C-5745-5BDE885C9D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24050B-CAED-48D3-AF7C-46690B3A3F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9310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63" Type="http://schemas.openxmlformats.org/officeDocument/2006/relationships/image" Target="../media/image31.png"/><Relationship Id="rId68" Type="http://schemas.openxmlformats.org/officeDocument/2006/relationships/customXml" Target="../ink/ink34.xml"/><Relationship Id="rId16" Type="http://schemas.openxmlformats.org/officeDocument/2006/relationships/customXml" Target="../ink/ink8.xml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53" Type="http://schemas.openxmlformats.org/officeDocument/2006/relationships/image" Target="../media/image26.png"/><Relationship Id="rId58" Type="http://schemas.openxmlformats.org/officeDocument/2006/relationships/customXml" Target="../ink/ink29.xml"/><Relationship Id="rId74" Type="http://schemas.openxmlformats.org/officeDocument/2006/relationships/customXml" Target="../ink/ink37.xml"/><Relationship Id="rId79" Type="http://schemas.openxmlformats.org/officeDocument/2006/relationships/image" Target="../media/image39.png"/><Relationship Id="rId5" Type="http://schemas.openxmlformats.org/officeDocument/2006/relationships/image" Target="../media/image2.png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56" Type="http://schemas.openxmlformats.org/officeDocument/2006/relationships/customXml" Target="../ink/ink28.xml"/><Relationship Id="rId64" Type="http://schemas.openxmlformats.org/officeDocument/2006/relationships/customXml" Target="../ink/ink32.xml"/><Relationship Id="rId69" Type="http://schemas.openxmlformats.org/officeDocument/2006/relationships/image" Target="../media/image34.png"/><Relationship Id="rId77" Type="http://schemas.openxmlformats.org/officeDocument/2006/relationships/image" Target="../media/image38.png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80" Type="http://schemas.openxmlformats.org/officeDocument/2006/relationships/customXml" Target="../ink/ink40.xml"/><Relationship Id="rId3" Type="http://schemas.openxmlformats.org/officeDocument/2006/relationships/image" Target="../media/image1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59" Type="http://schemas.openxmlformats.org/officeDocument/2006/relationships/image" Target="../media/image29.png"/><Relationship Id="rId67" Type="http://schemas.openxmlformats.org/officeDocument/2006/relationships/image" Target="../media/image33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54" Type="http://schemas.openxmlformats.org/officeDocument/2006/relationships/customXml" Target="../ink/ink27.xml"/><Relationship Id="rId62" Type="http://schemas.openxmlformats.org/officeDocument/2006/relationships/customXml" Target="../ink/ink31.xml"/><Relationship Id="rId70" Type="http://schemas.openxmlformats.org/officeDocument/2006/relationships/customXml" Target="../ink/ink35.xml"/><Relationship Id="rId75" Type="http://schemas.openxmlformats.org/officeDocument/2006/relationships/image" Target="../media/image37.png"/><Relationship Id="rId83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4.png"/><Relationship Id="rId57" Type="http://schemas.openxmlformats.org/officeDocument/2006/relationships/image" Target="../media/image28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81" Type="http://schemas.openxmlformats.org/officeDocument/2006/relationships/image" Target="../media/image40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9.png"/><Relationship Id="rId21" Type="http://schemas.openxmlformats.org/officeDocument/2006/relationships/image" Target="../media/image51.png"/><Relationship Id="rId42" Type="http://schemas.openxmlformats.org/officeDocument/2006/relationships/customXml" Target="../ink/ink62.xml"/><Relationship Id="rId63" Type="http://schemas.openxmlformats.org/officeDocument/2006/relationships/image" Target="../media/image72.png"/><Relationship Id="rId84" Type="http://schemas.openxmlformats.org/officeDocument/2006/relationships/customXml" Target="../ink/ink83.xml"/><Relationship Id="rId138" Type="http://schemas.openxmlformats.org/officeDocument/2006/relationships/customXml" Target="../ink/ink110.xml"/><Relationship Id="rId16" Type="http://schemas.openxmlformats.org/officeDocument/2006/relationships/customXml" Target="../ink/ink49.xml"/><Relationship Id="rId107" Type="http://schemas.openxmlformats.org/officeDocument/2006/relationships/image" Target="../media/image94.png"/><Relationship Id="rId11" Type="http://schemas.openxmlformats.org/officeDocument/2006/relationships/image" Target="../media/image46.png"/><Relationship Id="rId32" Type="http://schemas.openxmlformats.org/officeDocument/2006/relationships/customXml" Target="../ink/ink57.xml"/><Relationship Id="rId37" Type="http://schemas.openxmlformats.org/officeDocument/2006/relationships/image" Target="../media/image59.png"/><Relationship Id="rId53" Type="http://schemas.openxmlformats.org/officeDocument/2006/relationships/image" Target="../media/image67.png"/><Relationship Id="rId58" Type="http://schemas.openxmlformats.org/officeDocument/2006/relationships/customXml" Target="../ink/ink70.xml"/><Relationship Id="rId74" Type="http://schemas.openxmlformats.org/officeDocument/2006/relationships/customXml" Target="../ink/ink78.xml"/><Relationship Id="rId79" Type="http://schemas.openxmlformats.org/officeDocument/2006/relationships/image" Target="../media/image80.png"/><Relationship Id="rId102" Type="http://schemas.openxmlformats.org/officeDocument/2006/relationships/customXml" Target="../ink/ink92.xml"/><Relationship Id="rId123" Type="http://schemas.openxmlformats.org/officeDocument/2006/relationships/image" Target="../media/image102.png"/><Relationship Id="rId128" Type="http://schemas.openxmlformats.org/officeDocument/2006/relationships/customXml" Target="../ink/ink105.xml"/><Relationship Id="rId5" Type="http://schemas.openxmlformats.org/officeDocument/2006/relationships/image" Target="../media/image43.png"/><Relationship Id="rId90" Type="http://schemas.openxmlformats.org/officeDocument/2006/relationships/customXml" Target="../ink/ink86.xml"/><Relationship Id="rId95" Type="http://schemas.openxmlformats.org/officeDocument/2006/relationships/image" Target="../media/image88.png"/><Relationship Id="rId22" Type="http://schemas.openxmlformats.org/officeDocument/2006/relationships/customXml" Target="../ink/ink52.xml"/><Relationship Id="rId27" Type="http://schemas.openxmlformats.org/officeDocument/2006/relationships/image" Target="../media/image54.png"/><Relationship Id="rId43" Type="http://schemas.openxmlformats.org/officeDocument/2006/relationships/image" Target="../media/image62.png"/><Relationship Id="rId48" Type="http://schemas.openxmlformats.org/officeDocument/2006/relationships/customXml" Target="../ink/ink65.xml"/><Relationship Id="rId64" Type="http://schemas.openxmlformats.org/officeDocument/2006/relationships/customXml" Target="../ink/ink73.xml"/><Relationship Id="rId69" Type="http://schemas.openxmlformats.org/officeDocument/2006/relationships/image" Target="../media/image75.png"/><Relationship Id="rId113" Type="http://schemas.openxmlformats.org/officeDocument/2006/relationships/image" Target="../media/image97.png"/><Relationship Id="rId118" Type="http://schemas.openxmlformats.org/officeDocument/2006/relationships/customXml" Target="../ink/ink100.xml"/><Relationship Id="rId134" Type="http://schemas.openxmlformats.org/officeDocument/2006/relationships/customXml" Target="../ink/ink108.xml"/><Relationship Id="rId139" Type="http://schemas.openxmlformats.org/officeDocument/2006/relationships/image" Target="../media/image110.png"/><Relationship Id="rId80" Type="http://schemas.openxmlformats.org/officeDocument/2006/relationships/customXml" Target="../ink/ink81.xml"/><Relationship Id="rId85" Type="http://schemas.openxmlformats.org/officeDocument/2006/relationships/image" Target="../media/image83.png"/><Relationship Id="rId12" Type="http://schemas.openxmlformats.org/officeDocument/2006/relationships/customXml" Target="../ink/ink47.xml"/><Relationship Id="rId17" Type="http://schemas.openxmlformats.org/officeDocument/2006/relationships/image" Target="../media/image49.png"/><Relationship Id="rId33" Type="http://schemas.openxmlformats.org/officeDocument/2006/relationships/image" Target="../media/image57.png"/><Relationship Id="rId38" Type="http://schemas.openxmlformats.org/officeDocument/2006/relationships/customXml" Target="../ink/ink60.xml"/><Relationship Id="rId59" Type="http://schemas.openxmlformats.org/officeDocument/2006/relationships/image" Target="../media/image70.png"/><Relationship Id="rId103" Type="http://schemas.openxmlformats.org/officeDocument/2006/relationships/image" Target="../media/image92.png"/><Relationship Id="rId108" Type="http://schemas.openxmlformats.org/officeDocument/2006/relationships/customXml" Target="../ink/ink95.xml"/><Relationship Id="rId124" Type="http://schemas.openxmlformats.org/officeDocument/2006/relationships/customXml" Target="../ink/ink103.xml"/><Relationship Id="rId129" Type="http://schemas.openxmlformats.org/officeDocument/2006/relationships/image" Target="../media/image105.png"/><Relationship Id="rId54" Type="http://schemas.openxmlformats.org/officeDocument/2006/relationships/customXml" Target="../ink/ink68.xml"/><Relationship Id="rId70" Type="http://schemas.openxmlformats.org/officeDocument/2006/relationships/customXml" Target="../ink/ink76.xml"/><Relationship Id="rId75" Type="http://schemas.openxmlformats.org/officeDocument/2006/relationships/image" Target="../media/image78.png"/><Relationship Id="rId91" Type="http://schemas.openxmlformats.org/officeDocument/2006/relationships/image" Target="../media/image86.png"/><Relationship Id="rId96" Type="http://schemas.openxmlformats.org/officeDocument/2006/relationships/customXml" Target="../ink/ink8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4.xml"/><Relationship Id="rId23" Type="http://schemas.openxmlformats.org/officeDocument/2006/relationships/image" Target="../media/image52.png"/><Relationship Id="rId28" Type="http://schemas.openxmlformats.org/officeDocument/2006/relationships/customXml" Target="../ink/ink55.xml"/><Relationship Id="rId49" Type="http://schemas.openxmlformats.org/officeDocument/2006/relationships/image" Target="../media/image65.png"/><Relationship Id="rId114" Type="http://schemas.openxmlformats.org/officeDocument/2006/relationships/customXml" Target="../ink/ink98.xml"/><Relationship Id="rId119" Type="http://schemas.openxmlformats.org/officeDocument/2006/relationships/image" Target="../media/image100.png"/><Relationship Id="rId44" Type="http://schemas.openxmlformats.org/officeDocument/2006/relationships/customXml" Target="../ink/ink63.xml"/><Relationship Id="rId60" Type="http://schemas.openxmlformats.org/officeDocument/2006/relationships/customXml" Target="../ink/ink71.xml"/><Relationship Id="rId65" Type="http://schemas.openxmlformats.org/officeDocument/2006/relationships/image" Target="../media/image73.png"/><Relationship Id="rId81" Type="http://schemas.openxmlformats.org/officeDocument/2006/relationships/image" Target="../media/image81.png"/><Relationship Id="rId86" Type="http://schemas.openxmlformats.org/officeDocument/2006/relationships/customXml" Target="../ink/ink84.xml"/><Relationship Id="rId130" Type="http://schemas.openxmlformats.org/officeDocument/2006/relationships/customXml" Target="../ink/ink106.xml"/><Relationship Id="rId135" Type="http://schemas.openxmlformats.org/officeDocument/2006/relationships/image" Target="../media/image108.png"/><Relationship Id="rId13" Type="http://schemas.openxmlformats.org/officeDocument/2006/relationships/image" Target="../media/image47.png"/><Relationship Id="rId18" Type="http://schemas.openxmlformats.org/officeDocument/2006/relationships/customXml" Target="../ink/ink50.xml"/><Relationship Id="rId39" Type="http://schemas.openxmlformats.org/officeDocument/2006/relationships/image" Target="../media/image60.png"/><Relationship Id="rId109" Type="http://schemas.openxmlformats.org/officeDocument/2006/relationships/image" Target="../media/image95.png"/><Relationship Id="rId34" Type="http://schemas.openxmlformats.org/officeDocument/2006/relationships/customXml" Target="../ink/ink58.xml"/><Relationship Id="rId50" Type="http://schemas.openxmlformats.org/officeDocument/2006/relationships/customXml" Target="../ink/ink66.xml"/><Relationship Id="rId55" Type="http://schemas.openxmlformats.org/officeDocument/2006/relationships/image" Target="../media/image68.png"/><Relationship Id="rId76" Type="http://schemas.openxmlformats.org/officeDocument/2006/relationships/customXml" Target="../ink/ink79.xml"/><Relationship Id="rId97" Type="http://schemas.openxmlformats.org/officeDocument/2006/relationships/image" Target="../media/image89.png"/><Relationship Id="rId104" Type="http://schemas.openxmlformats.org/officeDocument/2006/relationships/customXml" Target="../ink/ink93.xml"/><Relationship Id="rId120" Type="http://schemas.openxmlformats.org/officeDocument/2006/relationships/customXml" Target="../ink/ink101.xml"/><Relationship Id="rId125" Type="http://schemas.openxmlformats.org/officeDocument/2006/relationships/image" Target="../media/image103.png"/><Relationship Id="rId7" Type="http://schemas.openxmlformats.org/officeDocument/2006/relationships/image" Target="../media/image44.png"/><Relationship Id="rId71" Type="http://schemas.openxmlformats.org/officeDocument/2006/relationships/image" Target="../media/image76.png"/><Relationship Id="rId92" Type="http://schemas.openxmlformats.org/officeDocument/2006/relationships/customXml" Target="../ink/ink87.xml"/><Relationship Id="rId2" Type="http://schemas.openxmlformats.org/officeDocument/2006/relationships/customXml" Target="../ink/ink42.xml"/><Relationship Id="rId29" Type="http://schemas.openxmlformats.org/officeDocument/2006/relationships/image" Target="../media/image55.png"/><Relationship Id="rId24" Type="http://schemas.openxmlformats.org/officeDocument/2006/relationships/customXml" Target="../ink/ink53.xml"/><Relationship Id="rId40" Type="http://schemas.openxmlformats.org/officeDocument/2006/relationships/customXml" Target="../ink/ink61.xml"/><Relationship Id="rId45" Type="http://schemas.openxmlformats.org/officeDocument/2006/relationships/image" Target="../media/image63.png"/><Relationship Id="rId66" Type="http://schemas.openxmlformats.org/officeDocument/2006/relationships/customXml" Target="../ink/ink74.xml"/><Relationship Id="rId87" Type="http://schemas.openxmlformats.org/officeDocument/2006/relationships/image" Target="../media/image84.png"/><Relationship Id="rId110" Type="http://schemas.openxmlformats.org/officeDocument/2006/relationships/customXml" Target="../ink/ink96.xml"/><Relationship Id="rId115" Type="http://schemas.openxmlformats.org/officeDocument/2006/relationships/image" Target="../media/image98.png"/><Relationship Id="rId131" Type="http://schemas.openxmlformats.org/officeDocument/2006/relationships/image" Target="../media/image106.png"/><Relationship Id="rId136" Type="http://schemas.openxmlformats.org/officeDocument/2006/relationships/customXml" Target="../ink/ink109.xml"/><Relationship Id="rId61" Type="http://schemas.openxmlformats.org/officeDocument/2006/relationships/image" Target="../media/image71.png"/><Relationship Id="rId82" Type="http://schemas.openxmlformats.org/officeDocument/2006/relationships/customXml" Target="../ink/ink82.xml"/><Relationship Id="rId19" Type="http://schemas.openxmlformats.org/officeDocument/2006/relationships/image" Target="../media/image50.png"/><Relationship Id="rId14" Type="http://schemas.openxmlformats.org/officeDocument/2006/relationships/customXml" Target="../ink/ink48.xml"/><Relationship Id="rId30" Type="http://schemas.openxmlformats.org/officeDocument/2006/relationships/customXml" Target="../ink/ink56.xml"/><Relationship Id="rId35" Type="http://schemas.openxmlformats.org/officeDocument/2006/relationships/image" Target="../media/image58.png"/><Relationship Id="rId56" Type="http://schemas.openxmlformats.org/officeDocument/2006/relationships/customXml" Target="../ink/ink69.xml"/><Relationship Id="rId77" Type="http://schemas.openxmlformats.org/officeDocument/2006/relationships/image" Target="../media/image79.png"/><Relationship Id="rId100" Type="http://schemas.openxmlformats.org/officeDocument/2006/relationships/customXml" Target="../ink/ink91.xml"/><Relationship Id="rId105" Type="http://schemas.openxmlformats.org/officeDocument/2006/relationships/image" Target="../media/image93.png"/><Relationship Id="rId126" Type="http://schemas.openxmlformats.org/officeDocument/2006/relationships/customXml" Target="../ink/ink104.xml"/><Relationship Id="rId8" Type="http://schemas.openxmlformats.org/officeDocument/2006/relationships/customXml" Target="../ink/ink45.xml"/><Relationship Id="rId51" Type="http://schemas.openxmlformats.org/officeDocument/2006/relationships/image" Target="../media/image66.png"/><Relationship Id="rId72" Type="http://schemas.openxmlformats.org/officeDocument/2006/relationships/customXml" Target="../ink/ink77.xml"/><Relationship Id="rId93" Type="http://schemas.openxmlformats.org/officeDocument/2006/relationships/image" Target="../media/image87.png"/><Relationship Id="rId98" Type="http://schemas.openxmlformats.org/officeDocument/2006/relationships/customXml" Target="../ink/ink90.xml"/><Relationship Id="rId121" Type="http://schemas.openxmlformats.org/officeDocument/2006/relationships/image" Target="../media/image101.png"/><Relationship Id="rId3" Type="http://schemas.openxmlformats.org/officeDocument/2006/relationships/image" Target="../media/image42.png"/><Relationship Id="rId25" Type="http://schemas.openxmlformats.org/officeDocument/2006/relationships/image" Target="../media/image53.png"/><Relationship Id="rId46" Type="http://schemas.openxmlformats.org/officeDocument/2006/relationships/customXml" Target="../ink/ink64.xml"/><Relationship Id="rId67" Type="http://schemas.openxmlformats.org/officeDocument/2006/relationships/image" Target="../media/image74.png"/><Relationship Id="rId116" Type="http://schemas.openxmlformats.org/officeDocument/2006/relationships/customXml" Target="../ink/ink99.xml"/><Relationship Id="rId137" Type="http://schemas.openxmlformats.org/officeDocument/2006/relationships/image" Target="../media/image109.png"/><Relationship Id="rId20" Type="http://schemas.openxmlformats.org/officeDocument/2006/relationships/customXml" Target="../ink/ink51.xml"/><Relationship Id="rId41" Type="http://schemas.openxmlformats.org/officeDocument/2006/relationships/image" Target="../media/image61.png"/><Relationship Id="rId62" Type="http://schemas.openxmlformats.org/officeDocument/2006/relationships/customXml" Target="../ink/ink72.xml"/><Relationship Id="rId83" Type="http://schemas.openxmlformats.org/officeDocument/2006/relationships/image" Target="../media/image82.png"/><Relationship Id="rId88" Type="http://schemas.openxmlformats.org/officeDocument/2006/relationships/customXml" Target="../ink/ink85.xml"/><Relationship Id="rId111" Type="http://schemas.openxmlformats.org/officeDocument/2006/relationships/image" Target="../media/image96.png"/><Relationship Id="rId132" Type="http://schemas.openxmlformats.org/officeDocument/2006/relationships/customXml" Target="../ink/ink107.xml"/><Relationship Id="rId15" Type="http://schemas.openxmlformats.org/officeDocument/2006/relationships/image" Target="../media/image48.png"/><Relationship Id="rId36" Type="http://schemas.openxmlformats.org/officeDocument/2006/relationships/customXml" Target="../ink/ink59.xml"/><Relationship Id="rId57" Type="http://schemas.openxmlformats.org/officeDocument/2006/relationships/image" Target="../media/image69.png"/><Relationship Id="rId106" Type="http://schemas.openxmlformats.org/officeDocument/2006/relationships/customXml" Target="../ink/ink94.xml"/><Relationship Id="rId127" Type="http://schemas.openxmlformats.org/officeDocument/2006/relationships/image" Target="../media/image104.png"/><Relationship Id="rId10" Type="http://schemas.openxmlformats.org/officeDocument/2006/relationships/customXml" Target="../ink/ink46.xml"/><Relationship Id="rId31" Type="http://schemas.openxmlformats.org/officeDocument/2006/relationships/image" Target="../media/image56.png"/><Relationship Id="rId52" Type="http://schemas.openxmlformats.org/officeDocument/2006/relationships/customXml" Target="../ink/ink67.xml"/><Relationship Id="rId73" Type="http://schemas.openxmlformats.org/officeDocument/2006/relationships/image" Target="../media/image77.png"/><Relationship Id="rId78" Type="http://schemas.openxmlformats.org/officeDocument/2006/relationships/customXml" Target="../ink/ink80.xml"/><Relationship Id="rId94" Type="http://schemas.openxmlformats.org/officeDocument/2006/relationships/customXml" Target="../ink/ink88.xml"/><Relationship Id="rId99" Type="http://schemas.openxmlformats.org/officeDocument/2006/relationships/image" Target="../media/image90.png"/><Relationship Id="rId101" Type="http://schemas.openxmlformats.org/officeDocument/2006/relationships/image" Target="../media/image91.png"/><Relationship Id="rId122" Type="http://schemas.openxmlformats.org/officeDocument/2006/relationships/customXml" Target="../ink/ink102.xml"/><Relationship Id="rId4" Type="http://schemas.openxmlformats.org/officeDocument/2006/relationships/customXml" Target="../ink/ink43.xml"/><Relationship Id="rId9" Type="http://schemas.openxmlformats.org/officeDocument/2006/relationships/image" Target="../media/image45.png"/><Relationship Id="rId26" Type="http://schemas.openxmlformats.org/officeDocument/2006/relationships/customXml" Target="../ink/ink54.xml"/><Relationship Id="rId47" Type="http://schemas.openxmlformats.org/officeDocument/2006/relationships/image" Target="../media/image64.png"/><Relationship Id="rId68" Type="http://schemas.openxmlformats.org/officeDocument/2006/relationships/customXml" Target="../ink/ink75.xml"/><Relationship Id="rId89" Type="http://schemas.openxmlformats.org/officeDocument/2006/relationships/image" Target="../media/image85.png"/><Relationship Id="rId112" Type="http://schemas.openxmlformats.org/officeDocument/2006/relationships/customXml" Target="../ink/ink97.xml"/><Relationship Id="rId133" Type="http://schemas.openxmlformats.org/officeDocument/2006/relationships/image" Target="../media/image107.png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8.png"/><Relationship Id="rId21" Type="http://schemas.openxmlformats.org/officeDocument/2006/relationships/image" Target="../media/image120.png"/><Relationship Id="rId42" Type="http://schemas.openxmlformats.org/officeDocument/2006/relationships/customXml" Target="../ink/ink131.xml"/><Relationship Id="rId63" Type="http://schemas.openxmlformats.org/officeDocument/2006/relationships/image" Target="../media/image141.png"/><Relationship Id="rId84" Type="http://schemas.openxmlformats.org/officeDocument/2006/relationships/customXml" Target="../ink/ink152.xml"/><Relationship Id="rId138" Type="http://schemas.openxmlformats.org/officeDocument/2006/relationships/customXml" Target="../ink/ink179.xml"/><Relationship Id="rId159" Type="http://schemas.openxmlformats.org/officeDocument/2006/relationships/image" Target="../media/image189.png"/><Relationship Id="rId170" Type="http://schemas.openxmlformats.org/officeDocument/2006/relationships/customXml" Target="../ink/ink195.xml"/><Relationship Id="rId191" Type="http://schemas.openxmlformats.org/officeDocument/2006/relationships/image" Target="../media/image205.png"/><Relationship Id="rId205" Type="http://schemas.openxmlformats.org/officeDocument/2006/relationships/image" Target="../media/image212.png"/><Relationship Id="rId226" Type="http://schemas.openxmlformats.org/officeDocument/2006/relationships/customXml" Target="../ink/ink223.xml"/><Relationship Id="rId107" Type="http://schemas.openxmlformats.org/officeDocument/2006/relationships/image" Target="../media/image163.png"/><Relationship Id="rId11" Type="http://schemas.openxmlformats.org/officeDocument/2006/relationships/image" Target="../media/image115.png"/><Relationship Id="rId32" Type="http://schemas.openxmlformats.org/officeDocument/2006/relationships/customXml" Target="../ink/ink126.xml"/><Relationship Id="rId53" Type="http://schemas.openxmlformats.org/officeDocument/2006/relationships/image" Target="../media/image136.png"/><Relationship Id="rId74" Type="http://schemas.openxmlformats.org/officeDocument/2006/relationships/customXml" Target="../ink/ink147.xml"/><Relationship Id="rId128" Type="http://schemas.openxmlformats.org/officeDocument/2006/relationships/customXml" Target="../ink/ink174.xml"/><Relationship Id="rId149" Type="http://schemas.openxmlformats.org/officeDocument/2006/relationships/image" Target="../media/image184.png"/><Relationship Id="rId5" Type="http://schemas.openxmlformats.org/officeDocument/2006/relationships/image" Target="../media/image112.png"/><Relationship Id="rId95" Type="http://schemas.openxmlformats.org/officeDocument/2006/relationships/image" Target="../media/image157.png"/><Relationship Id="rId160" Type="http://schemas.openxmlformats.org/officeDocument/2006/relationships/customXml" Target="../ink/ink190.xml"/><Relationship Id="rId181" Type="http://schemas.openxmlformats.org/officeDocument/2006/relationships/image" Target="../media/image200.png"/><Relationship Id="rId216" Type="http://schemas.openxmlformats.org/officeDocument/2006/relationships/customXml" Target="../ink/ink218.xml"/><Relationship Id="rId22" Type="http://schemas.openxmlformats.org/officeDocument/2006/relationships/customXml" Target="../ink/ink121.xml"/><Relationship Id="rId43" Type="http://schemas.openxmlformats.org/officeDocument/2006/relationships/image" Target="../media/image131.png"/><Relationship Id="rId64" Type="http://schemas.openxmlformats.org/officeDocument/2006/relationships/customXml" Target="../ink/ink142.xml"/><Relationship Id="rId118" Type="http://schemas.openxmlformats.org/officeDocument/2006/relationships/customXml" Target="../ink/ink169.xml"/><Relationship Id="rId139" Type="http://schemas.openxmlformats.org/officeDocument/2006/relationships/image" Target="../media/image179.png"/><Relationship Id="rId85" Type="http://schemas.openxmlformats.org/officeDocument/2006/relationships/image" Target="../media/image152.png"/><Relationship Id="rId150" Type="http://schemas.openxmlformats.org/officeDocument/2006/relationships/customXml" Target="../ink/ink185.xml"/><Relationship Id="rId171" Type="http://schemas.openxmlformats.org/officeDocument/2006/relationships/image" Target="../media/image195.png"/><Relationship Id="rId192" Type="http://schemas.openxmlformats.org/officeDocument/2006/relationships/customXml" Target="../ink/ink206.xml"/><Relationship Id="rId206" Type="http://schemas.openxmlformats.org/officeDocument/2006/relationships/customXml" Target="../ink/ink213.xml"/><Relationship Id="rId227" Type="http://schemas.openxmlformats.org/officeDocument/2006/relationships/image" Target="../media/image223.png"/><Relationship Id="rId12" Type="http://schemas.openxmlformats.org/officeDocument/2006/relationships/customXml" Target="../ink/ink116.xml"/><Relationship Id="rId33" Type="http://schemas.openxmlformats.org/officeDocument/2006/relationships/image" Target="../media/image126.png"/><Relationship Id="rId108" Type="http://schemas.openxmlformats.org/officeDocument/2006/relationships/customXml" Target="../ink/ink164.xml"/><Relationship Id="rId129" Type="http://schemas.openxmlformats.org/officeDocument/2006/relationships/image" Target="../media/image174.png"/><Relationship Id="rId54" Type="http://schemas.openxmlformats.org/officeDocument/2006/relationships/customXml" Target="../ink/ink137.xml"/><Relationship Id="rId75" Type="http://schemas.openxmlformats.org/officeDocument/2006/relationships/image" Target="../media/image147.png"/><Relationship Id="rId96" Type="http://schemas.openxmlformats.org/officeDocument/2006/relationships/customXml" Target="../ink/ink158.xml"/><Relationship Id="rId140" Type="http://schemas.openxmlformats.org/officeDocument/2006/relationships/customXml" Target="../ink/ink180.xml"/><Relationship Id="rId161" Type="http://schemas.openxmlformats.org/officeDocument/2006/relationships/image" Target="../media/image190.png"/><Relationship Id="rId182" Type="http://schemas.openxmlformats.org/officeDocument/2006/relationships/customXml" Target="../ink/ink201.xml"/><Relationship Id="rId217" Type="http://schemas.openxmlformats.org/officeDocument/2006/relationships/image" Target="../media/image218.png"/><Relationship Id="rId6" Type="http://schemas.openxmlformats.org/officeDocument/2006/relationships/customXml" Target="../ink/ink113.xml"/><Relationship Id="rId23" Type="http://schemas.openxmlformats.org/officeDocument/2006/relationships/image" Target="../media/image121.png"/><Relationship Id="rId119" Type="http://schemas.openxmlformats.org/officeDocument/2006/relationships/image" Target="../media/image169.png"/><Relationship Id="rId44" Type="http://schemas.openxmlformats.org/officeDocument/2006/relationships/customXml" Target="../ink/ink132.xml"/><Relationship Id="rId65" Type="http://schemas.openxmlformats.org/officeDocument/2006/relationships/image" Target="../media/image142.png"/><Relationship Id="rId86" Type="http://schemas.openxmlformats.org/officeDocument/2006/relationships/customXml" Target="../ink/ink153.xml"/><Relationship Id="rId130" Type="http://schemas.openxmlformats.org/officeDocument/2006/relationships/customXml" Target="../ink/ink175.xml"/><Relationship Id="rId151" Type="http://schemas.openxmlformats.org/officeDocument/2006/relationships/image" Target="../media/image185.png"/><Relationship Id="rId172" Type="http://schemas.openxmlformats.org/officeDocument/2006/relationships/customXml" Target="../ink/ink196.xml"/><Relationship Id="rId193" Type="http://schemas.openxmlformats.org/officeDocument/2006/relationships/image" Target="../media/image206.png"/><Relationship Id="rId207" Type="http://schemas.openxmlformats.org/officeDocument/2006/relationships/image" Target="../media/image213.png"/><Relationship Id="rId228" Type="http://schemas.openxmlformats.org/officeDocument/2006/relationships/customXml" Target="../ink/ink224.xml"/><Relationship Id="rId13" Type="http://schemas.openxmlformats.org/officeDocument/2006/relationships/image" Target="../media/image116.png"/><Relationship Id="rId109" Type="http://schemas.openxmlformats.org/officeDocument/2006/relationships/image" Target="../media/image164.png"/><Relationship Id="rId34" Type="http://schemas.openxmlformats.org/officeDocument/2006/relationships/customXml" Target="../ink/ink127.xml"/><Relationship Id="rId55" Type="http://schemas.openxmlformats.org/officeDocument/2006/relationships/image" Target="../media/image137.png"/><Relationship Id="rId76" Type="http://schemas.openxmlformats.org/officeDocument/2006/relationships/customXml" Target="../ink/ink148.xml"/><Relationship Id="rId97" Type="http://schemas.openxmlformats.org/officeDocument/2006/relationships/image" Target="../media/image158.png"/><Relationship Id="rId120" Type="http://schemas.openxmlformats.org/officeDocument/2006/relationships/customXml" Target="../ink/ink170.xml"/><Relationship Id="rId141" Type="http://schemas.openxmlformats.org/officeDocument/2006/relationships/image" Target="../media/image180.png"/><Relationship Id="rId7" Type="http://schemas.openxmlformats.org/officeDocument/2006/relationships/image" Target="../media/image113.png"/><Relationship Id="rId162" Type="http://schemas.openxmlformats.org/officeDocument/2006/relationships/customXml" Target="../ink/ink191.xml"/><Relationship Id="rId183" Type="http://schemas.openxmlformats.org/officeDocument/2006/relationships/image" Target="../media/image201.png"/><Relationship Id="rId218" Type="http://schemas.openxmlformats.org/officeDocument/2006/relationships/customXml" Target="../ink/ink219.xml"/><Relationship Id="rId24" Type="http://schemas.openxmlformats.org/officeDocument/2006/relationships/customXml" Target="../ink/ink122.xml"/><Relationship Id="rId45" Type="http://schemas.openxmlformats.org/officeDocument/2006/relationships/image" Target="../media/image132.png"/><Relationship Id="rId66" Type="http://schemas.openxmlformats.org/officeDocument/2006/relationships/customXml" Target="../ink/ink143.xml"/><Relationship Id="rId87" Type="http://schemas.openxmlformats.org/officeDocument/2006/relationships/image" Target="../media/image153.png"/><Relationship Id="rId110" Type="http://schemas.openxmlformats.org/officeDocument/2006/relationships/customXml" Target="../ink/ink165.xml"/><Relationship Id="rId131" Type="http://schemas.openxmlformats.org/officeDocument/2006/relationships/image" Target="../media/image175.png"/><Relationship Id="rId152" Type="http://schemas.openxmlformats.org/officeDocument/2006/relationships/customXml" Target="../ink/ink186.xml"/><Relationship Id="rId173" Type="http://schemas.openxmlformats.org/officeDocument/2006/relationships/image" Target="../media/image196.png"/><Relationship Id="rId194" Type="http://schemas.openxmlformats.org/officeDocument/2006/relationships/customXml" Target="../ink/ink207.xml"/><Relationship Id="rId208" Type="http://schemas.openxmlformats.org/officeDocument/2006/relationships/customXml" Target="../ink/ink214.xml"/><Relationship Id="rId229" Type="http://schemas.openxmlformats.org/officeDocument/2006/relationships/image" Target="../media/image224.png"/><Relationship Id="rId14" Type="http://schemas.openxmlformats.org/officeDocument/2006/relationships/customXml" Target="../ink/ink117.xml"/><Relationship Id="rId35" Type="http://schemas.openxmlformats.org/officeDocument/2006/relationships/image" Target="../media/image127.png"/><Relationship Id="rId56" Type="http://schemas.openxmlformats.org/officeDocument/2006/relationships/customXml" Target="../ink/ink138.xml"/><Relationship Id="rId77" Type="http://schemas.openxmlformats.org/officeDocument/2006/relationships/image" Target="../media/image148.png"/><Relationship Id="rId100" Type="http://schemas.openxmlformats.org/officeDocument/2006/relationships/customXml" Target="../ink/ink160.xml"/><Relationship Id="rId8" Type="http://schemas.openxmlformats.org/officeDocument/2006/relationships/customXml" Target="../ink/ink114.xml"/><Relationship Id="rId98" Type="http://schemas.openxmlformats.org/officeDocument/2006/relationships/customXml" Target="../ink/ink159.xml"/><Relationship Id="rId121" Type="http://schemas.openxmlformats.org/officeDocument/2006/relationships/image" Target="../media/image170.png"/><Relationship Id="rId142" Type="http://schemas.openxmlformats.org/officeDocument/2006/relationships/customXml" Target="../ink/ink181.xml"/><Relationship Id="rId163" Type="http://schemas.openxmlformats.org/officeDocument/2006/relationships/image" Target="../media/image191.png"/><Relationship Id="rId184" Type="http://schemas.openxmlformats.org/officeDocument/2006/relationships/customXml" Target="../ink/ink202.xml"/><Relationship Id="rId219" Type="http://schemas.openxmlformats.org/officeDocument/2006/relationships/image" Target="../media/image219.png"/><Relationship Id="rId230" Type="http://schemas.openxmlformats.org/officeDocument/2006/relationships/customXml" Target="../ink/ink225.xml"/><Relationship Id="rId25" Type="http://schemas.openxmlformats.org/officeDocument/2006/relationships/image" Target="../media/image122.png"/><Relationship Id="rId46" Type="http://schemas.openxmlformats.org/officeDocument/2006/relationships/customXml" Target="../ink/ink133.xml"/><Relationship Id="rId67" Type="http://schemas.openxmlformats.org/officeDocument/2006/relationships/image" Target="../media/image143.png"/><Relationship Id="rId116" Type="http://schemas.openxmlformats.org/officeDocument/2006/relationships/customXml" Target="../ink/ink168.xml"/><Relationship Id="rId137" Type="http://schemas.openxmlformats.org/officeDocument/2006/relationships/image" Target="../media/image178.png"/><Relationship Id="rId158" Type="http://schemas.openxmlformats.org/officeDocument/2006/relationships/customXml" Target="../ink/ink189.xml"/><Relationship Id="rId20" Type="http://schemas.openxmlformats.org/officeDocument/2006/relationships/customXml" Target="../ink/ink120.xml"/><Relationship Id="rId41" Type="http://schemas.openxmlformats.org/officeDocument/2006/relationships/image" Target="../media/image130.png"/><Relationship Id="rId62" Type="http://schemas.openxmlformats.org/officeDocument/2006/relationships/customXml" Target="../ink/ink141.xml"/><Relationship Id="rId83" Type="http://schemas.openxmlformats.org/officeDocument/2006/relationships/image" Target="../media/image151.png"/><Relationship Id="rId88" Type="http://schemas.openxmlformats.org/officeDocument/2006/relationships/customXml" Target="../ink/ink154.xml"/><Relationship Id="rId111" Type="http://schemas.openxmlformats.org/officeDocument/2006/relationships/image" Target="../media/image165.png"/><Relationship Id="rId132" Type="http://schemas.openxmlformats.org/officeDocument/2006/relationships/customXml" Target="../ink/ink176.xml"/><Relationship Id="rId153" Type="http://schemas.openxmlformats.org/officeDocument/2006/relationships/image" Target="../media/image186.png"/><Relationship Id="rId174" Type="http://schemas.openxmlformats.org/officeDocument/2006/relationships/customXml" Target="../ink/ink197.xml"/><Relationship Id="rId179" Type="http://schemas.openxmlformats.org/officeDocument/2006/relationships/image" Target="../media/image199.png"/><Relationship Id="rId195" Type="http://schemas.openxmlformats.org/officeDocument/2006/relationships/image" Target="../media/image207.png"/><Relationship Id="rId209" Type="http://schemas.openxmlformats.org/officeDocument/2006/relationships/image" Target="../media/image214.png"/><Relationship Id="rId190" Type="http://schemas.openxmlformats.org/officeDocument/2006/relationships/customXml" Target="../ink/ink205.xml"/><Relationship Id="rId204" Type="http://schemas.openxmlformats.org/officeDocument/2006/relationships/customXml" Target="../ink/ink212.xml"/><Relationship Id="rId220" Type="http://schemas.openxmlformats.org/officeDocument/2006/relationships/customXml" Target="../ink/ink220.xml"/><Relationship Id="rId225" Type="http://schemas.openxmlformats.org/officeDocument/2006/relationships/image" Target="../media/image222.png"/><Relationship Id="rId15" Type="http://schemas.openxmlformats.org/officeDocument/2006/relationships/image" Target="../media/image117.png"/><Relationship Id="rId36" Type="http://schemas.openxmlformats.org/officeDocument/2006/relationships/customXml" Target="../ink/ink128.xml"/><Relationship Id="rId57" Type="http://schemas.openxmlformats.org/officeDocument/2006/relationships/image" Target="../media/image138.png"/><Relationship Id="rId106" Type="http://schemas.openxmlformats.org/officeDocument/2006/relationships/customXml" Target="../ink/ink163.xml"/><Relationship Id="rId127" Type="http://schemas.openxmlformats.org/officeDocument/2006/relationships/image" Target="../media/image173.png"/><Relationship Id="rId10" Type="http://schemas.openxmlformats.org/officeDocument/2006/relationships/customXml" Target="../ink/ink115.xml"/><Relationship Id="rId31" Type="http://schemas.openxmlformats.org/officeDocument/2006/relationships/image" Target="../media/image125.png"/><Relationship Id="rId52" Type="http://schemas.openxmlformats.org/officeDocument/2006/relationships/customXml" Target="../ink/ink136.xml"/><Relationship Id="rId73" Type="http://schemas.openxmlformats.org/officeDocument/2006/relationships/image" Target="../media/image146.png"/><Relationship Id="rId78" Type="http://schemas.openxmlformats.org/officeDocument/2006/relationships/customXml" Target="../ink/ink149.xml"/><Relationship Id="rId94" Type="http://schemas.openxmlformats.org/officeDocument/2006/relationships/customXml" Target="../ink/ink157.xml"/><Relationship Id="rId99" Type="http://schemas.openxmlformats.org/officeDocument/2006/relationships/image" Target="../media/image159.png"/><Relationship Id="rId101" Type="http://schemas.openxmlformats.org/officeDocument/2006/relationships/image" Target="../media/image160.png"/><Relationship Id="rId122" Type="http://schemas.openxmlformats.org/officeDocument/2006/relationships/customXml" Target="../ink/ink171.xml"/><Relationship Id="rId143" Type="http://schemas.openxmlformats.org/officeDocument/2006/relationships/image" Target="../media/image181.png"/><Relationship Id="rId148" Type="http://schemas.openxmlformats.org/officeDocument/2006/relationships/customXml" Target="../ink/ink184.xml"/><Relationship Id="rId164" Type="http://schemas.openxmlformats.org/officeDocument/2006/relationships/customXml" Target="../ink/ink192.xml"/><Relationship Id="rId169" Type="http://schemas.openxmlformats.org/officeDocument/2006/relationships/image" Target="../media/image194.png"/><Relationship Id="rId185" Type="http://schemas.openxmlformats.org/officeDocument/2006/relationships/image" Target="../media/image202.png"/><Relationship Id="rId4" Type="http://schemas.openxmlformats.org/officeDocument/2006/relationships/customXml" Target="../ink/ink112.xml"/><Relationship Id="rId9" Type="http://schemas.openxmlformats.org/officeDocument/2006/relationships/image" Target="../media/image114.png"/><Relationship Id="rId180" Type="http://schemas.openxmlformats.org/officeDocument/2006/relationships/customXml" Target="../ink/ink200.xml"/><Relationship Id="rId210" Type="http://schemas.openxmlformats.org/officeDocument/2006/relationships/customXml" Target="../ink/ink215.xml"/><Relationship Id="rId215" Type="http://schemas.openxmlformats.org/officeDocument/2006/relationships/image" Target="../media/image217.png"/><Relationship Id="rId26" Type="http://schemas.openxmlformats.org/officeDocument/2006/relationships/customXml" Target="../ink/ink123.xml"/><Relationship Id="rId231" Type="http://schemas.openxmlformats.org/officeDocument/2006/relationships/image" Target="../media/image225.png"/><Relationship Id="rId47" Type="http://schemas.openxmlformats.org/officeDocument/2006/relationships/image" Target="../media/image133.png"/><Relationship Id="rId68" Type="http://schemas.openxmlformats.org/officeDocument/2006/relationships/customXml" Target="../ink/ink144.xml"/><Relationship Id="rId89" Type="http://schemas.openxmlformats.org/officeDocument/2006/relationships/image" Target="../media/image154.png"/><Relationship Id="rId112" Type="http://schemas.openxmlformats.org/officeDocument/2006/relationships/customXml" Target="../ink/ink166.xml"/><Relationship Id="rId133" Type="http://schemas.openxmlformats.org/officeDocument/2006/relationships/image" Target="../media/image176.png"/><Relationship Id="rId154" Type="http://schemas.openxmlformats.org/officeDocument/2006/relationships/customXml" Target="../ink/ink187.xml"/><Relationship Id="rId175" Type="http://schemas.openxmlformats.org/officeDocument/2006/relationships/image" Target="../media/image197.png"/><Relationship Id="rId196" Type="http://schemas.openxmlformats.org/officeDocument/2006/relationships/customXml" Target="../ink/ink208.xml"/><Relationship Id="rId200" Type="http://schemas.openxmlformats.org/officeDocument/2006/relationships/customXml" Target="../ink/ink210.xml"/><Relationship Id="rId16" Type="http://schemas.openxmlformats.org/officeDocument/2006/relationships/customXml" Target="../ink/ink118.xml"/><Relationship Id="rId221" Type="http://schemas.openxmlformats.org/officeDocument/2006/relationships/image" Target="../media/image220.png"/><Relationship Id="rId37" Type="http://schemas.openxmlformats.org/officeDocument/2006/relationships/image" Target="../media/image128.png"/><Relationship Id="rId58" Type="http://schemas.openxmlformats.org/officeDocument/2006/relationships/customXml" Target="../ink/ink139.xml"/><Relationship Id="rId79" Type="http://schemas.openxmlformats.org/officeDocument/2006/relationships/image" Target="../media/image149.png"/><Relationship Id="rId102" Type="http://schemas.openxmlformats.org/officeDocument/2006/relationships/customXml" Target="../ink/ink161.xml"/><Relationship Id="rId123" Type="http://schemas.openxmlformats.org/officeDocument/2006/relationships/image" Target="../media/image171.png"/><Relationship Id="rId144" Type="http://schemas.openxmlformats.org/officeDocument/2006/relationships/customXml" Target="../ink/ink182.xml"/><Relationship Id="rId90" Type="http://schemas.openxmlformats.org/officeDocument/2006/relationships/customXml" Target="../ink/ink155.xml"/><Relationship Id="rId165" Type="http://schemas.openxmlformats.org/officeDocument/2006/relationships/image" Target="../media/image192.png"/><Relationship Id="rId186" Type="http://schemas.openxmlformats.org/officeDocument/2006/relationships/customXml" Target="../ink/ink203.xml"/><Relationship Id="rId211" Type="http://schemas.openxmlformats.org/officeDocument/2006/relationships/image" Target="../media/image215.png"/><Relationship Id="rId27" Type="http://schemas.openxmlformats.org/officeDocument/2006/relationships/image" Target="../media/image123.png"/><Relationship Id="rId48" Type="http://schemas.openxmlformats.org/officeDocument/2006/relationships/customXml" Target="../ink/ink134.xml"/><Relationship Id="rId69" Type="http://schemas.openxmlformats.org/officeDocument/2006/relationships/image" Target="../media/image144.png"/><Relationship Id="rId113" Type="http://schemas.openxmlformats.org/officeDocument/2006/relationships/image" Target="../media/image166.png"/><Relationship Id="rId134" Type="http://schemas.openxmlformats.org/officeDocument/2006/relationships/customXml" Target="../ink/ink177.xml"/><Relationship Id="rId80" Type="http://schemas.openxmlformats.org/officeDocument/2006/relationships/customXml" Target="../ink/ink150.xml"/><Relationship Id="rId155" Type="http://schemas.openxmlformats.org/officeDocument/2006/relationships/image" Target="../media/image187.png"/><Relationship Id="rId176" Type="http://schemas.openxmlformats.org/officeDocument/2006/relationships/customXml" Target="../ink/ink198.xml"/><Relationship Id="rId197" Type="http://schemas.openxmlformats.org/officeDocument/2006/relationships/image" Target="../media/image208.png"/><Relationship Id="rId201" Type="http://schemas.openxmlformats.org/officeDocument/2006/relationships/image" Target="../media/image210.png"/><Relationship Id="rId222" Type="http://schemas.openxmlformats.org/officeDocument/2006/relationships/customXml" Target="../ink/ink221.xml"/><Relationship Id="rId17" Type="http://schemas.openxmlformats.org/officeDocument/2006/relationships/image" Target="../media/image118.png"/><Relationship Id="rId38" Type="http://schemas.openxmlformats.org/officeDocument/2006/relationships/customXml" Target="../ink/ink129.xml"/><Relationship Id="rId59" Type="http://schemas.openxmlformats.org/officeDocument/2006/relationships/image" Target="../media/image139.png"/><Relationship Id="rId103" Type="http://schemas.openxmlformats.org/officeDocument/2006/relationships/image" Target="../media/image161.png"/><Relationship Id="rId124" Type="http://schemas.openxmlformats.org/officeDocument/2006/relationships/customXml" Target="../ink/ink172.xml"/><Relationship Id="rId70" Type="http://schemas.openxmlformats.org/officeDocument/2006/relationships/customXml" Target="../ink/ink145.xml"/><Relationship Id="rId91" Type="http://schemas.openxmlformats.org/officeDocument/2006/relationships/image" Target="../media/image155.png"/><Relationship Id="rId145" Type="http://schemas.openxmlformats.org/officeDocument/2006/relationships/image" Target="../media/image182.png"/><Relationship Id="rId166" Type="http://schemas.openxmlformats.org/officeDocument/2006/relationships/customXml" Target="../ink/ink193.xml"/><Relationship Id="rId187" Type="http://schemas.openxmlformats.org/officeDocument/2006/relationships/image" Target="../media/image203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16.xml"/><Relationship Id="rId28" Type="http://schemas.openxmlformats.org/officeDocument/2006/relationships/customXml" Target="../ink/ink124.xml"/><Relationship Id="rId49" Type="http://schemas.openxmlformats.org/officeDocument/2006/relationships/image" Target="../media/image134.png"/><Relationship Id="rId114" Type="http://schemas.openxmlformats.org/officeDocument/2006/relationships/customXml" Target="../ink/ink167.xml"/><Relationship Id="rId60" Type="http://schemas.openxmlformats.org/officeDocument/2006/relationships/customXml" Target="../ink/ink140.xml"/><Relationship Id="rId81" Type="http://schemas.openxmlformats.org/officeDocument/2006/relationships/image" Target="../media/image150.png"/><Relationship Id="rId135" Type="http://schemas.openxmlformats.org/officeDocument/2006/relationships/image" Target="../media/image177.png"/><Relationship Id="rId156" Type="http://schemas.openxmlformats.org/officeDocument/2006/relationships/customXml" Target="../ink/ink188.xml"/><Relationship Id="rId177" Type="http://schemas.openxmlformats.org/officeDocument/2006/relationships/image" Target="../media/image198.png"/><Relationship Id="rId198" Type="http://schemas.openxmlformats.org/officeDocument/2006/relationships/customXml" Target="../ink/ink209.xml"/><Relationship Id="rId202" Type="http://schemas.openxmlformats.org/officeDocument/2006/relationships/customXml" Target="../ink/ink211.xml"/><Relationship Id="rId223" Type="http://schemas.openxmlformats.org/officeDocument/2006/relationships/image" Target="../media/image221.png"/><Relationship Id="rId18" Type="http://schemas.openxmlformats.org/officeDocument/2006/relationships/customXml" Target="../ink/ink119.xml"/><Relationship Id="rId39" Type="http://schemas.openxmlformats.org/officeDocument/2006/relationships/image" Target="../media/image129.png"/><Relationship Id="rId50" Type="http://schemas.openxmlformats.org/officeDocument/2006/relationships/customXml" Target="../ink/ink135.xml"/><Relationship Id="rId104" Type="http://schemas.openxmlformats.org/officeDocument/2006/relationships/customXml" Target="../ink/ink162.xml"/><Relationship Id="rId125" Type="http://schemas.openxmlformats.org/officeDocument/2006/relationships/image" Target="../media/image172.png"/><Relationship Id="rId146" Type="http://schemas.openxmlformats.org/officeDocument/2006/relationships/customXml" Target="../ink/ink183.xml"/><Relationship Id="rId167" Type="http://schemas.openxmlformats.org/officeDocument/2006/relationships/image" Target="../media/image193.png"/><Relationship Id="rId188" Type="http://schemas.openxmlformats.org/officeDocument/2006/relationships/customXml" Target="../ink/ink204.xml"/><Relationship Id="rId71" Type="http://schemas.openxmlformats.org/officeDocument/2006/relationships/image" Target="../media/image145.png"/><Relationship Id="rId92" Type="http://schemas.openxmlformats.org/officeDocument/2006/relationships/customXml" Target="../ink/ink156.xml"/><Relationship Id="rId213" Type="http://schemas.openxmlformats.org/officeDocument/2006/relationships/image" Target="../media/image216.png"/><Relationship Id="rId2" Type="http://schemas.openxmlformats.org/officeDocument/2006/relationships/customXml" Target="../ink/ink111.xml"/><Relationship Id="rId29" Type="http://schemas.openxmlformats.org/officeDocument/2006/relationships/image" Target="../media/image124.png"/><Relationship Id="rId40" Type="http://schemas.openxmlformats.org/officeDocument/2006/relationships/customXml" Target="../ink/ink130.xml"/><Relationship Id="rId115" Type="http://schemas.openxmlformats.org/officeDocument/2006/relationships/image" Target="../media/image167.png"/><Relationship Id="rId136" Type="http://schemas.openxmlformats.org/officeDocument/2006/relationships/customXml" Target="../ink/ink178.xml"/><Relationship Id="rId157" Type="http://schemas.openxmlformats.org/officeDocument/2006/relationships/image" Target="../media/image188.png"/><Relationship Id="rId178" Type="http://schemas.openxmlformats.org/officeDocument/2006/relationships/customXml" Target="../ink/ink199.xml"/><Relationship Id="rId61" Type="http://schemas.openxmlformats.org/officeDocument/2006/relationships/image" Target="../media/image140.png"/><Relationship Id="rId82" Type="http://schemas.openxmlformats.org/officeDocument/2006/relationships/customXml" Target="../ink/ink151.xml"/><Relationship Id="rId199" Type="http://schemas.openxmlformats.org/officeDocument/2006/relationships/image" Target="../media/image209.png"/><Relationship Id="rId203" Type="http://schemas.openxmlformats.org/officeDocument/2006/relationships/image" Target="../media/image211.png"/><Relationship Id="rId19" Type="http://schemas.openxmlformats.org/officeDocument/2006/relationships/image" Target="../media/image119.png"/><Relationship Id="rId224" Type="http://schemas.openxmlformats.org/officeDocument/2006/relationships/customXml" Target="../ink/ink222.xml"/><Relationship Id="rId30" Type="http://schemas.openxmlformats.org/officeDocument/2006/relationships/customXml" Target="../ink/ink125.xml"/><Relationship Id="rId105" Type="http://schemas.openxmlformats.org/officeDocument/2006/relationships/image" Target="../media/image162.png"/><Relationship Id="rId126" Type="http://schemas.openxmlformats.org/officeDocument/2006/relationships/customXml" Target="../ink/ink173.xml"/><Relationship Id="rId147" Type="http://schemas.openxmlformats.org/officeDocument/2006/relationships/image" Target="../media/image183.png"/><Relationship Id="rId168" Type="http://schemas.openxmlformats.org/officeDocument/2006/relationships/customXml" Target="../ink/ink194.xml"/><Relationship Id="rId51" Type="http://schemas.openxmlformats.org/officeDocument/2006/relationships/image" Target="../media/image135.png"/><Relationship Id="rId72" Type="http://schemas.openxmlformats.org/officeDocument/2006/relationships/customXml" Target="../ink/ink146.xml"/><Relationship Id="rId93" Type="http://schemas.openxmlformats.org/officeDocument/2006/relationships/image" Target="../media/image156.png"/><Relationship Id="rId189" Type="http://schemas.openxmlformats.org/officeDocument/2006/relationships/image" Target="../media/image204.png"/><Relationship Id="rId3" Type="http://schemas.openxmlformats.org/officeDocument/2006/relationships/image" Target="../media/image111.png"/><Relationship Id="rId214" Type="http://schemas.openxmlformats.org/officeDocument/2006/relationships/customXml" Target="../ink/ink217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83.png"/><Relationship Id="rId21" Type="http://schemas.openxmlformats.org/officeDocument/2006/relationships/image" Target="../media/image235.png"/><Relationship Id="rId42" Type="http://schemas.openxmlformats.org/officeDocument/2006/relationships/customXml" Target="../ink/ink246.xml"/><Relationship Id="rId63" Type="http://schemas.openxmlformats.org/officeDocument/2006/relationships/image" Target="../media/image256.png"/><Relationship Id="rId84" Type="http://schemas.openxmlformats.org/officeDocument/2006/relationships/customXml" Target="../ink/ink267.xml"/><Relationship Id="rId138" Type="http://schemas.openxmlformats.org/officeDocument/2006/relationships/customXml" Target="../ink/ink294.xml"/><Relationship Id="rId159" Type="http://schemas.openxmlformats.org/officeDocument/2006/relationships/image" Target="../media/image304.png"/><Relationship Id="rId170" Type="http://schemas.openxmlformats.org/officeDocument/2006/relationships/customXml" Target="../ink/ink310.xml"/><Relationship Id="rId107" Type="http://schemas.openxmlformats.org/officeDocument/2006/relationships/image" Target="../media/image278.png"/><Relationship Id="rId11" Type="http://schemas.openxmlformats.org/officeDocument/2006/relationships/image" Target="../media/image230.png"/><Relationship Id="rId32" Type="http://schemas.openxmlformats.org/officeDocument/2006/relationships/customXml" Target="../ink/ink241.xml"/><Relationship Id="rId53" Type="http://schemas.openxmlformats.org/officeDocument/2006/relationships/image" Target="../media/image251.png"/><Relationship Id="rId74" Type="http://schemas.openxmlformats.org/officeDocument/2006/relationships/customXml" Target="../ink/ink262.xml"/><Relationship Id="rId128" Type="http://schemas.openxmlformats.org/officeDocument/2006/relationships/customXml" Target="../ink/ink289.xml"/><Relationship Id="rId149" Type="http://schemas.openxmlformats.org/officeDocument/2006/relationships/image" Target="../media/image299.png"/><Relationship Id="rId5" Type="http://schemas.openxmlformats.org/officeDocument/2006/relationships/image" Target="../media/image227.png"/><Relationship Id="rId95" Type="http://schemas.openxmlformats.org/officeDocument/2006/relationships/image" Target="../media/image272.png"/><Relationship Id="rId160" Type="http://schemas.openxmlformats.org/officeDocument/2006/relationships/customXml" Target="../ink/ink305.xml"/><Relationship Id="rId22" Type="http://schemas.openxmlformats.org/officeDocument/2006/relationships/customXml" Target="../ink/ink236.xml"/><Relationship Id="rId43" Type="http://schemas.openxmlformats.org/officeDocument/2006/relationships/image" Target="../media/image246.png"/><Relationship Id="rId64" Type="http://schemas.openxmlformats.org/officeDocument/2006/relationships/customXml" Target="../ink/ink257.xml"/><Relationship Id="rId118" Type="http://schemas.openxmlformats.org/officeDocument/2006/relationships/customXml" Target="../ink/ink284.xml"/><Relationship Id="rId139" Type="http://schemas.openxmlformats.org/officeDocument/2006/relationships/image" Target="../media/image294.png"/><Relationship Id="rId85" Type="http://schemas.openxmlformats.org/officeDocument/2006/relationships/image" Target="../media/image267.png"/><Relationship Id="rId150" Type="http://schemas.openxmlformats.org/officeDocument/2006/relationships/customXml" Target="../ink/ink300.xml"/><Relationship Id="rId171" Type="http://schemas.openxmlformats.org/officeDocument/2006/relationships/image" Target="../media/image310.png"/><Relationship Id="rId12" Type="http://schemas.openxmlformats.org/officeDocument/2006/relationships/customXml" Target="../ink/ink231.xml"/><Relationship Id="rId33" Type="http://schemas.openxmlformats.org/officeDocument/2006/relationships/image" Target="../media/image241.png"/><Relationship Id="rId108" Type="http://schemas.openxmlformats.org/officeDocument/2006/relationships/customXml" Target="../ink/ink279.xml"/><Relationship Id="rId129" Type="http://schemas.openxmlformats.org/officeDocument/2006/relationships/image" Target="../media/image289.png"/><Relationship Id="rId54" Type="http://schemas.openxmlformats.org/officeDocument/2006/relationships/customXml" Target="../ink/ink252.xml"/><Relationship Id="rId75" Type="http://schemas.openxmlformats.org/officeDocument/2006/relationships/image" Target="../media/image262.png"/><Relationship Id="rId96" Type="http://schemas.openxmlformats.org/officeDocument/2006/relationships/customXml" Target="../ink/ink273.xml"/><Relationship Id="rId140" Type="http://schemas.openxmlformats.org/officeDocument/2006/relationships/customXml" Target="../ink/ink295.xml"/><Relationship Id="rId161" Type="http://schemas.openxmlformats.org/officeDocument/2006/relationships/image" Target="../media/image305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28.xml"/><Relationship Id="rId23" Type="http://schemas.openxmlformats.org/officeDocument/2006/relationships/image" Target="../media/image236.png"/><Relationship Id="rId28" Type="http://schemas.openxmlformats.org/officeDocument/2006/relationships/customXml" Target="../ink/ink239.xml"/><Relationship Id="rId49" Type="http://schemas.openxmlformats.org/officeDocument/2006/relationships/image" Target="../media/image249.png"/><Relationship Id="rId114" Type="http://schemas.openxmlformats.org/officeDocument/2006/relationships/customXml" Target="../ink/ink282.xml"/><Relationship Id="rId119" Type="http://schemas.openxmlformats.org/officeDocument/2006/relationships/image" Target="../media/image284.png"/><Relationship Id="rId44" Type="http://schemas.openxmlformats.org/officeDocument/2006/relationships/customXml" Target="../ink/ink247.xml"/><Relationship Id="rId60" Type="http://schemas.openxmlformats.org/officeDocument/2006/relationships/customXml" Target="../ink/ink255.xml"/><Relationship Id="rId65" Type="http://schemas.openxmlformats.org/officeDocument/2006/relationships/image" Target="../media/image257.png"/><Relationship Id="rId81" Type="http://schemas.openxmlformats.org/officeDocument/2006/relationships/image" Target="../media/image265.png"/><Relationship Id="rId86" Type="http://schemas.openxmlformats.org/officeDocument/2006/relationships/customXml" Target="../ink/ink268.xml"/><Relationship Id="rId130" Type="http://schemas.openxmlformats.org/officeDocument/2006/relationships/customXml" Target="../ink/ink290.xml"/><Relationship Id="rId135" Type="http://schemas.openxmlformats.org/officeDocument/2006/relationships/image" Target="../media/image292.png"/><Relationship Id="rId151" Type="http://schemas.openxmlformats.org/officeDocument/2006/relationships/image" Target="../media/image300.png"/><Relationship Id="rId156" Type="http://schemas.openxmlformats.org/officeDocument/2006/relationships/customXml" Target="../ink/ink303.xml"/><Relationship Id="rId172" Type="http://schemas.openxmlformats.org/officeDocument/2006/relationships/customXml" Target="../ink/ink311.xml"/><Relationship Id="rId13" Type="http://schemas.openxmlformats.org/officeDocument/2006/relationships/image" Target="../media/image231.png"/><Relationship Id="rId18" Type="http://schemas.openxmlformats.org/officeDocument/2006/relationships/customXml" Target="../ink/ink234.xml"/><Relationship Id="rId39" Type="http://schemas.openxmlformats.org/officeDocument/2006/relationships/image" Target="../media/image244.png"/><Relationship Id="rId109" Type="http://schemas.openxmlformats.org/officeDocument/2006/relationships/image" Target="../media/image279.png"/><Relationship Id="rId34" Type="http://schemas.openxmlformats.org/officeDocument/2006/relationships/customXml" Target="../ink/ink242.xml"/><Relationship Id="rId50" Type="http://schemas.openxmlformats.org/officeDocument/2006/relationships/customXml" Target="../ink/ink250.xml"/><Relationship Id="rId55" Type="http://schemas.openxmlformats.org/officeDocument/2006/relationships/image" Target="../media/image252.png"/><Relationship Id="rId76" Type="http://schemas.openxmlformats.org/officeDocument/2006/relationships/customXml" Target="../ink/ink263.xml"/><Relationship Id="rId97" Type="http://schemas.openxmlformats.org/officeDocument/2006/relationships/image" Target="../media/image273.png"/><Relationship Id="rId104" Type="http://schemas.openxmlformats.org/officeDocument/2006/relationships/customXml" Target="../ink/ink277.xml"/><Relationship Id="rId120" Type="http://schemas.openxmlformats.org/officeDocument/2006/relationships/customXml" Target="../ink/ink285.xml"/><Relationship Id="rId125" Type="http://schemas.openxmlformats.org/officeDocument/2006/relationships/image" Target="../media/image287.png"/><Relationship Id="rId141" Type="http://schemas.openxmlformats.org/officeDocument/2006/relationships/image" Target="../media/image295.png"/><Relationship Id="rId146" Type="http://schemas.openxmlformats.org/officeDocument/2006/relationships/customXml" Target="../ink/ink298.xml"/><Relationship Id="rId167" Type="http://schemas.openxmlformats.org/officeDocument/2006/relationships/image" Target="../media/image308.png"/><Relationship Id="rId7" Type="http://schemas.openxmlformats.org/officeDocument/2006/relationships/image" Target="../media/image228.png"/><Relationship Id="rId71" Type="http://schemas.openxmlformats.org/officeDocument/2006/relationships/image" Target="../media/image260.png"/><Relationship Id="rId92" Type="http://schemas.openxmlformats.org/officeDocument/2006/relationships/customXml" Target="../ink/ink271.xml"/><Relationship Id="rId162" Type="http://schemas.openxmlformats.org/officeDocument/2006/relationships/customXml" Target="../ink/ink306.xml"/><Relationship Id="rId2" Type="http://schemas.openxmlformats.org/officeDocument/2006/relationships/customXml" Target="../ink/ink226.xml"/><Relationship Id="rId29" Type="http://schemas.openxmlformats.org/officeDocument/2006/relationships/image" Target="../media/image239.png"/><Relationship Id="rId24" Type="http://schemas.openxmlformats.org/officeDocument/2006/relationships/customXml" Target="../ink/ink237.xml"/><Relationship Id="rId40" Type="http://schemas.openxmlformats.org/officeDocument/2006/relationships/customXml" Target="../ink/ink245.xml"/><Relationship Id="rId45" Type="http://schemas.openxmlformats.org/officeDocument/2006/relationships/image" Target="../media/image247.png"/><Relationship Id="rId66" Type="http://schemas.openxmlformats.org/officeDocument/2006/relationships/customXml" Target="../ink/ink258.xml"/><Relationship Id="rId87" Type="http://schemas.openxmlformats.org/officeDocument/2006/relationships/image" Target="../media/image268.png"/><Relationship Id="rId110" Type="http://schemas.openxmlformats.org/officeDocument/2006/relationships/customXml" Target="../ink/ink280.xml"/><Relationship Id="rId115" Type="http://schemas.openxmlformats.org/officeDocument/2006/relationships/image" Target="../media/image282.png"/><Relationship Id="rId131" Type="http://schemas.openxmlformats.org/officeDocument/2006/relationships/image" Target="../media/image290.png"/><Relationship Id="rId136" Type="http://schemas.openxmlformats.org/officeDocument/2006/relationships/customXml" Target="../ink/ink293.xml"/><Relationship Id="rId157" Type="http://schemas.openxmlformats.org/officeDocument/2006/relationships/image" Target="../media/image303.png"/><Relationship Id="rId61" Type="http://schemas.openxmlformats.org/officeDocument/2006/relationships/image" Target="../media/image255.png"/><Relationship Id="rId82" Type="http://schemas.openxmlformats.org/officeDocument/2006/relationships/customXml" Target="../ink/ink266.xml"/><Relationship Id="rId152" Type="http://schemas.openxmlformats.org/officeDocument/2006/relationships/customXml" Target="../ink/ink301.xml"/><Relationship Id="rId173" Type="http://schemas.openxmlformats.org/officeDocument/2006/relationships/image" Target="../media/image311.png"/><Relationship Id="rId19" Type="http://schemas.openxmlformats.org/officeDocument/2006/relationships/image" Target="../media/image234.png"/><Relationship Id="rId14" Type="http://schemas.openxmlformats.org/officeDocument/2006/relationships/customXml" Target="../ink/ink232.xml"/><Relationship Id="rId30" Type="http://schemas.openxmlformats.org/officeDocument/2006/relationships/customXml" Target="../ink/ink240.xml"/><Relationship Id="rId35" Type="http://schemas.openxmlformats.org/officeDocument/2006/relationships/image" Target="../media/image242.png"/><Relationship Id="rId56" Type="http://schemas.openxmlformats.org/officeDocument/2006/relationships/customXml" Target="../ink/ink253.xml"/><Relationship Id="rId77" Type="http://schemas.openxmlformats.org/officeDocument/2006/relationships/image" Target="../media/image263.png"/><Relationship Id="rId100" Type="http://schemas.openxmlformats.org/officeDocument/2006/relationships/customXml" Target="../ink/ink275.xml"/><Relationship Id="rId105" Type="http://schemas.openxmlformats.org/officeDocument/2006/relationships/image" Target="../media/image277.png"/><Relationship Id="rId126" Type="http://schemas.openxmlformats.org/officeDocument/2006/relationships/customXml" Target="../ink/ink288.xml"/><Relationship Id="rId147" Type="http://schemas.openxmlformats.org/officeDocument/2006/relationships/image" Target="../media/image298.png"/><Relationship Id="rId168" Type="http://schemas.openxmlformats.org/officeDocument/2006/relationships/customXml" Target="../ink/ink309.xml"/><Relationship Id="rId8" Type="http://schemas.openxmlformats.org/officeDocument/2006/relationships/customXml" Target="../ink/ink229.xml"/><Relationship Id="rId51" Type="http://schemas.openxmlformats.org/officeDocument/2006/relationships/image" Target="../media/image250.png"/><Relationship Id="rId72" Type="http://schemas.openxmlformats.org/officeDocument/2006/relationships/customXml" Target="../ink/ink261.xml"/><Relationship Id="rId93" Type="http://schemas.openxmlformats.org/officeDocument/2006/relationships/image" Target="../media/image271.png"/><Relationship Id="rId98" Type="http://schemas.openxmlformats.org/officeDocument/2006/relationships/customXml" Target="../ink/ink274.xml"/><Relationship Id="rId121" Type="http://schemas.openxmlformats.org/officeDocument/2006/relationships/image" Target="../media/image285.png"/><Relationship Id="rId142" Type="http://schemas.openxmlformats.org/officeDocument/2006/relationships/customXml" Target="../ink/ink296.xml"/><Relationship Id="rId163" Type="http://schemas.openxmlformats.org/officeDocument/2006/relationships/image" Target="../media/image306.png"/><Relationship Id="rId3" Type="http://schemas.openxmlformats.org/officeDocument/2006/relationships/image" Target="../media/image226.png"/><Relationship Id="rId25" Type="http://schemas.openxmlformats.org/officeDocument/2006/relationships/image" Target="../media/image237.png"/><Relationship Id="rId46" Type="http://schemas.openxmlformats.org/officeDocument/2006/relationships/customXml" Target="../ink/ink248.xml"/><Relationship Id="rId67" Type="http://schemas.openxmlformats.org/officeDocument/2006/relationships/image" Target="../media/image258.png"/><Relationship Id="rId116" Type="http://schemas.openxmlformats.org/officeDocument/2006/relationships/customXml" Target="../ink/ink283.xml"/><Relationship Id="rId137" Type="http://schemas.openxmlformats.org/officeDocument/2006/relationships/image" Target="../media/image293.png"/><Relationship Id="rId158" Type="http://schemas.openxmlformats.org/officeDocument/2006/relationships/customXml" Target="../ink/ink304.xml"/><Relationship Id="rId20" Type="http://schemas.openxmlformats.org/officeDocument/2006/relationships/customXml" Target="../ink/ink235.xml"/><Relationship Id="rId41" Type="http://schemas.openxmlformats.org/officeDocument/2006/relationships/image" Target="../media/image245.png"/><Relationship Id="rId62" Type="http://schemas.openxmlformats.org/officeDocument/2006/relationships/customXml" Target="../ink/ink256.xml"/><Relationship Id="rId83" Type="http://schemas.openxmlformats.org/officeDocument/2006/relationships/image" Target="../media/image266.png"/><Relationship Id="rId88" Type="http://schemas.openxmlformats.org/officeDocument/2006/relationships/customXml" Target="../ink/ink269.xml"/><Relationship Id="rId111" Type="http://schemas.openxmlformats.org/officeDocument/2006/relationships/image" Target="../media/image280.png"/><Relationship Id="rId132" Type="http://schemas.openxmlformats.org/officeDocument/2006/relationships/customXml" Target="../ink/ink291.xml"/><Relationship Id="rId153" Type="http://schemas.openxmlformats.org/officeDocument/2006/relationships/image" Target="../media/image301.png"/><Relationship Id="rId174" Type="http://schemas.openxmlformats.org/officeDocument/2006/relationships/customXml" Target="../ink/ink312.xml"/><Relationship Id="rId15" Type="http://schemas.openxmlformats.org/officeDocument/2006/relationships/image" Target="../media/image232.png"/><Relationship Id="rId36" Type="http://schemas.openxmlformats.org/officeDocument/2006/relationships/customXml" Target="../ink/ink243.xml"/><Relationship Id="rId57" Type="http://schemas.openxmlformats.org/officeDocument/2006/relationships/image" Target="../media/image253.png"/><Relationship Id="rId106" Type="http://schemas.openxmlformats.org/officeDocument/2006/relationships/customXml" Target="../ink/ink278.xml"/><Relationship Id="rId127" Type="http://schemas.openxmlformats.org/officeDocument/2006/relationships/image" Target="../media/image288.png"/><Relationship Id="rId10" Type="http://schemas.openxmlformats.org/officeDocument/2006/relationships/customXml" Target="../ink/ink230.xml"/><Relationship Id="rId31" Type="http://schemas.openxmlformats.org/officeDocument/2006/relationships/image" Target="../media/image240.png"/><Relationship Id="rId52" Type="http://schemas.openxmlformats.org/officeDocument/2006/relationships/customXml" Target="../ink/ink251.xml"/><Relationship Id="rId73" Type="http://schemas.openxmlformats.org/officeDocument/2006/relationships/image" Target="../media/image261.png"/><Relationship Id="rId78" Type="http://schemas.openxmlformats.org/officeDocument/2006/relationships/customXml" Target="../ink/ink264.xml"/><Relationship Id="rId94" Type="http://schemas.openxmlformats.org/officeDocument/2006/relationships/customXml" Target="../ink/ink272.xml"/><Relationship Id="rId99" Type="http://schemas.openxmlformats.org/officeDocument/2006/relationships/image" Target="../media/image274.png"/><Relationship Id="rId101" Type="http://schemas.openxmlformats.org/officeDocument/2006/relationships/image" Target="../media/image275.png"/><Relationship Id="rId122" Type="http://schemas.openxmlformats.org/officeDocument/2006/relationships/customXml" Target="../ink/ink286.xml"/><Relationship Id="rId143" Type="http://schemas.openxmlformats.org/officeDocument/2006/relationships/image" Target="../media/image296.png"/><Relationship Id="rId148" Type="http://schemas.openxmlformats.org/officeDocument/2006/relationships/customXml" Target="../ink/ink299.xml"/><Relationship Id="rId164" Type="http://schemas.openxmlformats.org/officeDocument/2006/relationships/customXml" Target="../ink/ink307.xml"/><Relationship Id="rId169" Type="http://schemas.openxmlformats.org/officeDocument/2006/relationships/image" Target="../media/image309.png"/><Relationship Id="rId4" Type="http://schemas.openxmlformats.org/officeDocument/2006/relationships/customXml" Target="../ink/ink227.xml"/><Relationship Id="rId9" Type="http://schemas.openxmlformats.org/officeDocument/2006/relationships/image" Target="../media/image229.png"/><Relationship Id="rId26" Type="http://schemas.openxmlformats.org/officeDocument/2006/relationships/customXml" Target="../ink/ink238.xml"/><Relationship Id="rId47" Type="http://schemas.openxmlformats.org/officeDocument/2006/relationships/image" Target="../media/image248.png"/><Relationship Id="rId68" Type="http://schemas.openxmlformats.org/officeDocument/2006/relationships/customXml" Target="../ink/ink259.xml"/><Relationship Id="rId89" Type="http://schemas.openxmlformats.org/officeDocument/2006/relationships/image" Target="../media/image269.png"/><Relationship Id="rId112" Type="http://schemas.openxmlformats.org/officeDocument/2006/relationships/customXml" Target="../ink/ink281.xml"/><Relationship Id="rId133" Type="http://schemas.openxmlformats.org/officeDocument/2006/relationships/image" Target="../media/image291.png"/><Relationship Id="rId154" Type="http://schemas.openxmlformats.org/officeDocument/2006/relationships/customXml" Target="../ink/ink302.xml"/><Relationship Id="rId175" Type="http://schemas.openxmlformats.org/officeDocument/2006/relationships/image" Target="../media/image312.png"/><Relationship Id="rId16" Type="http://schemas.openxmlformats.org/officeDocument/2006/relationships/customXml" Target="../ink/ink233.xml"/><Relationship Id="rId37" Type="http://schemas.openxmlformats.org/officeDocument/2006/relationships/image" Target="../media/image243.png"/><Relationship Id="rId58" Type="http://schemas.openxmlformats.org/officeDocument/2006/relationships/customXml" Target="../ink/ink254.xml"/><Relationship Id="rId79" Type="http://schemas.openxmlformats.org/officeDocument/2006/relationships/image" Target="../media/image264.png"/><Relationship Id="rId102" Type="http://schemas.openxmlformats.org/officeDocument/2006/relationships/customXml" Target="../ink/ink276.xml"/><Relationship Id="rId123" Type="http://schemas.openxmlformats.org/officeDocument/2006/relationships/image" Target="../media/image286.png"/><Relationship Id="rId144" Type="http://schemas.openxmlformats.org/officeDocument/2006/relationships/customXml" Target="../ink/ink297.xml"/><Relationship Id="rId90" Type="http://schemas.openxmlformats.org/officeDocument/2006/relationships/customXml" Target="../ink/ink270.xml"/><Relationship Id="rId165" Type="http://schemas.openxmlformats.org/officeDocument/2006/relationships/image" Target="../media/image307.png"/><Relationship Id="rId27" Type="http://schemas.openxmlformats.org/officeDocument/2006/relationships/image" Target="../media/image238.png"/><Relationship Id="rId48" Type="http://schemas.openxmlformats.org/officeDocument/2006/relationships/customXml" Target="../ink/ink249.xml"/><Relationship Id="rId69" Type="http://schemas.openxmlformats.org/officeDocument/2006/relationships/image" Target="../media/image259.png"/><Relationship Id="rId113" Type="http://schemas.openxmlformats.org/officeDocument/2006/relationships/image" Target="../media/image281.png"/><Relationship Id="rId134" Type="http://schemas.openxmlformats.org/officeDocument/2006/relationships/customXml" Target="../ink/ink292.xml"/><Relationship Id="rId80" Type="http://schemas.openxmlformats.org/officeDocument/2006/relationships/customXml" Target="../ink/ink265.xml"/><Relationship Id="rId155" Type="http://schemas.openxmlformats.org/officeDocument/2006/relationships/image" Target="../media/image302.png"/><Relationship Id="rId17" Type="http://schemas.openxmlformats.org/officeDocument/2006/relationships/image" Target="../media/image233.png"/><Relationship Id="rId38" Type="http://schemas.openxmlformats.org/officeDocument/2006/relationships/customXml" Target="../ink/ink244.xml"/><Relationship Id="rId59" Type="http://schemas.openxmlformats.org/officeDocument/2006/relationships/image" Target="../media/image254.png"/><Relationship Id="rId103" Type="http://schemas.openxmlformats.org/officeDocument/2006/relationships/image" Target="../media/image276.png"/><Relationship Id="rId124" Type="http://schemas.openxmlformats.org/officeDocument/2006/relationships/customXml" Target="../ink/ink287.xml"/><Relationship Id="rId70" Type="http://schemas.openxmlformats.org/officeDocument/2006/relationships/customXml" Target="../ink/ink260.xml"/><Relationship Id="rId91" Type="http://schemas.openxmlformats.org/officeDocument/2006/relationships/image" Target="../media/image270.png"/><Relationship Id="rId145" Type="http://schemas.openxmlformats.org/officeDocument/2006/relationships/image" Target="../media/image297.png"/><Relationship Id="rId166" Type="http://schemas.openxmlformats.org/officeDocument/2006/relationships/customXml" Target="../ink/ink30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7CDAA52B-8AD7-4B39-DE0C-E987705C32B9}"/>
              </a:ext>
            </a:extLst>
          </p:cNvPr>
          <p:cNvGrpSpPr/>
          <p:nvPr/>
        </p:nvGrpSpPr>
        <p:grpSpPr>
          <a:xfrm>
            <a:off x="1116411" y="246173"/>
            <a:ext cx="1971360" cy="1234080"/>
            <a:chOff x="1116411" y="246173"/>
            <a:chExt cx="1971360" cy="123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4BC47CB-F1E8-8DB9-6D71-8086A26E066F}"/>
                    </a:ext>
                  </a:extLst>
                </p14:cNvPr>
                <p14:cNvContentPartPr/>
                <p14:nvPr/>
              </p14:nvContentPartPr>
              <p14:xfrm>
                <a:off x="1116411" y="335813"/>
                <a:ext cx="596160" cy="11444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4BC47CB-F1E8-8DB9-6D71-8086A26E066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10291" y="329693"/>
                  <a:ext cx="608400" cy="11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A86BA9A-E4C2-95D2-3E99-7A1C360FE391}"/>
                    </a:ext>
                  </a:extLst>
                </p14:cNvPr>
                <p14:cNvContentPartPr/>
                <p14:nvPr/>
              </p14:nvContentPartPr>
              <p14:xfrm>
                <a:off x="1174011" y="246173"/>
                <a:ext cx="325080" cy="1396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A86BA9A-E4C2-95D2-3E99-7A1C360FE39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67891" y="240053"/>
                  <a:ext cx="3373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EC207E9-0762-E0C6-D378-4CE6C1DD7BBA}"/>
                    </a:ext>
                  </a:extLst>
                </p14:cNvPr>
                <p14:cNvContentPartPr/>
                <p14:nvPr/>
              </p14:nvContentPartPr>
              <p14:xfrm>
                <a:off x="1172571" y="787973"/>
                <a:ext cx="199440" cy="979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EC207E9-0762-E0C6-D378-4CE6C1DD7BB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66451" y="781853"/>
                  <a:ext cx="21168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8D4412F-CA6D-D601-92FA-A9176CCF2275}"/>
                    </a:ext>
                  </a:extLst>
                </p14:cNvPr>
                <p14:cNvContentPartPr/>
                <p14:nvPr/>
              </p14:nvContentPartPr>
              <p14:xfrm>
                <a:off x="1513131" y="739733"/>
                <a:ext cx="390600" cy="3567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8D4412F-CA6D-D601-92FA-A9176CCF227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07011" y="733613"/>
                  <a:ext cx="40284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A9FBF04-1C68-7D83-7591-D043D8959D54}"/>
                    </a:ext>
                  </a:extLst>
                </p14:cNvPr>
                <p14:cNvContentPartPr/>
                <p14:nvPr/>
              </p14:nvContentPartPr>
              <p14:xfrm>
                <a:off x="2016771" y="554693"/>
                <a:ext cx="781560" cy="3430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A9FBF04-1C68-7D83-7591-D043D8959D5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010651" y="548573"/>
                  <a:ext cx="79380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D17C82B-2B7F-2F8B-4543-A6337AC3A319}"/>
                    </a:ext>
                  </a:extLst>
                </p14:cNvPr>
                <p14:cNvContentPartPr/>
                <p14:nvPr/>
              </p14:nvContentPartPr>
              <p14:xfrm>
                <a:off x="2724531" y="553613"/>
                <a:ext cx="363240" cy="1566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D17C82B-2B7F-2F8B-4543-A6337AC3A31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718411" y="547493"/>
                  <a:ext cx="375480" cy="168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4524F63-CA9A-49CF-5ADF-B28063559B76}"/>
                  </a:ext>
                </a:extLst>
              </p14:cNvPr>
              <p14:cNvContentPartPr/>
              <p14:nvPr/>
            </p14:nvContentPartPr>
            <p14:xfrm>
              <a:off x="3622731" y="813173"/>
              <a:ext cx="974160" cy="1393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4524F63-CA9A-49CF-5ADF-B28063559B7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616611" y="807053"/>
                <a:ext cx="986400" cy="151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BB47F66C-EDF7-F47C-B2FC-27DACD4E64DE}"/>
              </a:ext>
            </a:extLst>
          </p:cNvPr>
          <p:cNvGrpSpPr/>
          <p:nvPr/>
        </p:nvGrpSpPr>
        <p:grpSpPr>
          <a:xfrm>
            <a:off x="5200251" y="229253"/>
            <a:ext cx="5266800" cy="1891800"/>
            <a:chOff x="5200251" y="229253"/>
            <a:chExt cx="5266800" cy="189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A765280-5C20-1774-103D-C76AA88B4C47}"/>
                    </a:ext>
                  </a:extLst>
                </p14:cNvPr>
                <p14:cNvContentPartPr/>
                <p14:nvPr/>
              </p14:nvContentPartPr>
              <p14:xfrm>
                <a:off x="5200251" y="232853"/>
                <a:ext cx="362160" cy="9212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A765280-5C20-1774-103D-C76AA88B4C4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194131" y="226733"/>
                  <a:ext cx="374400" cy="9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5A5010F-2AA7-260A-B805-13CAAF4E4B0C}"/>
                    </a:ext>
                  </a:extLst>
                </p14:cNvPr>
                <p14:cNvContentPartPr/>
                <p14:nvPr/>
              </p14:nvContentPartPr>
              <p14:xfrm>
                <a:off x="5731971" y="653693"/>
                <a:ext cx="357480" cy="2941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5A5010F-2AA7-260A-B805-13CAAF4E4B0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725851" y="647573"/>
                  <a:ext cx="36972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4DE8843-D6EF-220F-31CD-BA2463E03CDE}"/>
                    </a:ext>
                  </a:extLst>
                </p14:cNvPr>
                <p14:cNvContentPartPr/>
                <p14:nvPr/>
              </p14:nvContentPartPr>
              <p14:xfrm>
                <a:off x="6228771" y="582413"/>
                <a:ext cx="1025280" cy="2559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4DE8843-D6EF-220F-31CD-BA2463E03CD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222651" y="576293"/>
                  <a:ext cx="103752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521C872-53D2-5693-BCAA-2C8634EC87E5}"/>
                    </a:ext>
                  </a:extLst>
                </p14:cNvPr>
                <p14:cNvContentPartPr/>
                <p14:nvPr/>
              </p14:nvContentPartPr>
              <p14:xfrm>
                <a:off x="7449531" y="301973"/>
                <a:ext cx="72000" cy="4647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521C872-53D2-5693-BCAA-2C8634EC87E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443411" y="295853"/>
                  <a:ext cx="84240" cy="47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96C22FF-C283-F229-0A7E-F477D7D2D823}"/>
                    </a:ext>
                  </a:extLst>
                </p14:cNvPr>
                <p14:cNvContentPartPr/>
                <p14:nvPr/>
              </p14:nvContentPartPr>
              <p14:xfrm>
                <a:off x="7370691" y="372533"/>
                <a:ext cx="805320" cy="2653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96C22FF-C283-F229-0A7E-F477D7D2D82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364571" y="366413"/>
                  <a:ext cx="81756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AE791E5-AC04-A32A-ED2D-4455721D3B3B}"/>
                    </a:ext>
                  </a:extLst>
                </p14:cNvPr>
                <p14:cNvContentPartPr/>
                <p14:nvPr/>
              </p14:nvContentPartPr>
              <p14:xfrm>
                <a:off x="8152971" y="291173"/>
                <a:ext cx="104040" cy="720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AE791E5-AC04-A32A-ED2D-4455721D3B3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146851" y="285053"/>
                  <a:ext cx="11628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F73B121-9F06-A298-10B9-EE01B8630A7C}"/>
                    </a:ext>
                  </a:extLst>
                </p14:cNvPr>
                <p14:cNvContentPartPr/>
                <p14:nvPr/>
              </p14:nvContentPartPr>
              <p14:xfrm>
                <a:off x="8301291" y="518333"/>
                <a:ext cx="728640" cy="7214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F73B121-9F06-A298-10B9-EE01B8630A7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295171" y="512213"/>
                  <a:ext cx="740880" cy="73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5BA1D06-60A1-C910-47AB-6517E38BE1B1}"/>
                    </a:ext>
                  </a:extLst>
                </p14:cNvPr>
                <p14:cNvContentPartPr/>
                <p14:nvPr/>
              </p14:nvContentPartPr>
              <p14:xfrm>
                <a:off x="9928131" y="370373"/>
                <a:ext cx="55800" cy="3236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5BA1D06-60A1-C910-47AB-6517E38BE1B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922011" y="364253"/>
                  <a:ext cx="6804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33D03C0-DA24-DB63-8113-5C6F730A3A3E}"/>
                    </a:ext>
                  </a:extLst>
                </p14:cNvPr>
                <p14:cNvContentPartPr/>
                <p14:nvPr/>
              </p14:nvContentPartPr>
              <p14:xfrm>
                <a:off x="9990771" y="229253"/>
                <a:ext cx="188640" cy="655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33D03C0-DA24-DB63-8113-5C6F730A3A3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984651" y="223133"/>
                  <a:ext cx="2008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1FF7110-5B0A-302E-6A90-614F1163CC04}"/>
                    </a:ext>
                  </a:extLst>
                </p14:cNvPr>
                <p14:cNvContentPartPr/>
                <p14:nvPr/>
              </p14:nvContentPartPr>
              <p14:xfrm>
                <a:off x="10247451" y="338333"/>
                <a:ext cx="193680" cy="4370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1FF7110-5B0A-302E-6A90-614F1163CC0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241331" y="332213"/>
                  <a:ext cx="205920" cy="44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E54A7E7-FBDC-F687-90FE-AA80A0A6CFE4}"/>
                    </a:ext>
                  </a:extLst>
                </p14:cNvPr>
                <p14:cNvContentPartPr/>
                <p14:nvPr/>
              </p14:nvContentPartPr>
              <p14:xfrm>
                <a:off x="6295011" y="1259573"/>
                <a:ext cx="1285920" cy="5619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E54A7E7-FBDC-F687-90FE-AA80A0A6CFE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288891" y="1253453"/>
                  <a:ext cx="1298160" cy="57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2EAB3A0-3BF1-4CD6-B34E-7CA640E050DD}"/>
                    </a:ext>
                  </a:extLst>
                </p14:cNvPr>
                <p14:cNvContentPartPr/>
                <p14:nvPr/>
              </p14:nvContentPartPr>
              <p14:xfrm>
                <a:off x="7529811" y="1367213"/>
                <a:ext cx="270000" cy="2959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2EAB3A0-3BF1-4CD6-B34E-7CA640E050D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523691" y="1361093"/>
                  <a:ext cx="28224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22311CE-6A73-C457-43AF-A0D97994A9BE}"/>
                    </a:ext>
                  </a:extLst>
                </p14:cNvPr>
                <p14:cNvContentPartPr/>
                <p14:nvPr/>
              </p14:nvContentPartPr>
              <p14:xfrm>
                <a:off x="7909611" y="1223213"/>
                <a:ext cx="142560" cy="5842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22311CE-6A73-C457-43AF-A0D97994A9B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903491" y="1217093"/>
                  <a:ext cx="154800" cy="59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5A56A63-B60F-57CA-4096-3BE9F51F4100}"/>
                    </a:ext>
                  </a:extLst>
                </p14:cNvPr>
                <p14:cNvContentPartPr/>
                <p14:nvPr/>
              </p14:nvContentPartPr>
              <p14:xfrm>
                <a:off x="8061171" y="1310333"/>
                <a:ext cx="196200" cy="2779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5A56A63-B60F-57CA-4096-3BE9F51F410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055051" y="1304213"/>
                  <a:ext cx="20844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59053CA-BFB3-7F18-720E-C6BD535F6EEA}"/>
                    </a:ext>
                  </a:extLst>
                </p14:cNvPr>
                <p14:cNvContentPartPr/>
                <p14:nvPr/>
              </p14:nvContentPartPr>
              <p14:xfrm>
                <a:off x="8394171" y="1202693"/>
                <a:ext cx="1011960" cy="3297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59053CA-BFB3-7F18-720E-C6BD535F6EE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388051" y="1196573"/>
                  <a:ext cx="102420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C416656-AFC4-B996-1C71-77C1B6E4BAC9}"/>
                    </a:ext>
                  </a:extLst>
                </p14:cNvPr>
                <p14:cNvContentPartPr/>
                <p14:nvPr/>
              </p14:nvContentPartPr>
              <p14:xfrm>
                <a:off x="9473451" y="1015853"/>
                <a:ext cx="120960" cy="327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C416656-AFC4-B996-1C71-77C1B6E4BAC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467331" y="1009733"/>
                  <a:ext cx="1332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5171F44-15C7-992F-7D6C-85224EABCEC5}"/>
                    </a:ext>
                  </a:extLst>
                </p14:cNvPr>
                <p14:cNvContentPartPr/>
                <p14:nvPr/>
              </p14:nvContentPartPr>
              <p14:xfrm>
                <a:off x="9687291" y="1066973"/>
                <a:ext cx="779760" cy="10540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5171F44-15C7-992F-7D6C-85224EABCEC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681171" y="1060853"/>
                  <a:ext cx="792000" cy="106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386858E4-6E03-BA30-8DB0-F8F52B1AC8D3}"/>
                  </a:ext>
                </a:extLst>
              </p14:cNvPr>
              <p14:cNvContentPartPr/>
              <p14:nvPr/>
            </p14:nvContentPartPr>
            <p14:xfrm>
              <a:off x="10864851" y="1239413"/>
              <a:ext cx="125640" cy="3852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386858E4-6E03-BA30-8DB0-F8F52B1AC8D3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0858731" y="1233293"/>
                <a:ext cx="137880" cy="5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11754B42-3525-16EC-39C2-F1B6C06FD762}"/>
              </a:ext>
            </a:extLst>
          </p:cNvPr>
          <p:cNvGrpSpPr/>
          <p:nvPr/>
        </p:nvGrpSpPr>
        <p:grpSpPr>
          <a:xfrm>
            <a:off x="1693491" y="2448653"/>
            <a:ext cx="4203720" cy="1017360"/>
            <a:chOff x="1693491" y="2448653"/>
            <a:chExt cx="4203720" cy="101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52B1AF1-6C19-F266-DEA6-54DEAA9AF33E}"/>
                    </a:ext>
                  </a:extLst>
                </p14:cNvPr>
                <p14:cNvContentPartPr/>
                <p14:nvPr/>
              </p14:nvContentPartPr>
              <p14:xfrm>
                <a:off x="1818411" y="2656013"/>
                <a:ext cx="146520" cy="5515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52B1AF1-6C19-F266-DEA6-54DEAA9AF33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812291" y="2649893"/>
                  <a:ext cx="158760" cy="56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25F5D8C-E363-49D8-FF4C-238F7F7F848C}"/>
                    </a:ext>
                  </a:extLst>
                </p14:cNvPr>
                <p14:cNvContentPartPr/>
                <p14:nvPr/>
              </p14:nvContentPartPr>
              <p14:xfrm>
                <a:off x="1693491" y="2530013"/>
                <a:ext cx="638280" cy="8290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25F5D8C-E363-49D8-FF4C-238F7F7F848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687371" y="2523893"/>
                  <a:ext cx="650520" cy="84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CCA1688-C545-1941-7D50-4BCA949415B8}"/>
                    </a:ext>
                  </a:extLst>
                </p14:cNvPr>
                <p14:cNvContentPartPr/>
                <p14:nvPr/>
              </p14:nvContentPartPr>
              <p14:xfrm>
                <a:off x="2588451" y="2462333"/>
                <a:ext cx="688320" cy="10036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CCA1688-C545-1941-7D50-4BCA949415B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582331" y="2456213"/>
                  <a:ext cx="700560" cy="10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E259591-33DA-47B4-EA14-33504E424D31}"/>
                    </a:ext>
                  </a:extLst>
                </p14:cNvPr>
                <p14:cNvContentPartPr/>
                <p14:nvPr/>
              </p14:nvContentPartPr>
              <p14:xfrm>
                <a:off x="3210531" y="2825213"/>
                <a:ext cx="199440" cy="2487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E259591-33DA-47B4-EA14-33504E424D3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204411" y="2819093"/>
                  <a:ext cx="21168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D829A0A-EC21-D767-BE6E-267B64C56C44}"/>
                    </a:ext>
                  </a:extLst>
                </p14:cNvPr>
                <p14:cNvContentPartPr/>
                <p14:nvPr/>
              </p14:nvContentPartPr>
              <p14:xfrm>
                <a:off x="3605811" y="2448653"/>
                <a:ext cx="1043280" cy="5594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D829A0A-EC21-D767-BE6E-267B64C56C4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599691" y="2442533"/>
                  <a:ext cx="1055520" cy="57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15915FA-0EE2-7F45-B3E8-A28116781829}"/>
                    </a:ext>
                  </a:extLst>
                </p14:cNvPr>
                <p14:cNvContentPartPr/>
                <p14:nvPr/>
              </p14:nvContentPartPr>
              <p14:xfrm>
                <a:off x="4908651" y="2587253"/>
                <a:ext cx="680040" cy="2905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15915FA-0EE2-7F45-B3E8-A2811678182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902531" y="2581133"/>
                  <a:ext cx="69228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86B88CC-E3E5-49CF-E528-8CC9EBA65643}"/>
                    </a:ext>
                  </a:extLst>
                </p14:cNvPr>
                <p14:cNvContentPartPr/>
                <p14:nvPr/>
              </p14:nvContentPartPr>
              <p14:xfrm>
                <a:off x="5499051" y="2521373"/>
                <a:ext cx="398160" cy="882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86B88CC-E3E5-49CF-E528-8CC9EBA6564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492931" y="2515253"/>
                  <a:ext cx="410400" cy="10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A3E183C-E209-6A39-8B4F-8AA542650A3B}"/>
              </a:ext>
            </a:extLst>
          </p:cNvPr>
          <p:cNvGrpSpPr/>
          <p:nvPr/>
        </p:nvGrpSpPr>
        <p:grpSpPr>
          <a:xfrm>
            <a:off x="1514931" y="3672653"/>
            <a:ext cx="5823000" cy="1797480"/>
            <a:chOff x="1514931" y="3672653"/>
            <a:chExt cx="5823000" cy="179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240035B-0B9C-208C-DE78-7188C617A350}"/>
                    </a:ext>
                  </a:extLst>
                </p14:cNvPr>
                <p14:cNvContentPartPr/>
                <p14:nvPr/>
              </p14:nvContentPartPr>
              <p14:xfrm>
                <a:off x="1728411" y="4621253"/>
                <a:ext cx="70560" cy="5734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240035B-0B9C-208C-DE78-7188C617A35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722291" y="4615133"/>
                  <a:ext cx="82800" cy="58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C7D2D01-C684-0C4C-C60C-FD96B2C926DB}"/>
                    </a:ext>
                  </a:extLst>
                </p14:cNvPr>
                <p14:cNvContentPartPr/>
                <p14:nvPr/>
              </p14:nvContentPartPr>
              <p14:xfrm>
                <a:off x="1514931" y="4328933"/>
                <a:ext cx="544320" cy="2361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C7D2D01-C684-0C4C-C60C-FD96B2C926D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508811" y="4322813"/>
                  <a:ext cx="55656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F7D51E2-34E1-3699-E7EC-0CFE551FF6D4}"/>
                    </a:ext>
                  </a:extLst>
                </p14:cNvPr>
                <p14:cNvContentPartPr/>
                <p14:nvPr/>
              </p14:nvContentPartPr>
              <p14:xfrm>
                <a:off x="1612851" y="5128853"/>
                <a:ext cx="687600" cy="3412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F7D51E2-34E1-3699-E7EC-0CFE551FF6D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606731" y="5122733"/>
                  <a:ext cx="69984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0EA4691-F25C-EB72-50FD-534D86A0B712}"/>
                    </a:ext>
                  </a:extLst>
                </p14:cNvPr>
                <p14:cNvContentPartPr/>
                <p14:nvPr/>
              </p14:nvContentPartPr>
              <p14:xfrm>
                <a:off x="2333211" y="4767773"/>
                <a:ext cx="728280" cy="3592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0EA4691-F25C-EB72-50FD-534D86A0B71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327091" y="4761653"/>
                  <a:ext cx="74052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502E91F-4799-D126-67A0-529919996828}"/>
                    </a:ext>
                  </a:extLst>
                </p14:cNvPr>
                <p14:cNvContentPartPr/>
                <p14:nvPr/>
              </p14:nvContentPartPr>
              <p14:xfrm>
                <a:off x="3044571" y="4062893"/>
                <a:ext cx="1173240" cy="9943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502E91F-4799-D126-67A0-52991999682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038451" y="4056773"/>
                  <a:ext cx="1185480" cy="10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205C490-0EA5-4185-D293-D2CC6D718733}"/>
                    </a:ext>
                  </a:extLst>
                </p14:cNvPr>
                <p14:cNvContentPartPr/>
                <p14:nvPr/>
              </p14:nvContentPartPr>
              <p14:xfrm>
                <a:off x="4104051" y="4390493"/>
                <a:ext cx="298080" cy="3006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205C490-0EA5-4185-D293-D2CC6D71873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097931" y="4384373"/>
                  <a:ext cx="31032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94BA6E8-B01E-AE65-2F22-675413A0C69F}"/>
                    </a:ext>
                  </a:extLst>
                </p14:cNvPr>
                <p14:cNvContentPartPr/>
                <p14:nvPr/>
              </p14:nvContentPartPr>
              <p14:xfrm>
                <a:off x="4692291" y="4248293"/>
                <a:ext cx="705600" cy="3276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94BA6E8-B01E-AE65-2F22-675413A0C69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686171" y="4242173"/>
                  <a:ext cx="71784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5ACFB6A-9203-F75F-0177-CE252D8D810F}"/>
                    </a:ext>
                  </a:extLst>
                </p14:cNvPr>
                <p14:cNvContentPartPr/>
                <p14:nvPr/>
              </p14:nvContentPartPr>
              <p14:xfrm>
                <a:off x="5483211" y="3672653"/>
                <a:ext cx="1482840" cy="7351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5ACFB6A-9203-F75F-0177-CE252D8D810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477091" y="3666533"/>
                  <a:ext cx="1495080" cy="74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E8DD287-B199-5FA6-236F-7645964E65A8}"/>
                    </a:ext>
                  </a:extLst>
                </p14:cNvPr>
                <p14:cNvContentPartPr/>
                <p14:nvPr/>
              </p14:nvContentPartPr>
              <p14:xfrm>
                <a:off x="6862731" y="3881813"/>
                <a:ext cx="475200" cy="864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E8DD287-B199-5FA6-236F-7645964E65A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856611" y="3875693"/>
                  <a:ext cx="487440" cy="98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24857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roup 63">
            <a:extLst>
              <a:ext uri="{FF2B5EF4-FFF2-40B4-BE49-F238E27FC236}">
                <a16:creationId xmlns:a16="http://schemas.microsoft.com/office/drawing/2014/main" id="{89C67D1C-1910-B856-BA33-E90F759A8486}"/>
              </a:ext>
            </a:extLst>
          </p:cNvPr>
          <p:cNvGrpSpPr/>
          <p:nvPr/>
        </p:nvGrpSpPr>
        <p:grpSpPr>
          <a:xfrm>
            <a:off x="77811" y="224933"/>
            <a:ext cx="11760480" cy="3819240"/>
            <a:chOff x="77811" y="224933"/>
            <a:chExt cx="11760480" cy="381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1C3BBF7B-DE89-1DC7-41F0-61C63A785FA3}"/>
                    </a:ext>
                  </a:extLst>
                </p14:cNvPr>
                <p14:cNvContentPartPr/>
                <p14:nvPr/>
              </p14:nvContentPartPr>
              <p14:xfrm>
                <a:off x="659211" y="380093"/>
                <a:ext cx="73800" cy="5612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1C3BBF7B-DE89-1DC7-41F0-61C63A785FA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53091" y="373973"/>
                  <a:ext cx="86040" cy="57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192F2E9-2D32-D594-841A-DEB358D7D486}"/>
                    </a:ext>
                  </a:extLst>
                </p14:cNvPr>
                <p14:cNvContentPartPr/>
                <p14:nvPr/>
              </p14:nvContentPartPr>
              <p14:xfrm>
                <a:off x="77811" y="299813"/>
                <a:ext cx="646560" cy="2271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192F2E9-2D32-D594-841A-DEB358D7D48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1691" y="293693"/>
                  <a:ext cx="65880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67DB0D7-32AF-D1F7-28D1-36FC4390BFF2}"/>
                    </a:ext>
                  </a:extLst>
                </p14:cNvPr>
                <p14:cNvContentPartPr/>
                <p14:nvPr/>
              </p14:nvContentPartPr>
              <p14:xfrm>
                <a:off x="291291" y="1125653"/>
                <a:ext cx="624960" cy="1904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67DB0D7-32AF-D1F7-28D1-36FC4390BFF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85171" y="1119533"/>
                  <a:ext cx="63720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979DFB6-8805-CCE8-CFF4-73F4598442C4}"/>
                    </a:ext>
                  </a:extLst>
                </p14:cNvPr>
                <p14:cNvContentPartPr/>
                <p14:nvPr/>
              </p14:nvContentPartPr>
              <p14:xfrm>
                <a:off x="1071411" y="410333"/>
                <a:ext cx="1545120" cy="5965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979DFB6-8805-CCE8-CFF4-73F4598442C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65291" y="404213"/>
                  <a:ext cx="1557360" cy="60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3C6ACA9-DD09-B3D1-8FF8-2BBBE6652465}"/>
                    </a:ext>
                  </a:extLst>
                </p14:cNvPr>
                <p14:cNvContentPartPr/>
                <p14:nvPr/>
              </p14:nvContentPartPr>
              <p14:xfrm>
                <a:off x="2535891" y="377213"/>
                <a:ext cx="1121040" cy="4035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3C6ACA9-DD09-B3D1-8FF8-2BBBE665246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529771" y="371093"/>
                  <a:ext cx="1133280" cy="41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3BBDDAE-D826-323A-13F0-4839E8F25B3B}"/>
                    </a:ext>
                  </a:extLst>
                </p14:cNvPr>
                <p14:cNvContentPartPr/>
                <p14:nvPr/>
              </p14:nvContentPartPr>
              <p14:xfrm>
                <a:off x="3551451" y="224933"/>
                <a:ext cx="1146240" cy="684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3BBDDAE-D826-323A-13F0-4839E8F25B3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545331" y="218813"/>
                  <a:ext cx="1158480" cy="69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DF14123-D98A-5165-E07F-8AE17E2302BB}"/>
                    </a:ext>
                  </a:extLst>
                </p14:cNvPr>
                <p14:cNvContentPartPr/>
                <p14:nvPr/>
              </p14:nvContentPartPr>
              <p14:xfrm>
                <a:off x="4666011" y="368213"/>
                <a:ext cx="401760" cy="1098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DF14123-D98A-5165-E07F-8AE17E2302B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659891" y="362093"/>
                  <a:ext cx="41400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64B60E6-893D-8E11-4E69-55EB2C86BB47}"/>
                    </a:ext>
                  </a:extLst>
                </p14:cNvPr>
                <p14:cNvContentPartPr/>
                <p14:nvPr/>
              </p14:nvContentPartPr>
              <p14:xfrm>
                <a:off x="2491971" y="1180013"/>
                <a:ext cx="1386000" cy="5194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64B60E6-893D-8E11-4E69-55EB2C86BB4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485851" y="1173893"/>
                  <a:ext cx="1398240" cy="53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1496225-876F-598F-55AF-331C21AC77BE}"/>
                    </a:ext>
                  </a:extLst>
                </p14:cNvPr>
                <p14:cNvContentPartPr/>
                <p14:nvPr/>
              </p14:nvContentPartPr>
              <p14:xfrm>
                <a:off x="4200531" y="1460813"/>
                <a:ext cx="51120" cy="1882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1496225-876F-598F-55AF-331C21AC77B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194411" y="1454693"/>
                  <a:ext cx="633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88A4473-3BFD-FD8C-EF7A-3B200CB08054}"/>
                    </a:ext>
                  </a:extLst>
                </p14:cNvPr>
                <p14:cNvContentPartPr/>
                <p14:nvPr/>
              </p14:nvContentPartPr>
              <p14:xfrm>
                <a:off x="4190811" y="1203773"/>
                <a:ext cx="138960" cy="396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88A4473-3BFD-FD8C-EF7A-3B200CB0805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184691" y="1197653"/>
                  <a:ext cx="15120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C9382A0-CFEA-1764-31ED-78335F1FF380}"/>
                    </a:ext>
                  </a:extLst>
                </p14:cNvPr>
                <p14:cNvContentPartPr/>
                <p14:nvPr/>
              </p14:nvContentPartPr>
              <p14:xfrm>
                <a:off x="4451091" y="1365053"/>
                <a:ext cx="673200" cy="6321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C9382A0-CFEA-1764-31ED-78335F1FF38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444971" y="1358933"/>
                  <a:ext cx="685440" cy="64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44167E9-46BB-DE81-A163-8AF08B17B47A}"/>
                    </a:ext>
                  </a:extLst>
                </p14:cNvPr>
                <p14:cNvContentPartPr/>
                <p14:nvPr/>
              </p14:nvContentPartPr>
              <p14:xfrm>
                <a:off x="5513811" y="1168493"/>
                <a:ext cx="275040" cy="3232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44167E9-46BB-DE81-A163-8AF08B17B47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507691" y="1162373"/>
                  <a:ext cx="28728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C607429-136C-81BD-0D37-DB67CE062298}"/>
                    </a:ext>
                  </a:extLst>
                </p14:cNvPr>
                <p14:cNvContentPartPr/>
                <p14:nvPr/>
              </p14:nvContentPartPr>
              <p14:xfrm>
                <a:off x="6773451" y="531653"/>
                <a:ext cx="1056600" cy="7074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C607429-136C-81BD-0D37-DB67CE06229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767331" y="525533"/>
                  <a:ext cx="1068840" cy="71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94F8A35-AB99-0D0D-ABDE-71291411CFDB}"/>
                    </a:ext>
                  </a:extLst>
                </p14:cNvPr>
                <p14:cNvContentPartPr/>
                <p14:nvPr/>
              </p14:nvContentPartPr>
              <p14:xfrm>
                <a:off x="7930131" y="577733"/>
                <a:ext cx="76320" cy="396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94F8A35-AB99-0D0D-ABDE-71291411CFD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924011" y="571613"/>
                  <a:ext cx="885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833093B-6572-AD29-66AA-7567A73BD6EE}"/>
                    </a:ext>
                  </a:extLst>
                </p14:cNvPr>
                <p14:cNvContentPartPr/>
                <p14:nvPr/>
              </p14:nvContentPartPr>
              <p14:xfrm>
                <a:off x="8146131" y="722093"/>
                <a:ext cx="1094760" cy="3981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833093B-6572-AD29-66AA-7567A73BD6E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140011" y="715973"/>
                  <a:ext cx="110700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2CCD7C2-B4C0-344F-AFA4-012F6AD73500}"/>
                    </a:ext>
                  </a:extLst>
                </p14:cNvPr>
                <p14:cNvContentPartPr/>
                <p14:nvPr/>
              </p14:nvContentPartPr>
              <p14:xfrm>
                <a:off x="6736011" y="1758173"/>
                <a:ext cx="621360" cy="9194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2CCD7C2-B4C0-344F-AFA4-012F6AD7350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729891" y="1752053"/>
                  <a:ext cx="633600" cy="9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1C4F4A3-5F8D-49A4-C474-B05BD5431187}"/>
                    </a:ext>
                  </a:extLst>
                </p14:cNvPr>
                <p14:cNvContentPartPr/>
                <p14:nvPr/>
              </p14:nvContentPartPr>
              <p14:xfrm>
                <a:off x="7666251" y="1836653"/>
                <a:ext cx="108360" cy="6152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1C4F4A3-5F8D-49A4-C474-B05BD543118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660131" y="1830533"/>
                  <a:ext cx="120600" cy="62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E1803A4-B2E9-9BA1-86DD-A55C90A35C35}"/>
                    </a:ext>
                  </a:extLst>
                </p14:cNvPr>
                <p14:cNvContentPartPr/>
                <p14:nvPr/>
              </p14:nvContentPartPr>
              <p14:xfrm>
                <a:off x="8269251" y="2109893"/>
                <a:ext cx="46800" cy="2152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E1803A4-B2E9-9BA1-86DD-A55C90A35C3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263131" y="2103773"/>
                  <a:ext cx="590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88B6308-89A0-172B-621D-78499B8BE361}"/>
                    </a:ext>
                  </a:extLst>
                </p14:cNvPr>
                <p14:cNvContentPartPr/>
                <p14:nvPr/>
              </p14:nvContentPartPr>
              <p14:xfrm>
                <a:off x="8815011" y="1619573"/>
                <a:ext cx="464760" cy="5065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88B6308-89A0-172B-621D-78499B8BE36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808891" y="1613453"/>
                  <a:ext cx="477000" cy="51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2800585-DEB5-C669-A318-009A2AB406E4}"/>
                    </a:ext>
                  </a:extLst>
                </p14:cNvPr>
                <p14:cNvContentPartPr/>
                <p14:nvPr/>
              </p14:nvContentPartPr>
              <p14:xfrm>
                <a:off x="9360051" y="1853933"/>
                <a:ext cx="96840" cy="3423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2800585-DEB5-C669-A318-009A2AB406E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353931" y="1847813"/>
                  <a:ext cx="10908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51B93C7-CD67-0AC6-F509-96A395943672}"/>
                    </a:ext>
                  </a:extLst>
                </p14:cNvPr>
                <p14:cNvContentPartPr/>
                <p14:nvPr/>
              </p14:nvContentPartPr>
              <p14:xfrm>
                <a:off x="9683331" y="1440653"/>
                <a:ext cx="304920" cy="5785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51B93C7-CD67-0AC6-F509-96A39594367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677211" y="1434533"/>
                  <a:ext cx="317160" cy="59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AE89E4E-70BE-A576-5A36-EE541255DEB1}"/>
                    </a:ext>
                  </a:extLst>
                </p14:cNvPr>
                <p14:cNvContentPartPr/>
                <p14:nvPr/>
              </p14:nvContentPartPr>
              <p14:xfrm>
                <a:off x="10004091" y="1595453"/>
                <a:ext cx="158400" cy="2228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AE89E4E-70BE-A576-5A36-EE541255DEB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997971" y="1589333"/>
                  <a:ext cx="17064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2DB05A0-F4B7-8434-7EA3-286706568F4D}"/>
                    </a:ext>
                  </a:extLst>
                </p14:cNvPr>
                <p14:cNvContentPartPr/>
                <p14:nvPr/>
              </p14:nvContentPartPr>
              <p14:xfrm>
                <a:off x="10356531" y="1404653"/>
                <a:ext cx="353160" cy="3823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2DB05A0-F4B7-8434-7EA3-286706568F4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350411" y="1398533"/>
                  <a:ext cx="36540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F828124-301D-8B5B-17F1-2E63F2DAEBE9}"/>
                    </a:ext>
                  </a:extLst>
                </p14:cNvPr>
                <p14:cNvContentPartPr/>
                <p14:nvPr/>
              </p14:nvContentPartPr>
              <p14:xfrm>
                <a:off x="10892571" y="1307813"/>
                <a:ext cx="167760" cy="4442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F828124-301D-8B5B-17F1-2E63F2DAEBE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886451" y="1301693"/>
                  <a:ext cx="180000" cy="45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A2889AA-D1D1-7CDD-A183-55575F08ADCE}"/>
                    </a:ext>
                  </a:extLst>
                </p14:cNvPr>
                <p14:cNvContentPartPr/>
                <p14:nvPr/>
              </p14:nvContentPartPr>
              <p14:xfrm>
                <a:off x="11097771" y="1123493"/>
                <a:ext cx="188640" cy="370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A2889AA-D1D1-7CDD-A183-55575F08ADC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091651" y="1117373"/>
                  <a:ext cx="2008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CF2EA76-B060-436C-2848-AC55F252AB4A}"/>
                    </a:ext>
                  </a:extLst>
                </p14:cNvPr>
                <p14:cNvContentPartPr/>
                <p14:nvPr/>
              </p14:nvContentPartPr>
              <p14:xfrm>
                <a:off x="11127651" y="1666013"/>
                <a:ext cx="120960" cy="1576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CF2EA76-B060-436C-2848-AC55F252AB4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121531" y="1659893"/>
                  <a:ext cx="1332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A12CE96-453E-0651-D571-C46EFE4EEEF5}"/>
                    </a:ext>
                  </a:extLst>
                </p14:cNvPr>
                <p14:cNvContentPartPr/>
                <p14:nvPr/>
              </p14:nvContentPartPr>
              <p14:xfrm>
                <a:off x="10933611" y="1709573"/>
                <a:ext cx="27000" cy="903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A12CE96-453E-0651-D571-C46EFE4EEEF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927491" y="1703453"/>
                  <a:ext cx="392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A548E22-9E8F-BB83-7D89-0BF6D5999E01}"/>
                    </a:ext>
                  </a:extLst>
                </p14:cNvPr>
                <p14:cNvContentPartPr/>
                <p14:nvPr/>
              </p14:nvContentPartPr>
              <p14:xfrm>
                <a:off x="11420331" y="1161653"/>
                <a:ext cx="178560" cy="4644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A548E22-9E8F-BB83-7D89-0BF6D5999E0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1414211" y="1155533"/>
                  <a:ext cx="190800" cy="47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C8A9AEA-1CFF-E1FB-50F5-022813B5992E}"/>
                    </a:ext>
                  </a:extLst>
                </p14:cNvPr>
                <p14:cNvContentPartPr/>
                <p14:nvPr/>
              </p14:nvContentPartPr>
              <p14:xfrm>
                <a:off x="11419611" y="967253"/>
                <a:ext cx="418680" cy="12340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C8A9AEA-1CFF-E1FB-50F5-022813B5992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413491" y="961133"/>
                  <a:ext cx="430920" cy="12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3C3DDA5-8816-CDE8-CE6E-A147B4FA0B52}"/>
                    </a:ext>
                  </a:extLst>
                </p14:cNvPr>
                <p14:cNvContentPartPr/>
                <p14:nvPr/>
              </p14:nvContentPartPr>
              <p14:xfrm>
                <a:off x="1538691" y="2687333"/>
                <a:ext cx="108360" cy="11041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3C3DDA5-8816-CDE8-CE6E-A147B4FA0B5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532571" y="2681213"/>
                  <a:ext cx="120600" cy="11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870E8E3-F7F2-E92A-BF31-41FB73BDDA4C}"/>
                    </a:ext>
                  </a:extLst>
                </p14:cNvPr>
                <p14:cNvContentPartPr/>
                <p14:nvPr/>
              </p14:nvContentPartPr>
              <p14:xfrm>
                <a:off x="1577931" y="2601293"/>
                <a:ext cx="1050480" cy="1274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870E8E3-F7F2-E92A-BF31-41FB73BDDA4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571811" y="2595173"/>
                  <a:ext cx="106272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988E68C-D74D-4405-F46A-223FBBAA1077}"/>
                    </a:ext>
                  </a:extLst>
                </p14:cNvPr>
                <p14:cNvContentPartPr/>
                <p14:nvPr/>
              </p14:nvContentPartPr>
              <p14:xfrm>
                <a:off x="2585931" y="2616773"/>
                <a:ext cx="65520" cy="9403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988E68C-D74D-4405-F46A-223FBBAA107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579811" y="2610653"/>
                  <a:ext cx="77760" cy="9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C2AFB00-BBA7-BA32-01A6-431C2C7B073F}"/>
                    </a:ext>
                  </a:extLst>
                </p14:cNvPr>
                <p14:cNvContentPartPr/>
                <p14:nvPr/>
              </p14:nvContentPartPr>
              <p14:xfrm>
                <a:off x="1520691" y="3475013"/>
                <a:ext cx="1147320" cy="3085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C2AFB00-BBA7-BA32-01A6-431C2C7B073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514571" y="3468893"/>
                  <a:ext cx="115956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33B6D14-F5C4-6B9A-7437-1D56F25D6346}"/>
                    </a:ext>
                  </a:extLst>
                </p14:cNvPr>
                <p14:cNvContentPartPr/>
                <p14:nvPr/>
              </p14:nvContentPartPr>
              <p14:xfrm>
                <a:off x="1936131" y="2345333"/>
                <a:ext cx="69120" cy="8272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33B6D14-F5C4-6B9A-7437-1D56F25D634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930011" y="2339213"/>
                  <a:ext cx="81360" cy="83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11B95E2-FBDC-355B-4FFC-D82F66122419}"/>
                    </a:ext>
                  </a:extLst>
                </p14:cNvPr>
                <p14:cNvContentPartPr/>
                <p14:nvPr/>
              </p14:nvContentPartPr>
              <p14:xfrm>
                <a:off x="1878171" y="2065973"/>
                <a:ext cx="1353240" cy="9583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11B95E2-FBDC-355B-4FFC-D82F6612241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872051" y="2059853"/>
                  <a:ext cx="1365480" cy="9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113120B-CFE0-7A3B-10D0-B2644DA0F995}"/>
                    </a:ext>
                  </a:extLst>
                </p14:cNvPr>
                <p14:cNvContentPartPr/>
                <p14:nvPr/>
              </p14:nvContentPartPr>
              <p14:xfrm>
                <a:off x="1857651" y="2830253"/>
                <a:ext cx="1466280" cy="4075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113120B-CFE0-7A3B-10D0-B2644DA0F99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851531" y="2824133"/>
                  <a:ext cx="1478520" cy="41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811962B-8C74-AA54-AAC7-145E5A3FBCB0}"/>
                    </a:ext>
                  </a:extLst>
                </p14:cNvPr>
                <p14:cNvContentPartPr/>
                <p14:nvPr/>
              </p14:nvContentPartPr>
              <p14:xfrm>
                <a:off x="1621131" y="2370173"/>
                <a:ext cx="330120" cy="5356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811962B-8C74-AA54-AAC7-145E5A3FBCB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615011" y="2364053"/>
                  <a:ext cx="342360" cy="54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EAA3754-BE23-B491-AB38-9FE126F2B5FB}"/>
                    </a:ext>
                  </a:extLst>
                </p14:cNvPr>
                <p14:cNvContentPartPr/>
                <p14:nvPr/>
              </p14:nvContentPartPr>
              <p14:xfrm>
                <a:off x="1676571" y="3088733"/>
                <a:ext cx="320040" cy="6786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EAA3754-BE23-B491-AB38-9FE126F2B5F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670451" y="3082613"/>
                  <a:ext cx="332280" cy="69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BBB5AE0-4ABA-FC51-B205-674F90471CFD}"/>
                    </a:ext>
                  </a:extLst>
                </p14:cNvPr>
                <p14:cNvContentPartPr/>
                <p14:nvPr/>
              </p14:nvContentPartPr>
              <p14:xfrm>
                <a:off x="3053571" y="2850053"/>
                <a:ext cx="51120" cy="208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BBB5AE0-4ABA-FC51-B205-674F90471CF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047451" y="2843933"/>
                  <a:ext cx="633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AF3378F-977C-937E-2E98-1176F19E6888}"/>
                    </a:ext>
                  </a:extLst>
                </p14:cNvPr>
                <p14:cNvContentPartPr/>
                <p14:nvPr/>
              </p14:nvContentPartPr>
              <p14:xfrm>
                <a:off x="2734251" y="2904413"/>
                <a:ext cx="447840" cy="5756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AF3378F-977C-937E-2E98-1176F19E688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728131" y="2898293"/>
                  <a:ext cx="460080" cy="58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1A2855D-7F6A-F31D-0DD6-36398A1BB565}"/>
                    </a:ext>
                  </a:extLst>
                </p14:cNvPr>
                <p14:cNvContentPartPr/>
                <p14:nvPr/>
              </p14:nvContentPartPr>
              <p14:xfrm>
                <a:off x="2617251" y="2056613"/>
                <a:ext cx="542880" cy="6494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1A2855D-7F6A-F31D-0DD6-36398A1BB56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611131" y="2050493"/>
                  <a:ext cx="555120" cy="66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E462F52-59C9-4F14-3876-794DF3F54AB0}"/>
                    </a:ext>
                  </a:extLst>
                </p14:cNvPr>
                <p14:cNvContentPartPr/>
                <p14:nvPr/>
              </p14:nvContentPartPr>
              <p14:xfrm>
                <a:off x="4607331" y="3373853"/>
                <a:ext cx="107280" cy="5284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E462F52-59C9-4F14-3876-794DF3F54AB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601211" y="3367733"/>
                  <a:ext cx="119520" cy="54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5F03C8D-62F3-6557-4305-9A79D85E3BDE}"/>
                    </a:ext>
                  </a:extLst>
                </p14:cNvPr>
                <p14:cNvContentPartPr/>
                <p14:nvPr/>
              </p14:nvContentPartPr>
              <p14:xfrm>
                <a:off x="4515891" y="3223373"/>
                <a:ext cx="402120" cy="4942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5F03C8D-62F3-6557-4305-9A79D85E3BD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509771" y="3217253"/>
                  <a:ext cx="414360" cy="50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4B217C4-CD15-0610-22DC-EB1976559C3C}"/>
                    </a:ext>
                  </a:extLst>
                </p14:cNvPr>
                <p14:cNvContentPartPr/>
                <p14:nvPr/>
              </p14:nvContentPartPr>
              <p14:xfrm>
                <a:off x="4970931" y="3192053"/>
                <a:ext cx="531000" cy="7106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4B217C4-CD15-0610-22DC-EB1976559C3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964811" y="3185933"/>
                  <a:ext cx="543240" cy="72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F022575-33C0-FFB4-2FFF-E047A249E7EB}"/>
                    </a:ext>
                  </a:extLst>
                </p14:cNvPr>
                <p14:cNvContentPartPr/>
                <p14:nvPr/>
              </p14:nvContentPartPr>
              <p14:xfrm>
                <a:off x="5517411" y="3315533"/>
                <a:ext cx="50760" cy="3823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F022575-33C0-FFB4-2FFF-E047A249E7E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511291" y="3309413"/>
                  <a:ext cx="6300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D5A809C-96A1-828F-CE12-6B1C6F55C60A}"/>
                    </a:ext>
                  </a:extLst>
                </p14:cNvPr>
                <p14:cNvContentPartPr/>
                <p14:nvPr/>
              </p14:nvContentPartPr>
              <p14:xfrm>
                <a:off x="5568891" y="3089813"/>
                <a:ext cx="337320" cy="9543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D5A809C-96A1-828F-CE12-6B1C6F55C60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562771" y="3083693"/>
                  <a:ext cx="349560" cy="9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321BA1F-F851-F3D7-AD20-D0B2A589419C}"/>
                    </a:ext>
                  </a:extLst>
                </p14:cNvPr>
                <p14:cNvContentPartPr/>
                <p14:nvPr/>
              </p14:nvContentPartPr>
              <p14:xfrm>
                <a:off x="6321291" y="3238493"/>
                <a:ext cx="258480" cy="1263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321BA1F-F851-F3D7-AD20-D0B2A589419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315171" y="3232373"/>
                  <a:ext cx="27072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AE2F863-0B4A-AC0F-8CFC-750D3992F403}"/>
                    </a:ext>
                  </a:extLst>
                </p14:cNvPr>
                <p14:cNvContentPartPr/>
                <p14:nvPr/>
              </p14:nvContentPartPr>
              <p14:xfrm>
                <a:off x="6434691" y="3525053"/>
                <a:ext cx="379080" cy="1846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AE2F863-0B4A-AC0F-8CFC-750D3992F40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428571" y="3518933"/>
                  <a:ext cx="39132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670B29B-9F35-5A3E-9DA5-C5324F31317D}"/>
                    </a:ext>
                  </a:extLst>
                </p14:cNvPr>
                <p14:cNvContentPartPr/>
                <p14:nvPr/>
              </p14:nvContentPartPr>
              <p14:xfrm>
                <a:off x="7790091" y="2847893"/>
                <a:ext cx="36720" cy="3603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670B29B-9F35-5A3E-9DA5-C5324F31317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783971" y="2841773"/>
                  <a:ext cx="4896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0710661-A088-F005-E128-73A6AC398B87}"/>
                    </a:ext>
                  </a:extLst>
                </p14:cNvPr>
                <p14:cNvContentPartPr/>
                <p14:nvPr/>
              </p14:nvContentPartPr>
              <p14:xfrm>
                <a:off x="7224531" y="3088373"/>
                <a:ext cx="1963440" cy="4024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0710661-A088-F005-E128-73A6AC398B8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218411" y="3082253"/>
                  <a:ext cx="197568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7205D0B-7BD5-6CF0-CDA0-0213BB0AA1D6}"/>
                    </a:ext>
                  </a:extLst>
                </p14:cNvPr>
                <p14:cNvContentPartPr/>
                <p14:nvPr/>
              </p14:nvContentPartPr>
              <p14:xfrm>
                <a:off x="7761291" y="1807133"/>
                <a:ext cx="3787920" cy="8632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7205D0B-7BD5-6CF0-CDA0-0213BB0AA1D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755171" y="1801013"/>
                  <a:ext cx="3800160" cy="87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3ED61F1-895E-76D7-A198-0A4BF6C3BB29}"/>
                    </a:ext>
                  </a:extLst>
                </p14:cNvPr>
                <p14:cNvContentPartPr/>
                <p14:nvPr/>
              </p14:nvContentPartPr>
              <p14:xfrm>
                <a:off x="8099331" y="3340733"/>
                <a:ext cx="463680" cy="5396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3ED61F1-895E-76D7-A198-0A4BF6C3BB2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093211" y="3334613"/>
                  <a:ext cx="475920" cy="55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2B9E0788-C312-4AC7-1DA2-D50495F8A01C}"/>
              </a:ext>
            </a:extLst>
          </p:cNvPr>
          <p:cNvGrpSpPr/>
          <p:nvPr/>
        </p:nvGrpSpPr>
        <p:grpSpPr>
          <a:xfrm>
            <a:off x="4952931" y="4152173"/>
            <a:ext cx="5185440" cy="2188080"/>
            <a:chOff x="4952931" y="4152173"/>
            <a:chExt cx="5185440" cy="218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FC7D662-3B71-8BCD-C865-BE30E4DC299D}"/>
                    </a:ext>
                  </a:extLst>
                </p14:cNvPr>
                <p14:cNvContentPartPr/>
                <p14:nvPr/>
              </p14:nvContentPartPr>
              <p14:xfrm>
                <a:off x="4995771" y="4677413"/>
                <a:ext cx="67320" cy="6580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FC7D662-3B71-8BCD-C865-BE30E4DC299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989651" y="4671293"/>
                  <a:ext cx="79560" cy="67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277F613-09BE-9A33-A20A-B9273BE5E3C1}"/>
                    </a:ext>
                  </a:extLst>
                </p14:cNvPr>
                <p14:cNvContentPartPr/>
                <p14:nvPr/>
              </p14:nvContentPartPr>
              <p14:xfrm>
                <a:off x="4952931" y="4494893"/>
                <a:ext cx="395280" cy="5914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277F613-09BE-9A33-A20A-B9273BE5E3C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946811" y="4488773"/>
                  <a:ext cx="407520" cy="60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0BCDAD0-D37F-7CC2-5073-6CFA46FF9067}"/>
                    </a:ext>
                  </a:extLst>
                </p14:cNvPr>
                <p14:cNvContentPartPr/>
                <p14:nvPr/>
              </p14:nvContentPartPr>
              <p14:xfrm>
                <a:off x="5952291" y="4474373"/>
                <a:ext cx="503280" cy="4237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0BCDAD0-D37F-7CC2-5073-6CFA46FF906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946171" y="4468253"/>
                  <a:ext cx="515520" cy="4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91CC442-BF43-392F-578D-C2B1A96DFDFC}"/>
                    </a:ext>
                  </a:extLst>
                </p14:cNvPr>
                <p14:cNvContentPartPr/>
                <p14:nvPr/>
              </p14:nvContentPartPr>
              <p14:xfrm>
                <a:off x="5578611" y="4483373"/>
                <a:ext cx="446760" cy="5713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91CC442-BF43-392F-578D-C2B1A96DFDF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572491" y="4477253"/>
                  <a:ext cx="459000" cy="58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0D0C1E2-01A3-7B2C-3ABD-3E57A524E4D6}"/>
                    </a:ext>
                  </a:extLst>
                </p14:cNvPr>
                <p14:cNvContentPartPr/>
                <p14:nvPr/>
              </p14:nvContentPartPr>
              <p14:xfrm>
                <a:off x="6153891" y="4231373"/>
                <a:ext cx="402480" cy="10040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0D0C1E2-01A3-7B2C-3ABD-3E57A524E4D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147771" y="4225253"/>
                  <a:ext cx="414720" cy="10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2F16416-2CB1-C66E-B7B4-29101F7DCE39}"/>
                    </a:ext>
                  </a:extLst>
                </p14:cNvPr>
                <p14:cNvContentPartPr/>
                <p14:nvPr/>
              </p14:nvContentPartPr>
              <p14:xfrm>
                <a:off x="7823211" y="4152173"/>
                <a:ext cx="28800" cy="4564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2F16416-2CB1-C66E-B7B4-29101F7DCE3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817091" y="4146053"/>
                  <a:ext cx="41040" cy="46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EE959FC-AED5-2CB9-82DC-22A8D9EAF350}"/>
                    </a:ext>
                  </a:extLst>
                </p14:cNvPr>
                <p14:cNvContentPartPr/>
                <p14:nvPr/>
              </p14:nvContentPartPr>
              <p14:xfrm>
                <a:off x="7385811" y="4506413"/>
                <a:ext cx="1172880" cy="2872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EE959FC-AED5-2CB9-82DC-22A8D9EAF35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379691" y="4500293"/>
                  <a:ext cx="118512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FA2D8CE-53BA-9646-437A-890889021045}"/>
                    </a:ext>
                  </a:extLst>
                </p14:cNvPr>
                <p14:cNvContentPartPr/>
                <p14:nvPr/>
              </p14:nvContentPartPr>
              <p14:xfrm>
                <a:off x="7913211" y="4849853"/>
                <a:ext cx="376920" cy="3880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FA2D8CE-53BA-9646-437A-89088902104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907091" y="4843733"/>
                  <a:ext cx="38916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B34B82D-C2E4-5223-E4F4-81425D15F2E5}"/>
                    </a:ext>
                  </a:extLst>
                </p14:cNvPr>
                <p14:cNvContentPartPr/>
                <p14:nvPr/>
              </p14:nvContentPartPr>
              <p14:xfrm>
                <a:off x="5141571" y="5949653"/>
                <a:ext cx="88920" cy="3906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B34B82D-C2E4-5223-E4F4-81425D15F2E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135451" y="5943533"/>
                  <a:ext cx="10116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6A4E57E-B36F-2D56-DDFC-F36C9562FA61}"/>
                    </a:ext>
                  </a:extLst>
                </p14:cNvPr>
                <p14:cNvContentPartPr/>
                <p14:nvPr/>
              </p14:nvContentPartPr>
              <p14:xfrm>
                <a:off x="5131491" y="5680013"/>
                <a:ext cx="366840" cy="4716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6A4E57E-B36F-2D56-DDFC-F36C9562FA6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125371" y="5673893"/>
                  <a:ext cx="379080" cy="48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E206745-D77A-7B7A-7702-F4A4770E08AF}"/>
                    </a:ext>
                  </a:extLst>
                </p14:cNvPr>
                <p14:cNvContentPartPr/>
                <p14:nvPr/>
              </p14:nvContentPartPr>
              <p14:xfrm>
                <a:off x="6072891" y="5548253"/>
                <a:ext cx="533880" cy="5990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E206745-D77A-7B7A-7702-F4A4770E08A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066771" y="5542133"/>
                  <a:ext cx="546120" cy="61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044AE48-3BAB-6D3B-C419-CB2885E39289}"/>
                    </a:ext>
                  </a:extLst>
                </p14:cNvPr>
                <p14:cNvContentPartPr/>
                <p14:nvPr/>
              </p14:nvContentPartPr>
              <p14:xfrm>
                <a:off x="5870571" y="5629253"/>
                <a:ext cx="356040" cy="5486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044AE48-3BAB-6D3B-C419-CB2885E3928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864451" y="5623133"/>
                  <a:ext cx="368280" cy="56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05D9477-F2BB-D4E1-EB37-2B7FB35E7F9D}"/>
                    </a:ext>
                  </a:extLst>
                </p14:cNvPr>
                <p14:cNvContentPartPr/>
                <p14:nvPr/>
              </p14:nvContentPartPr>
              <p14:xfrm>
                <a:off x="6590211" y="5393813"/>
                <a:ext cx="337320" cy="7819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05D9477-F2BB-D4E1-EB37-2B7FB35E7F9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584091" y="5387693"/>
                  <a:ext cx="349560" cy="79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32A1C44-CB4C-9CA4-C8FD-390B2B20A7AB}"/>
                    </a:ext>
                  </a:extLst>
                </p14:cNvPr>
                <p14:cNvContentPartPr/>
                <p14:nvPr/>
              </p14:nvContentPartPr>
              <p14:xfrm>
                <a:off x="7493091" y="5484533"/>
                <a:ext cx="284040" cy="3067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32A1C44-CB4C-9CA4-C8FD-390B2B20A7A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486971" y="5478413"/>
                  <a:ext cx="29628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DF643CB-53CD-1D58-B53C-1A7D36163EFD}"/>
                    </a:ext>
                  </a:extLst>
                </p14:cNvPr>
                <p14:cNvContentPartPr/>
                <p14:nvPr/>
              </p14:nvContentPartPr>
              <p14:xfrm>
                <a:off x="9182931" y="4750133"/>
                <a:ext cx="69120" cy="4953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DF643CB-53CD-1D58-B53C-1A7D36163EF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176811" y="4744013"/>
                  <a:ext cx="81360" cy="50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23CBA1D-88C4-67E4-62CC-5797399617E6}"/>
                    </a:ext>
                  </a:extLst>
                </p14:cNvPr>
                <p14:cNvContentPartPr/>
                <p14:nvPr/>
              </p14:nvContentPartPr>
              <p14:xfrm>
                <a:off x="8678931" y="5074853"/>
                <a:ext cx="1459440" cy="4852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23CBA1D-88C4-67E4-62CC-5797399617E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672811" y="5068733"/>
                  <a:ext cx="1471680" cy="49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3914EE1-E80F-9E01-9EC1-CE80B5FB51A3}"/>
                    </a:ext>
                  </a:extLst>
                </p14:cNvPr>
                <p14:cNvContentPartPr/>
                <p14:nvPr/>
              </p14:nvContentPartPr>
              <p14:xfrm>
                <a:off x="9248451" y="5375453"/>
                <a:ext cx="502920" cy="5342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3914EE1-E80F-9E01-9EC1-CE80B5FB51A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242331" y="5369333"/>
                  <a:ext cx="515160" cy="546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17691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449AE07-F832-5EE0-9D4E-E2EA2A4ED537}"/>
              </a:ext>
            </a:extLst>
          </p:cNvPr>
          <p:cNvGrpSpPr/>
          <p:nvPr/>
        </p:nvGrpSpPr>
        <p:grpSpPr>
          <a:xfrm>
            <a:off x="1104891" y="250853"/>
            <a:ext cx="2567520" cy="1617480"/>
            <a:chOff x="1104891" y="250853"/>
            <a:chExt cx="2567520" cy="161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3957A42-02FD-5884-937C-EAD9644173EE}"/>
                    </a:ext>
                  </a:extLst>
                </p14:cNvPr>
                <p14:cNvContentPartPr/>
                <p14:nvPr/>
              </p14:nvContentPartPr>
              <p14:xfrm>
                <a:off x="1104891" y="454973"/>
                <a:ext cx="90000" cy="13838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3957A42-02FD-5884-937C-EAD9644173E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98771" y="448853"/>
                  <a:ext cx="102240" cy="13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E905559-5AC1-DBE1-37F9-4ECB78013AD7}"/>
                    </a:ext>
                  </a:extLst>
                </p14:cNvPr>
                <p14:cNvContentPartPr/>
                <p14:nvPr/>
              </p14:nvContentPartPr>
              <p14:xfrm>
                <a:off x="1158531" y="274973"/>
                <a:ext cx="2513880" cy="1663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E905559-5AC1-DBE1-37F9-4ECB78013AD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52411" y="268853"/>
                  <a:ext cx="25261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A021ED8-3E18-DA19-9C6C-7126F70B9A7D}"/>
                    </a:ext>
                  </a:extLst>
                </p14:cNvPr>
                <p14:cNvContentPartPr/>
                <p14:nvPr/>
              </p14:nvContentPartPr>
              <p14:xfrm>
                <a:off x="1161771" y="1402493"/>
                <a:ext cx="2385360" cy="4658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A021ED8-3E18-DA19-9C6C-7126F70B9A7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55651" y="1396373"/>
                  <a:ext cx="2397600" cy="47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8CEBFD7-6DA5-8BB4-F77E-3B11C0566D67}"/>
                    </a:ext>
                  </a:extLst>
                </p14:cNvPr>
                <p14:cNvContentPartPr/>
                <p14:nvPr/>
              </p14:nvContentPartPr>
              <p14:xfrm>
                <a:off x="3503211" y="250853"/>
                <a:ext cx="108000" cy="13417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8CEBFD7-6DA5-8BB4-F77E-3B11C0566D6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497091" y="244733"/>
                  <a:ext cx="120240" cy="135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F140D26-EFC0-B4C9-4BDA-5B664ED702F5}"/>
              </a:ext>
            </a:extLst>
          </p:cNvPr>
          <p:cNvGrpSpPr/>
          <p:nvPr/>
        </p:nvGrpSpPr>
        <p:grpSpPr>
          <a:xfrm>
            <a:off x="1652451" y="500333"/>
            <a:ext cx="1405440" cy="421200"/>
            <a:chOff x="1652451" y="500333"/>
            <a:chExt cx="1405440" cy="42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6DB5F98-7773-615F-F84A-ECE28F9F9B50}"/>
                    </a:ext>
                  </a:extLst>
                </p14:cNvPr>
                <p14:cNvContentPartPr/>
                <p14:nvPr/>
              </p14:nvContentPartPr>
              <p14:xfrm>
                <a:off x="1652451" y="574853"/>
                <a:ext cx="368640" cy="3369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6DB5F98-7773-615F-F84A-ECE28F9F9B5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43811" y="566213"/>
                  <a:ext cx="38628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74CB1CF-DC53-3101-2D50-BF214CEBBE91}"/>
                    </a:ext>
                  </a:extLst>
                </p14:cNvPr>
                <p14:cNvContentPartPr/>
                <p14:nvPr/>
              </p14:nvContentPartPr>
              <p14:xfrm>
                <a:off x="2210091" y="528413"/>
                <a:ext cx="363600" cy="3931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74CB1CF-DC53-3101-2D50-BF214CEBBE9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201091" y="519773"/>
                  <a:ext cx="38124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C01CC26-200A-AAB2-7BFB-C11AD3957B57}"/>
                    </a:ext>
                  </a:extLst>
                </p14:cNvPr>
                <p14:cNvContentPartPr/>
                <p14:nvPr/>
              </p14:nvContentPartPr>
              <p14:xfrm>
                <a:off x="2759811" y="500333"/>
                <a:ext cx="298080" cy="3571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C01CC26-200A-AAB2-7BFB-C11AD3957B5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751171" y="491693"/>
                  <a:ext cx="315720" cy="374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60D4E3CF-3C20-C12D-B44B-D95A7A64313B}"/>
                  </a:ext>
                </a:extLst>
              </p14:cNvPr>
              <p14:cNvContentPartPr/>
              <p14:nvPr/>
            </p14:nvContentPartPr>
            <p14:xfrm>
              <a:off x="1612851" y="5630333"/>
              <a:ext cx="23400" cy="2304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60D4E3CF-3C20-C12D-B44B-D95A7A64313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603851" y="5621693"/>
                <a:ext cx="41040" cy="4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4B6537C2-8AFC-6ECF-21E2-BE8D3C71C17B}"/>
              </a:ext>
            </a:extLst>
          </p:cNvPr>
          <p:cNvGrpSpPr/>
          <p:nvPr/>
        </p:nvGrpSpPr>
        <p:grpSpPr>
          <a:xfrm>
            <a:off x="312171" y="3385373"/>
            <a:ext cx="2156040" cy="2258640"/>
            <a:chOff x="312171" y="3385373"/>
            <a:chExt cx="2156040" cy="225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186F5FF-6E9D-5B15-7D57-F8A11582F156}"/>
                    </a:ext>
                  </a:extLst>
                </p14:cNvPr>
                <p14:cNvContentPartPr/>
                <p14:nvPr/>
              </p14:nvContentPartPr>
              <p14:xfrm>
                <a:off x="469491" y="4263053"/>
                <a:ext cx="253800" cy="12636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186F5FF-6E9D-5B15-7D57-F8A11582F15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63371" y="4256933"/>
                  <a:ext cx="266040" cy="12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DEF9332-B8F8-81FD-844F-974E4A24A680}"/>
                    </a:ext>
                  </a:extLst>
                </p14:cNvPr>
                <p14:cNvContentPartPr/>
                <p14:nvPr/>
              </p14:nvContentPartPr>
              <p14:xfrm>
                <a:off x="312171" y="3385373"/>
                <a:ext cx="2156040" cy="16509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DEF9332-B8F8-81FD-844F-974E4A24A68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06051" y="3379253"/>
                  <a:ext cx="2168280" cy="166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EA421B0-0C2E-D31C-39C8-E973B021D001}"/>
                    </a:ext>
                  </a:extLst>
                </p14:cNvPr>
                <p14:cNvContentPartPr/>
                <p14:nvPr/>
              </p14:nvContentPartPr>
              <p14:xfrm>
                <a:off x="627531" y="4696493"/>
                <a:ext cx="1769760" cy="9475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EA421B0-0C2E-D31C-39C8-E973B021D00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21411" y="4690373"/>
                  <a:ext cx="1782000" cy="95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A033C05D-6EB5-FFFE-F437-9EB114009CD3}"/>
              </a:ext>
            </a:extLst>
          </p:cNvPr>
          <p:cNvGrpSpPr/>
          <p:nvPr/>
        </p:nvGrpSpPr>
        <p:grpSpPr>
          <a:xfrm>
            <a:off x="859371" y="3905573"/>
            <a:ext cx="863640" cy="656640"/>
            <a:chOff x="859371" y="3905573"/>
            <a:chExt cx="863640" cy="65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9D2278D-C3CE-046D-AE60-B65B7C05F03A}"/>
                    </a:ext>
                  </a:extLst>
                </p14:cNvPr>
                <p14:cNvContentPartPr/>
                <p14:nvPr/>
              </p14:nvContentPartPr>
              <p14:xfrm>
                <a:off x="859371" y="4107173"/>
                <a:ext cx="373320" cy="4550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9D2278D-C3CE-046D-AE60-B65B7C05F03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50371" y="4098173"/>
                  <a:ext cx="390960" cy="47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AC65B3D-5383-193B-6ACC-178769E2024E}"/>
                    </a:ext>
                  </a:extLst>
                </p14:cNvPr>
                <p14:cNvContentPartPr/>
                <p14:nvPr/>
              </p14:nvContentPartPr>
              <p14:xfrm>
                <a:off x="1350411" y="3905573"/>
                <a:ext cx="372600" cy="3952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AC65B3D-5383-193B-6ACC-178769E2024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341771" y="3896573"/>
                  <a:ext cx="390240" cy="412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0BCD7B8-5358-399F-65F6-56E6A6F86D9F}"/>
                  </a:ext>
                </a:extLst>
              </p14:cNvPr>
              <p14:cNvContentPartPr/>
              <p14:nvPr/>
            </p14:nvContentPartPr>
            <p14:xfrm>
              <a:off x="1937211" y="1065173"/>
              <a:ext cx="283680" cy="33012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0BCD7B8-5358-399F-65F6-56E6A6F86D9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928211" y="1056533"/>
                <a:ext cx="301320" cy="34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0AB6AF9-3473-A928-F124-72434B308E7D}"/>
                  </a:ext>
                </a:extLst>
              </p14:cNvPr>
              <p14:cNvContentPartPr/>
              <p14:nvPr/>
            </p14:nvContentPartPr>
            <p14:xfrm>
              <a:off x="2405931" y="1063013"/>
              <a:ext cx="219600" cy="3128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0AB6AF9-3473-A928-F124-72434B308E7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397291" y="1054373"/>
                <a:ext cx="237240" cy="33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CC9EA39-ADF4-4FCF-305B-B9FE6EDC6AD3}"/>
                  </a:ext>
                </a:extLst>
              </p14:cNvPr>
              <p14:cNvContentPartPr/>
              <p14:nvPr/>
            </p14:nvContentPartPr>
            <p14:xfrm>
              <a:off x="3676011" y="640373"/>
              <a:ext cx="1384560" cy="1746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CC9EA39-ADF4-4FCF-305B-B9FE6EDC6AD3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667011" y="631733"/>
                <a:ext cx="1402200" cy="1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D229BD56-F83A-20C5-9F5D-6F446AEA7826}"/>
                  </a:ext>
                </a:extLst>
              </p14:cNvPr>
              <p14:cNvContentPartPr/>
              <p14:nvPr/>
            </p14:nvContentPartPr>
            <p14:xfrm>
              <a:off x="4960491" y="378293"/>
              <a:ext cx="257040" cy="7711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D229BD56-F83A-20C5-9F5D-6F446AEA7826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951851" y="369653"/>
                <a:ext cx="274680" cy="78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848B090-84AE-BF99-86C1-0FCFA439620F}"/>
                  </a:ext>
                </a:extLst>
              </p14:cNvPr>
              <p14:cNvContentPartPr/>
              <p14:nvPr/>
            </p14:nvContentPartPr>
            <p14:xfrm>
              <a:off x="5603811" y="948893"/>
              <a:ext cx="18360" cy="57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848B090-84AE-BF99-86C1-0FCFA439620F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595171" y="939893"/>
                <a:ext cx="3600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6B200A69-E053-7465-748F-12E7611D5D59}"/>
                  </a:ext>
                </a:extLst>
              </p14:cNvPr>
              <p14:cNvContentPartPr/>
              <p14:nvPr/>
            </p14:nvContentPartPr>
            <p14:xfrm>
              <a:off x="5972811" y="530213"/>
              <a:ext cx="98640" cy="7257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6B200A69-E053-7465-748F-12E7611D5D59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964171" y="521573"/>
                <a:ext cx="116280" cy="74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6CB6295-00D2-5758-C9C6-F4E4DCD46379}"/>
                  </a:ext>
                </a:extLst>
              </p14:cNvPr>
              <p14:cNvContentPartPr/>
              <p14:nvPr/>
            </p14:nvContentPartPr>
            <p14:xfrm>
              <a:off x="5932851" y="361733"/>
              <a:ext cx="360720" cy="5439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6CB6295-00D2-5758-C9C6-F4E4DCD46379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924211" y="352733"/>
                <a:ext cx="378360" cy="56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48D3ECFF-E1A8-9A7A-E7DB-A0D06AA094EE}"/>
                  </a:ext>
                </a:extLst>
              </p14:cNvPr>
              <p14:cNvContentPartPr/>
              <p14:nvPr/>
            </p14:nvContentPartPr>
            <p14:xfrm>
              <a:off x="6468171" y="403853"/>
              <a:ext cx="443160" cy="69012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48D3ECFF-E1A8-9A7A-E7DB-A0D06AA094E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459531" y="395213"/>
                <a:ext cx="460800" cy="70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A94297B8-BFE1-76AF-E909-795D30B39366}"/>
                  </a:ext>
                </a:extLst>
              </p14:cNvPr>
              <p14:cNvContentPartPr/>
              <p14:nvPr/>
            </p14:nvContentPartPr>
            <p14:xfrm>
              <a:off x="6888291" y="400973"/>
              <a:ext cx="259560" cy="39708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A94297B8-BFE1-76AF-E909-795D30B39366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879291" y="392333"/>
                <a:ext cx="277200" cy="41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AE12CFF7-482D-88AD-BE80-272D12F26A38}"/>
                  </a:ext>
                </a:extLst>
              </p14:cNvPr>
              <p14:cNvContentPartPr/>
              <p14:nvPr/>
            </p14:nvContentPartPr>
            <p14:xfrm>
              <a:off x="7327131" y="321413"/>
              <a:ext cx="587880" cy="47772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AE12CFF7-482D-88AD-BE80-272D12F26A38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318131" y="312773"/>
                <a:ext cx="605520" cy="49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8EED51C7-EF5E-D4A1-50C5-B18107D02B96}"/>
                  </a:ext>
                </a:extLst>
              </p14:cNvPr>
              <p14:cNvContentPartPr/>
              <p14:nvPr/>
            </p14:nvContentPartPr>
            <p14:xfrm>
              <a:off x="7961451" y="210893"/>
              <a:ext cx="257400" cy="90324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8EED51C7-EF5E-D4A1-50C5-B18107D02B96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952451" y="201893"/>
                <a:ext cx="275040" cy="9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25FEB627-DA02-7002-363B-60325D9C1059}"/>
                  </a:ext>
                </a:extLst>
              </p14:cNvPr>
              <p14:cNvContentPartPr/>
              <p14:nvPr/>
            </p14:nvContentPartPr>
            <p14:xfrm>
              <a:off x="8732931" y="669893"/>
              <a:ext cx="199440" cy="8280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25FEB627-DA02-7002-363B-60325D9C1059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724291" y="660893"/>
                <a:ext cx="21708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7A9B59F7-6B43-3DF8-CFF8-CC4E054D7190}"/>
                  </a:ext>
                </a:extLst>
              </p14:cNvPr>
              <p14:cNvContentPartPr/>
              <p14:nvPr/>
            </p14:nvContentPartPr>
            <p14:xfrm>
              <a:off x="8746251" y="1013693"/>
              <a:ext cx="381240" cy="10872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7A9B59F7-6B43-3DF8-CFF8-CC4E054D7190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737611" y="1005053"/>
                <a:ext cx="398880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18D1090A-D2E1-AE4E-E3BC-3E2BB7FA75B4}"/>
                  </a:ext>
                </a:extLst>
              </p14:cNvPr>
              <p14:cNvContentPartPr/>
              <p14:nvPr/>
            </p14:nvContentPartPr>
            <p14:xfrm>
              <a:off x="10011291" y="305213"/>
              <a:ext cx="300960" cy="45720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18D1090A-D2E1-AE4E-E3BC-3E2BB7FA75B4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002291" y="296213"/>
                <a:ext cx="318600" cy="47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4CC62DD6-890C-2FF6-4F2F-7701BC81F2B5}"/>
                  </a:ext>
                </a:extLst>
              </p14:cNvPr>
              <p14:cNvContentPartPr/>
              <p14:nvPr/>
            </p14:nvContentPartPr>
            <p14:xfrm>
              <a:off x="9508011" y="1050773"/>
              <a:ext cx="1246680" cy="8676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4CC62DD6-890C-2FF6-4F2F-7701BC81F2B5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9499371" y="1041773"/>
                <a:ext cx="126432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3E3F93F5-DDA6-2BDC-0099-DFC260E740BC}"/>
                  </a:ext>
                </a:extLst>
              </p14:cNvPr>
              <p14:cNvContentPartPr/>
              <p14:nvPr/>
            </p14:nvContentPartPr>
            <p14:xfrm>
              <a:off x="9770091" y="1521653"/>
              <a:ext cx="365760" cy="55908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3E3F93F5-DDA6-2BDC-0099-DFC260E740BC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9761091" y="1513013"/>
                <a:ext cx="383400" cy="57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B39778BF-140C-6451-DD9C-86A80A5FAC53}"/>
                  </a:ext>
                </a:extLst>
              </p14:cNvPr>
              <p14:cNvContentPartPr/>
              <p14:nvPr/>
            </p14:nvContentPartPr>
            <p14:xfrm>
              <a:off x="9849651" y="1434893"/>
              <a:ext cx="622440" cy="8280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B39778BF-140C-6451-DD9C-86A80A5FAC53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9840651" y="1426253"/>
                <a:ext cx="64008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1AD959A0-574C-F763-3481-17B8F239C630}"/>
                  </a:ext>
                </a:extLst>
              </p14:cNvPr>
              <p14:cNvContentPartPr/>
              <p14:nvPr/>
            </p14:nvContentPartPr>
            <p14:xfrm>
              <a:off x="6823131" y="1521653"/>
              <a:ext cx="40320" cy="31608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1AD959A0-574C-F763-3481-17B8F239C630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814131" y="1513013"/>
                <a:ext cx="57960" cy="33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17696AFA-C2D5-1C82-B17E-BEF0CC497E37}"/>
                  </a:ext>
                </a:extLst>
              </p14:cNvPr>
              <p14:cNvContentPartPr/>
              <p14:nvPr/>
            </p14:nvContentPartPr>
            <p14:xfrm>
              <a:off x="6457731" y="1440653"/>
              <a:ext cx="617040" cy="69588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17696AFA-C2D5-1C82-B17E-BEF0CC497E37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449091" y="1432013"/>
                <a:ext cx="634680" cy="71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612237E7-8A14-B413-5730-3A56FBE2B11F}"/>
                  </a:ext>
                </a:extLst>
              </p14:cNvPr>
              <p14:cNvContentPartPr/>
              <p14:nvPr/>
            </p14:nvContentPartPr>
            <p14:xfrm>
              <a:off x="1136211" y="4613333"/>
              <a:ext cx="325800" cy="42660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612237E7-8A14-B413-5730-3A56FBE2B11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127571" y="4604333"/>
                <a:ext cx="343440" cy="44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7C818017-3584-8E87-2490-04CB40B0C519}"/>
                  </a:ext>
                </a:extLst>
              </p14:cNvPr>
              <p14:cNvContentPartPr/>
              <p14:nvPr/>
            </p14:nvContentPartPr>
            <p14:xfrm>
              <a:off x="1612131" y="4480853"/>
              <a:ext cx="303480" cy="28692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7C818017-3584-8E87-2490-04CB40B0C519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603491" y="4472213"/>
                <a:ext cx="321120" cy="30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83AF2051-885B-0456-7F64-C7B4419D88F8}"/>
                  </a:ext>
                </a:extLst>
              </p14:cNvPr>
              <p14:cNvContentPartPr/>
              <p14:nvPr/>
            </p14:nvContentPartPr>
            <p14:xfrm>
              <a:off x="2432571" y="2860853"/>
              <a:ext cx="52200" cy="62856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83AF2051-885B-0456-7F64-C7B4419D88F8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423931" y="2852213"/>
                <a:ext cx="69840" cy="64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098BF59D-BD21-BFC5-85AE-4803CA853834}"/>
                  </a:ext>
                </a:extLst>
              </p14:cNvPr>
              <p14:cNvContentPartPr/>
              <p14:nvPr/>
            </p14:nvContentPartPr>
            <p14:xfrm>
              <a:off x="2278491" y="2630813"/>
              <a:ext cx="595440" cy="70776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098BF59D-BD21-BFC5-85AE-4803CA853834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269491" y="2622173"/>
                <a:ext cx="613080" cy="72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EB511DB0-5C26-4F0C-9FAA-6C868B7F7989}"/>
                  </a:ext>
                </a:extLst>
              </p14:cNvPr>
              <p14:cNvContentPartPr/>
              <p14:nvPr/>
            </p14:nvContentPartPr>
            <p14:xfrm>
              <a:off x="3145731" y="2712173"/>
              <a:ext cx="410040" cy="87192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EB511DB0-5C26-4F0C-9FAA-6C868B7F7989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137091" y="2703533"/>
                <a:ext cx="427680" cy="88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D5CF1D3E-6418-4625-7B66-FDDE47DB2F2A}"/>
                  </a:ext>
                </a:extLst>
              </p14:cNvPr>
              <p14:cNvContentPartPr/>
              <p14:nvPr/>
            </p14:nvContentPartPr>
            <p14:xfrm>
              <a:off x="3850251" y="2801453"/>
              <a:ext cx="58680" cy="37224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D5CF1D3E-6418-4625-7B66-FDDE47DB2F2A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3841611" y="2792813"/>
                <a:ext cx="76320" cy="38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04440936-9D32-1762-98B3-7C3F719C317A}"/>
                  </a:ext>
                </a:extLst>
              </p14:cNvPr>
              <p14:cNvContentPartPr/>
              <p14:nvPr/>
            </p14:nvContentPartPr>
            <p14:xfrm>
              <a:off x="3757731" y="2548373"/>
              <a:ext cx="486720" cy="86220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04440936-9D32-1762-98B3-7C3F719C317A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749091" y="2539373"/>
                <a:ext cx="504360" cy="87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286C3074-2DB2-6F64-7F2A-CBB695B5FCFD}"/>
                  </a:ext>
                </a:extLst>
              </p14:cNvPr>
              <p14:cNvContentPartPr/>
              <p14:nvPr/>
            </p14:nvContentPartPr>
            <p14:xfrm>
              <a:off x="4256331" y="2414813"/>
              <a:ext cx="106200" cy="69048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286C3074-2DB2-6F64-7F2A-CBB695B5FCFD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247331" y="2406173"/>
                <a:ext cx="123840" cy="70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67379446-735F-66A7-F063-28D3B6C7CC60}"/>
                  </a:ext>
                </a:extLst>
              </p14:cNvPr>
              <p14:cNvContentPartPr/>
              <p14:nvPr/>
            </p14:nvContentPartPr>
            <p14:xfrm>
              <a:off x="4491771" y="2796773"/>
              <a:ext cx="974880" cy="27036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67379446-735F-66A7-F063-28D3B6C7CC60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483131" y="2788133"/>
                <a:ext cx="99252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C227CE7D-393A-AE2F-3E4F-0B833A6B5035}"/>
                  </a:ext>
                </a:extLst>
              </p14:cNvPr>
              <p14:cNvContentPartPr/>
              <p14:nvPr/>
            </p14:nvContentPartPr>
            <p14:xfrm>
              <a:off x="5102331" y="2308613"/>
              <a:ext cx="539640" cy="110736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C227CE7D-393A-AE2F-3E4F-0B833A6B5035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5093691" y="2299613"/>
                <a:ext cx="557280" cy="11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DF978807-3782-2C0F-7A25-63F4FC604466}"/>
                  </a:ext>
                </a:extLst>
              </p14:cNvPr>
              <p14:cNvContentPartPr/>
              <p14:nvPr/>
            </p14:nvContentPartPr>
            <p14:xfrm>
              <a:off x="6279171" y="2830613"/>
              <a:ext cx="30600" cy="4068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DF978807-3782-2C0F-7A25-63F4FC604466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6270531" y="2821613"/>
                <a:ext cx="4824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058F1D8E-A6E1-B537-8220-C13DB61522C9}"/>
                  </a:ext>
                </a:extLst>
              </p14:cNvPr>
              <p14:cNvContentPartPr/>
              <p14:nvPr/>
            </p14:nvContentPartPr>
            <p14:xfrm>
              <a:off x="6278811" y="2566013"/>
              <a:ext cx="441000" cy="16740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058F1D8E-A6E1-B537-8220-C13DB61522C9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6270171" y="2557013"/>
                <a:ext cx="458640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34DB99BC-826C-839D-E161-CF0C1302F65C}"/>
                  </a:ext>
                </a:extLst>
              </p14:cNvPr>
              <p14:cNvContentPartPr/>
              <p14:nvPr/>
            </p14:nvContentPartPr>
            <p14:xfrm>
              <a:off x="6337131" y="2940053"/>
              <a:ext cx="383760" cy="14256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34DB99BC-826C-839D-E161-CF0C1302F65C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6328131" y="2931413"/>
                <a:ext cx="40140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E94D2190-BFE9-785D-5E30-79685EE72AD6}"/>
                  </a:ext>
                </a:extLst>
              </p14:cNvPr>
              <p14:cNvContentPartPr/>
              <p14:nvPr/>
            </p14:nvContentPartPr>
            <p14:xfrm>
              <a:off x="4460811" y="3366653"/>
              <a:ext cx="33120" cy="2088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E94D2190-BFE9-785D-5E30-79685EE72AD6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4452171" y="3357653"/>
                <a:ext cx="5076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D7B7BB26-F3DA-E17F-55CD-C185D190072F}"/>
                  </a:ext>
                </a:extLst>
              </p14:cNvPr>
              <p14:cNvContentPartPr/>
              <p14:nvPr/>
            </p14:nvContentPartPr>
            <p14:xfrm>
              <a:off x="5164971" y="2625413"/>
              <a:ext cx="284760" cy="84996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D7B7BB26-F3DA-E17F-55CD-C185D190072F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5156331" y="2616773"/>
                <a:ext cx="302400" cy="86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3BC5CBE2-4044-3D8B-DA08-A0EEB58A30A0}"/>
                  </a:ext>
                </a:extLst>
              </p14:cNvPr>
              <p14:cNvContentPartPr/>
              <p14:nvPr/>
            </p14:nvContentPartPr>
            <p14:xfrm>
              <a:off x="5414811" y="2860493"/>
              <a:ext cx="209160" cy="43704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3BC5CBE2-4044-3D8B-DA08-A0EEB58A30A0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5405811" y="2851853"/>
                <a:ext cx="226800" cy="45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A745AE7A-3DD0-3FAD-874B-C314BFCDBEE5}"/>
                  </a:ext>
                </a:extLst>
              </p14:cNvPr>
              <p14:cNvContentPartPr/>
              <p14:nvPr/>
            </p14:nvContentPartPr>
            <p14:xfrm>
              <a:off x="5818371" y="2906573"/>
              <a:ext cx="337680" cy="29664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A745AE7A-3DD0-3FAD-874B-C314BFCDBEE5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5809371" y="2897573"/>
                <a:ext cx="355320" cy="31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64649761-7DC2-8B12-E662-056FE5A4BAEA}"/>
                  </a:ext>
                </a:extLst>
              </p14:cNvPr>
              <p14:cNvContentPartPr/>
              <p14:nvPr/>
            </p14:nvContentPartPr>
            <p14:xfrm>
              <a:off x="5306091" y="2756813"/>
              <a:ext cx="969480" cy="76932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64649761-7DC2-8B12-E662-056FE5A4BAEA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5297091" y="2747813"/>
                <a:ext cx="987120" cy="78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63E006F1-F7FE-AD4C-2584-3AC9FDEC16EB}"/>
                  </a:ext>
                </a:extLst>
              </p14:cNvPr>
              <p14:cNvContentPartPr/>
              <p14:nvPr/>
            </p14:nvContentPartPr>
            <p14:xfrm>
              <a:off x="7049211" y="1141493"/>
              <a:ext cx="95040" cy="5184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63E006F1-F7FE-AD4C-2584-3AC9FDEC16EB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7040211" y="1132853"/>
                <a:ext cx="11268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57CEAD38-0C6A-BB8E-9818-E24DFEE551B0}"/>
                  </a:ext>
                </a:extLst>
              </p14:cNvPr>
              <p14:cNvContentPartPr/>
              <p14:nvPr/>
            </p14:nvContentPartPr>
            <p14:xfrm>
              <a:off x="6833931" y="1160213"/>
              <a:ext cx="187200" cy="2412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57CEAD38-0C6A-BB8E-9818-E24DFEE551B0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6824931" y="1151573"/>
                <a:ext cx="20484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59E10B7E-F829-EFCE-14CA-90555AA1484D}"/>
                  </a:ext>
                </a:extLst>
              </p14:cNvPr>
              <p14:cNvContentPartPr/>
              <p14:nvPr/>
            </p14:nvContentPartPr>
            <p14:xfrm>
              <a:off x="6087651" y="4570853"/>
              <a:ext cx="289800" cy="11484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59E10B7E-F829-EFCE-14CA-90555AA1484D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6078651" y="4561853"/>
                <a:ext cx="307440" cy="13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7D97741A-9E14-37B7-529A-83D017885546}"/>
                  </a:ext>
                </a:extLst>
              </p14:cNvPr>
              <p14:cNvContentPartPr/>
              <p14:nvPr/>
            </p14:nvContentPartPr>
            <p14:xfrm>
              <a:off x="6317691" y="4920773"/>
              <a:ext cx="386280" cy="23472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7D97741A-9E14-37B7-529A-83D017885546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6309051" y="4911773"/>
                <a:ext cx="40392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32A3F09B-86EF-2C20-16F4-F2A6A5077358}"/>
                  </a:ext>
                </a:extLst>
              </p14:cNvPr>
              <p14:cNvContentPartPr/>
              <p14:nvPr/>
            </p14:nvContentPartPr>
            <p14:xfrm>
              <a:off x="2238531" y="4265213"/>
              <a:ext cx="154800" cy="8388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32A3F09B-86EF-2C20-16F4-F2A6A5077358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2229891" y="4256213"/>
                <a:ext cx="17244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654035F7-0177-E85B-912A-B7595CCD1BE4}"/>
                  </a:ext>
                </a:extLst>
              </p14:cNvPr>
              <p14:cNvContentPartPr/>
              <p14:nvPr/>
            </p14:nvContentPartPr>
            <p14:xfrm>
              <a:off x="2383971" y="4233893"/>
              <a:ext cx="96120" cy="12312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654035F7-0177-E85B-912A-B7595CCD1BE4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2374971" y="4224893"/>
                <a:ext cx="11376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335DB1A3-182F-65EB-86A1-6C176BBCDF5E}"/>
                  </a:ext>
                </a:extLst>
              </p14:cNvPr>
              <p14:cNvContentPartPr/>
              <p14:nvPr/>
            </p14:nvContentPartPr>
            <p14:xfrm>
              <a:off x="2376051" y="4269533"/>
              <a:ext cx="131760" cy="6660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335DB1A3-182F-65EB-86A1-6C176BBCDF5E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2367411" y="4260533"/>
                <a:ext cx="149400" cy="8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EB7114A6-EA01-C3BE-F98E-95C944FE5C20}"/>
                  </a:ext>
                </a:extLst>
              </p14:cNvPr>
              <p14:cNvContentPartPr/>
              <p14:nvPr/>
            </p14:nvContentPartPr>
            <p14:xfrm>
              <a:off x="2426811" y="4271693"/>
              <a:ext cx="87120" cy="6552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EB7114A6-EA01-C3BE-F98E-95C944FE5C20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2417811" y="4263053"/>
                <a:ext cx="10476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1613C62D-60F9-7B20-3ADA-6440BE1C3CD4}"/>
                  </a:ext>
                </a:extLst>
              </p14:cNvPr>
              <p14:cNvContentPartPr/>
              <p14:nvPr/>
            </p14:nvContentPartPr>
            <p14:xfrm>
              <a:off x="3515811" y="4539533"/>
              <a:ext cx="83160" cy="85248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1613C62D-60F9-7B20-3ADA-6440BE1C3CD4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3507171" y="4530533"/>
                <a:ext cx="100800" cy="87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2BCB0B36-F87D-F5A1-B39E-CF90FA8F9218}"/>
                  </a:ext>
                </a:extLst>
              </p14:cNvPr>
              <p14:cNvContentPartPr/>
              <p14:nvPr/>
            </p14:nvContentPartPr>
            <p14:xfrm>
              <a:off x="3621651" y="4331093"/>
              <a:ext cx="217800" cy="62028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2BCB0B36-F87D-F5A1-B39E-CF90FA8F9218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3612651" y="4322453"/>
                <a:ext cx="235440" cy="63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D90CBCB0-557D-71A8-F9F0-6787F95D7D63}"/>
                  </a:ext>
                </a:extLst>
              </p14:cNvPr>
              <p14:cNvContentPartPr/>
              <p14:nvPr/>
            </p14:nvContentPartPr>
            <p14:xfrm>
              <a:off x="4424091" y="4218413"/>
              <a:ext cx="548640" cy="75276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D90CBCB0-557D-71A8-F9F0-6787F95D7D63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4415091" y="4209413"/>
                <a:ext cx="566280" cy="77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E6004856-D18D-8BA0-83C8-8F79D871E8D4}"/>
                  </a:ext>
                </a:extLst>
              </p14:cNvPr>
              <p14:cNvContentPartPr/>
              <p14:nvPr/>
            </p14:nvContentPartPr>
            <p14:xfrm>
              <a:off x="4123851" y="4276013"/>
              <a:ext cx="219240" cy="107856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E6004856-D18D-8BA0-83C8-8F79D871E8D4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4114851" y="4267373"/>
                <a:ext cx="236880" cy="109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7591A2E5-C869-7692-92AE-11FAF406500D}"/>
                  </a:ext>
                </a:extLst>
              </p14:cNvPr>
              <p14:cNvContentPartPr/>
              <p14:nvPr/>
            </p14:nvContentPartPr>
            <p14:xfrm>
              <a:off x="4740531" y="4128413"/>
              <a:ext cx="617400" cy="111276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7591A2E5-C869-7692-92AE-11FAF406500D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4731891" y="4119773"/>
                <a:ext cx="635040" cy="11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886D8E76-98E6-59BB-FD4C-F2C1605DB073}"/>
                  </a:ext>
                </a:extLst>
              </p14:cNvPr>
              <p14:cNvContentPartPr/>
              <p14:nvPr/>
            </p14:nvContentPartPr>
            <p14:xfrm>
              <a:off x="2482251" y="5703053"/>
              <a:ext cx="177480" cy="82080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886D8E76-98E6-59BB-FD4C-F2C1605DB073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2473251" y="5694413"/>
                <a:ext cx="195120" cy="83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C1E32B22-8BDE-74FC-ECBF-0865CA9D9AA6}"/>
                  </a:ext>
                </a:extLst>
              </p14:cNvPr>
              <p14:cNvContentPartPr/>
              <p14:nvPr/>
            </p14:nvContentPartPr>
            <p14:xfrm>
              <a:off x="2638491" y="5350253"/>
              <a:ext cx="1078560" cy="146052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C1E32B22-8BDE-74FC-ECBF-0865CA9D9AA6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2629491" y="5341253"/>
                <a:ext cx="1096200" cy="147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A314DF76-C888-FDDB-8065-5F9B3092F98E}"/>
                  </a:ext>
                </a:extLst>
              </p14:cNvPr>
              <p14:cNvContentPartPr/>
              <p14:nvPr/>
            </p14:nvContentPartPr>
            <p14:xfrm>
              <a:off x="2693931" y="5690453"/>
              <a:ext cx="314640" cy="33120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A314DF76-C888-FDDB-8065-5F9B3092F98E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2684931" y="5681453"/>
                <a:ext cx="332280" cy="34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57CB9DF4-F6A6-9A70-BB70-1D0F1B54FF7A}"/>
                  </a:ext>
                </a:extLst>
              </p14:cNvPr>
              <p14:cNvContentPartPr/>
              <p14:nvPr/>
            </p14:nvContentPartPr>
            <p14:xfrm>
              <a:off x="3129531" y="5537093"/>
              <a:ext cx="256320" cy="36000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57CB9DF4-F6A6-9A70-BB70-1D0F1B54FF7A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3120891" y="5528453"/>
                <a:ext cx="273960" cy="37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ED03518A-DEF1-6F72-9850-EEC724E96E13}"/>
                  </a:ext>
                </a:extLst>
              </p14:cNvPr>
              <p14:cNvContentPartPr/>
              <p14:nvPr/>
            </p14:nvContentPartPr>
            <p14:xfrm>
              <a:off x="3163371" y="6151253"/>
              <a:ext cx="164520" cy="19836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ED03518A-DEF1-6F72-9850-EEC724E96E13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3154731" y="6142613"/>
                <a:ext cx="1821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A7B74439-2205-D18C-4258-3256F0F0B06C}"/>
                  </a:ext>
                </a:extLst>
              </p14:cNvPr>
              <p14:cNvContentPartPr/>
              <p14:nvPr/>
            </p14:nvContentPartPr>
            <p14:xfrm>
              <a:off x="7673451" y="4047053"/>
              <a:ext cx="546120" cy="56232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A7B74439-2205-D18C-4258-3256F0F0B06C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7664811" y="4038053"/>
                <a:ext cx="563760" cy="57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F85B4F20-522A-130D-270C-709D5033C5D3}"/>
                  </a:ext>
                </a:extLst>
              </p14:cNvPr>
              <p14:cNvContentPartPr/>
              <p14:nvPr/>
            </p14:nvContentPartPr>
            <p14:xfrm>
              <a:off x="7307331" y="4639973"/>
              <a:ext cx="1415520" cy="34380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F85B4F20-522A-130D-270C-709D5033C5D3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7298691" y="4630973"/>
                <a:ext cx="1433160" cy="36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FDA60DF0-BAA3-FC3B-7C18-4066AADEC53D}"/>
                  </a:ext>
                </a:extLst>
              </p14:cNvPr>
              <p14:cNvContentPartPr/>
              <p14:nvPr/>
            </p14:nvContentPartPr>
            <p14:xfrm>
              <a:off x="7272771" y="4963253"/>
              <a:ext cx="1054080" cy="108108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FDA60DF0-BAA3-FC3B-7C18-4066AADEC53D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7264131" y="4954613"/>
                <a:ext cx="1071720" cy="109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4E556979-6A95-11F5-75F6-46AD16A5894C}"/>
                  </a:ext>
                </a:extLst>
              </p14:cNvPr>
              <p14:cNvContentPartPr/>
              <p14:nvPr/>
            </p14:nvContentPartPr>
            <p14:xfrm>
              <a:off x="5503371" y="6161693"/>
              <a:ext cx="29880" cy="18324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4E556979-6A95-11F5-75F6-46AD16A5894C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5494731" y="6152693"/>
                <a:ext cx="4752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5128639A-5F6C-589E-A595-B9EAD1CE63E8}"/>
                  </a:ext>
                </a:extLst>
              </p14:cNvPr>
              <p14:cNvContentPartPr/>
              <p14:nvPr/>
            </p14:nvContentPartPr>
            <p14:xfrm>
              <a:off x="5350731" y="6023093"/>
              <a:ext cx="299160" cy="16884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5128639A-5F6C-589E-A595-B9EAD1CE63E8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5342091" y="6014093"/>
                <a:ext cx="31680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3FB4B9DE-2650-0457-6A3E-6F389AFDA2A1}"/>
                  </a:ext>
                </a:extLst>
              </p14:cNvPr>
              <p14:cNvContentPartPr/>
              <p14:nvPr/>
            </p14:nvContentPartPr>
            <p14:xfrm>
              <a:off x="5971731" y="5813933"/>
              <a:ext cx="70560" cy="44532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3FB4B9DE-2650-0457-6A3E-6F389AFDA2A1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5962731" y="5804933"/>
                <a:ext cx="88200" cy="46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2947317D-1B2E-790C-05CE-AF4C7A3276B5}"/>
                  </a:ext>
                </a:extLst>
              </p14:cNvPr>
              <p14:cNvContentPartPr/>
              <p14:nvPr/>
            </p14:nvContentPartPr>
            <p14:xfrm>
              <a:off x="6003771" y="5720333"/>
              <a:ext cx="280080" cy="46836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2947317D-1B2E-790C-05CE-AF4C7A3276B5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5995131" y="5711333"/>
                <a:ext cx="297720" cy="48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31919451-7BB9-FE3B-7E49-4369F49BEED3}"/>
                  </a:ext>
                </a:extLst>
              </p14:cNvPr>
              <p14:cNvContentPartPr/>
              <p14:nvPr/>
            </p14:nvContentPartPr>
            <p14:xfrm>
              <a:off x="5674011" y="5747333"/>
              <a:ext cx="389520" cy="53496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31919451-7BB9-FE3B-7E49-4369F49BEED3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5665371" y="5738333"/>
                <a:ext cx="407160" cy="55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1F9884C0-FD17-577D-8118-0EEC173243C3}"/>
                  </a:ext>
                </a:extLst>
              </p14:cNvPr>
              <p14:cNvContentPartPr/>
              <p14:nvPr/>
            </p14:nvContentPartPr>
            <p14:xfrm>
              <a:off x="6295011" y="5560853"/>
              <a:ext cx="363240" cy="84996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1F9884C0-FD17-577D-8118-0EEC173243C3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6286011" y="5552213"/>
                <a:ext cx="380880" cy="86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C1246A84-E334-99AD-33B8-1F54BE8A85C8}"/>
                  </a:ext>
                </a:extLst>
              </p14:cNvPr>
              <p14:cNvContentPartPr/>
              <p14:nvPr/>
            </p14:nvContentPartPr>
            <p14:xfrm>
              <a:off x="4366851" y="6261053"/>
              <a:ext cx="67680" cy="45180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C1246A84-E334-99AD-33B8-1F54BE8A85C8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4357851" y="6252053"/>
                <a:ext cx="85320" cy="46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C92B62D6-6620-6505-4D73-9E57DDBE3D06}"/>
                  </a:ext>
                </a:extLst>
              </p14:cNvPr>
              <p14:cNvContentPartPr/>
              <p14:nvPr/>
            </p14:nvContentPartPr>
            <p14:xfrm>
              <a:off x="4481331" y="5996093"/>
              <a:ext cx="492480" cy="78336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C92B62D6-6620-6505-4D73-9E57DDBE3D06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4472691" y="5987093"/>
                <a:ext cx="510120" cy="80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3056B415-74F7-2AFE-C896-D490409CFA51}"/>
                  </a:ext>
                </a:extLst>
              </p14:cNvPr>
              <p14:cNvContentPartPr/>
              <p14:nvPr/>
            </p14:nvContentPartPr>
            <p14:xfrm>
              <a:off x="4564491" y="6199493"/>
              <a:ext cx="174600" cy="14760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3056B415-74F7-2AFE-C896-D490409CFA51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4555851" y="6190493"/>
                <a:ext cx="192240" cy="1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C79DE81F-9CCE-18E1-E9D5-A92DAB95F265}"/>
                  </a:ext>
                </a:extLst>
              </p14:cNvPr>
              <p14:cNvContentPartPr/>
              <p14:nvPr/>
            </p14:nvContentPartPr>
            <p14:xfrm>
              <a:off x="4779411" y="6506213"/>
              <a:ext cx="84960" cy="20088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C79DE81F-9CCE-18E1-E9D5-A92DAB95F265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4770771" y="6497213"/>
                <a:ext cx="10260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E3F1B46D-5A3D-7ACD-8A26-68CFB189FD0B}"/>
                  </a:ext>
                </a:extLst>
              </p14:cNvPr>
              <p14:cNvContentPartPr/>
              <p14:nvPr/>
            </p14:nvContentPartPr>
            <p14:xfrm>
              <a:off x="8839131" y="5259173"/>
              <a:ext cx="160560" cy="54936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E3F1B46D-5A3D-7ACD-8A26-68CFB189FD0B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8830491" y="5250533"/>
                <a:ext cx="178200" cy="56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6CC2736E-01DA-FF7C-B9CF-37B9933A23B3}"/>
                  </a:ext>
                </a:extLst>
              </p14:cNvPr>
              <p14:cNvContentPartPr/>
              <p14:nvPr/>
            </p14:nvContentPartPr>
            <p14:xfrm>
              <a:off x="8255571" y="5885933"/>
              <a:ext cx="1466640" cy="26352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6CC2736E-01DA-FF7C-B9CF-37B9933A23B3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8246571" y="5876933"/>
                <a:ext cx="1484280" cy="28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B6D19FE5-7AF5-C63A-EEF8-1453AF3C4BD9}"/>
                  </a:ext>
                </a:extLst>
              </p14:cNvPr>
              <p14:cNvContentPartPr/>
              <p14:nvPr/>
            </p14:nvContentPartPr>
            <p14:xfrm>
              <a:off x="8735451" y="6140453"/>
              <a:ext cx="773280" cy="602280"/>
            </p14:xfrm>
          </p:contentPart>
        </mc:Choice>
        <mc:Fallback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B6D19FE5-7AF5-C63A-EEF8-1453AF3C4BD9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8726451" y="6131453"/>
                <a:ext cx="790920" cy="61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86DC59C0-0DA7-CB46-EA4E-3A021C55391F}"/>
                  </a:ext>
                </a:extLst>
              </p14:cNvPr>
              <p14:cNvContentPartPr/>
              <p14:nvPr/>
            </p14:nvContentPartPr>
            <p14:xfrm>
              <a:off x="7795851" y="6190493"/>
              <a:ext cx="177840" cy="8280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86DC59C0-0DA7-CB46-EA4E-3A021C55391F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7786851" y="6181493"/>
                <a:ext cx="19548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84149E30-4138-3599-F8A4-6D78837760A1}"/>
                  </a:ext>
                </a:extLst>
              </p14:cNvPr>
              <p14:cNvContentPartPr/>
              <p14:nvPr/>
            </p14:nvContentPartPr>
            <p14:xfrm>
              <a:off x="7997451" y="6272933"/>
              <a:ext cx="282600" cy="11088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84149E30-4138-3599-F8A4-6D78837760A1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7988811" y="6263933"/>
                <a:ext cx="300240" cy="12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5F929101-E203-4A40-723F-EA8A75B3CA45}"/>
                  </a:ext>
                </a:extLst>
              </p14:cNvPr>
              <p14:cNvContentPartPr/>
              <p14:nvPr/>
            </p14:nvContentPartPr>
            <p14:xfrm>
              <a:off x="7769571" y="2225453"/>
              <a:ext cx="367200" cy="48420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5F929101-E203-4A40-723F-EA8A75B3CA45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7760571" y="2216813"/>
                <a:ext cx="384840" cy="50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694C3CDE-36F1-7BD1-837F-7F099F86AEA9}"/>
                  </a:ext>
                </a:extLst>
              </p14:cNvPr>
              <p14:cNvContentPartPr/>
              <p14:nvPr/>
            </p14:nvContentPartPr>
            <p14:xfrm>
              <a:off x="7317411" y="2997293"/>
              <a:ext cx="1631520" cy="26568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694C3CDE-36F1-7BD1-837F-7F099F86AEA9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7308771" y="2988293"/>
                <a:ext cx="1649160" cy="28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BAE553E4-402C-4A7B-A0F1-C09CD66F7193}"/>
                  </a:ext>
                </a:extLst>
              </p14:cNvPr>
              <p14:cNvContentPartPr/>
              <p14:nvPr/>
            </p14:nvContentPartPr>
            <p14:xfrm>
              <a:off x="7870731" y="3255053"/>
              <a:ext cx="624960" cy="51804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BAE553E4-402C-4A7B-A0F1-C09CD66F7193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7861731" y="3246053"/>
                <a:ext cx="642600" cy="53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27AAE9D2-80C2-F2CF-82E4-6D80C687257E}"/>
                  </a:ext>
                </a:extLst>
              </p14:cNvPr>
              <p14:cNvContentPartPr/>
              <p14:nvPr/>
            </p14:nvContentPartPr>
            <p14:xfrm>
              <a:off x="9451851" y="2621093"/>
              <a:ext cx="235440" cy="10980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27AAE9D2-80C2-F2CF-82E4-6D80C687257E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9442851" y="2612093"/>
                <a:ext cx="25308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58815C50-FD79-E667-5DB0-522C9A39B8CB}"/>
                  </a:ext>
                </a:extLst>
              </p14:cNvPr>
              <p14:cNvContentPartPr/>
              <p14:nvPr/>
            </p14:nvContentPartPr>
            <p14:xfrm>
              <a:off x="9386691" y="2924933"/>
              <a:ext cx="386280" cy="12528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58815C50-FD79-E667-5DB0-522C9A39B8CB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9377691" y="2916293"/>
                <a:ext cx="40392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A24B19F5-A91C-20EE-6C5B-B10634B24A7F}"/>
                  </a:ext>
                </a:extLst>
              </p14:cNvPr>
              <p14:cNvContentPartPr/>
              <p14:nvPr/>
            </p14:nvContentPartPr>
            <p14:xfrm>
              <a:off x="10317291" y="2339933"/>
              <a:ext cx="123840" cy="42156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A24B19F5-A91C-20EE-6C5B-B10634B24A7F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10308651" y="2331293"/>
                <a:ext cx="141480" cy="43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8A80C723-330B-BE57-C0EC-B9E181F97046}"/>
                  </a:ext>
                </a:extLst>
              </p14:cNvPr>
              <p14:cNvContentPartPr/>
              <p14:nvPr/>
            </p14:nvContentPartPr>
            <p14:xfrm>
              <a:off x="9852171" y="3083693"/>
              <a:ext cx="828720" cy="12492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8A80C723-330B-BE57-C0EC-B9E181F97046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9843171" y="3075053"/>
                <a:ext cx="846360" cy="14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F6947FCB-E633-9196-C6F1-BAECE1F28FBE}"/>
                  </a:ext>
                </a:extLst>
              </p14:cNvPr>
              <p14:cNvContentPartPr/>
              <p14:nvPr/>
            </p14:nvContentPartPr>
            <p14:xfrm>
              <a:off x="10014891" y="3330293"/>
              <a:ext cx="336600" cy="45972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F6947FCB-E633-9196-C6F1-BAECE1F28FBE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10006251" y="3321293"/>
                <a:ext cx="354240" cy="47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05CC81FB-0134-BE90-E3AC-1D6C74FB1266}"/>
                  </a:ext>
                </a:extLst>
              </p14:cNvPr>
              <p14:cNvContentPartPr/>
              <p14:nvPr/>
            </p14:nvContentPartPr>
            <p14:xfrm>
              <a:off x="10697451" y="3533693"/>
              <a:ext cx="122040" cy="5040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05CC81FB-0134-BE90-E3AC-1D6C74FB1266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10688451" y="3525053"/>
                <a:ext cx="13968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4C65C7FE-8E88-B200-7364-136FF2679A1D}"/>
                  </a:ext>
                </a:extLst>
              </p14:cNvPr>
              <p14:cNvContentPartPr/>
              <p14:nvPr/>
            </p14:nvContentPartPr>
            <p14:xfrm>
              <a:off x="8846691" y="2502653"/>
              <a:ext cx="1956960" cy="152820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4C65C7FE-8E88-B200-7364-136FF2679A1D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8838051" y="2494013"/>
                <a:ext cx="1974600" cy="154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18601983-C6D0-D7CF-3240-B869941CF953}"/>
                  </a:ext>
                </a:extLst>
              </p14:cNvPr>
              <p14:cNvContentPartPr/>
              <p14:nvPr/>
            </p14:nvContentPartPr>
            <p14:xfrm>
              <a:off x="10735971" y="936653"/>
              <a:ext cx="746640" cy="466560"/>
            </p14:xfrm>
          </p:contentPart>
        </mc:Choice>
        <mc:Fallback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18601983-C6D0-D7CF-3240-B869941CF953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10726971" y="928013"/>
                <a:ext cx="764280" cy="48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EDCF4C83-7DE3-3DCE-5EBF-4DB60FD6634D}"/>
                  </a:ext>
                </a:extLst>
              </p14:cNvPr>
              <p14:cNvContentPartPr/>
              <p14:nvPr/>
            </p14:nvContentPartPr>
            <p14:xfrm>
              <a:off x="10919211" y="1968413"/>
              <a:ext cx="989280" cy="46404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EDCF4C83-7DE3-3DCE-5EBF-4DB60FD6634D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10910211" y="1959773"/>
                <a:ext cx="1006920" cy="481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2" name="Group 141">
            <a:extLst>
              <a:ext uri="{FF2B5EF4-FFF2-40B4-BE49-F238E27FC236}">
                <a16:creationId xmlns:a16="http://schemas.microsoft.com/office/drawing/2014/main" id="{0EA588CA-6164-508B-5541-4D6B9E771234}"/>
              </a:ext>
            </a:extLst>
          </p:cNvPr>
          <p:cNvGrpSpPr/>
          <p:nvPr/>
        </p:nvGrpSpPr>
        <p:grpSpPr>
          <a:xfrm>
            <a:off x="11412411" y="2191613"/>
            <a:ext cx="831240" cy="1317240"/>
            <a:chOff x="11412411" y="2191613"/>
            <a:chExt cx="831240" cy="131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736FC6E9-9995-7AD6-CFD7-BBD9A45BBBE1}"/>
                    </a:ext>
                  </a:extLst>
                </p14:cNvPr>
                <p14:cNvContentPartPr/>
                <p14:nvPr/>
              </p14:nvContentPartPr>
              <p14:xfrm>
                <a:off x="11607531" y="2191613"/>
                <a:ext cx="236520" cy="41004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736FC6E9-9995-7AD6-CFD7-BBD9A45BBBE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1598891" y="2182973"/>
                  <a:ext cx="254160" cy="42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A3FEDC62-E554-4089-FAA0-49F8D1BED489}"/>
                    </a:ext>
                  </a:extLst>
                </p14:cNvPr>
                <p14:cNvContentPartPr/>
                <p14:nvPr/>
              </p14:nvContentPartPr>
              <p14:xfrm>
                <a:off x="11412411" y="2724773"/>
                <a:ext cx="831240" cy="1616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A3FEDC62-E554-4089-FAA0-49F8D1BED48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1403411" y="2715773"/>
                  <a:ext cx="8488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7D99BED3-F2B2-AE1F-B862-751D4C4CEE97}"/>
                    </a:ext>
                  </a:extLst>
                </p14:cNvPr>
                <p14:cNvContentPartPr/>
                <p14:nvPr/>
              </p14:nvContentPartPr>
              <p14:xfrm>
                <a:off x="11552451" y="2989013"/>
                <a:ext cx="289800" cy="5198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7D99BED3-F2B2-AE1F-B862-751D4C4CEE97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1543811" y="2980013"/>
                  <a:ext cx="307440" cy="53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0BFC6EDF-D5BE-F2F1-49EB-45D40F011CE6}"/>
                    </a:ext>
                  </a:extLst>
                </p14:cNvPr>
                <p14:cNvContentPartPr/>
                <p14:nvPr/>
              </p14:nvContentPartPr>
              <p14:xfrm>
                <a:off x="11738805" y="2893613"/>
                <a:ext cx="145800" cy="709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0BFC6EDF-D5BE-F2F1-49EB-45D40F011CE6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1729805" y="2884613"/>
                  <a:ext cx="163440" cy="88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AA973843-6783-B70A-2907-196447FA035E}"/>
                  </a:ext>
                </a:extLst>
              </p14:cNvPr>
              <p14:cNvContentPartPr/>
              <p14:nvPr/>
            </p14:nvContentPartPr>
            <p14:xfrm>
              <a:off x="11807205" y="3794333"/>
              <a:ext cx="21960" cy="2520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AA973843-6783-B70A-2907-196447FA035E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11798205" y="3785333"/>
                <a:ext cx="39600" cy="42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1" name="Group 150">
            <a:extLst>
              <a:ext uri="{FF2B5EF4-FFF2-40B4-BE49-F238E27FC236}">
                <a16:creationId xmlns:a16="http://schemas.microsoft.com/office/drawing/2014/main" id="{97BA60C9-803B-79B1-2D63-87A80055E437}"/>
              </a:ext>
            </a:extLst>
          </p:cNvPr>
          <p:cNvGrpSpPr/>
          <p:nvPr/>
        </p:nvGrpSpPr>
        <p:grpSpPr>
          <a:xfrm>
            <a:off x="10953051" y="306293"/>
            <a:ext cx="1102320" cy="1208160"/>
            <a:chOff x="10953051" y="306293"/>
            <a:chExt cx="1102320" cy="120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4428D52-22EE-4B32-EF6C-A8011E99A3B5}"/>
                    </a:ext>
                  </a:extLst>
                </p14:cNvPr>
                <p14:cNvContentPartPr/>
                <p14:nvPr/>
              </p14:nvContentPartPr>
              <p14:xfrm>
                <a:off x="10954131" y="588893"/>
                <a:ext cx="392400" cy="950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4428D52-22EE-4B32-EF6C-A8011E99A3B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945131" y="580253"/>
                  <a:ext cx="4100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1262222-B3B2-BC6D-58AC-FB3481E02D76}"/>
                    </a:ext>
                  </a:extLst>
                </p14:cNvPr>
                <p14:cNvContentPartPr/>
                <p14:nvPr/>
              </p14:nvContentPartPr>
              <p14:xfrm>
                <a:off x="11355531" y="346613"/>
                <a:ext cx="162720" cy="3952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1262222-B3B2-BC6D-58AC-FB3481E02D7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1346891" y="337613"/>
                  <a:ext cx="18036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FD14898-F146-95BC-02AC-988091E34A9F}"/>
                    </a:ext>
                  </a:extLst>
                </p14:cNvPr>
                <p14:cNvContentPartPr/>
                <p14:nvPr/>
              </p14:nvContentPartPr>
              <p14:xfrm>
                <a:off x="12016491" y="786893"/>
                <a:ext cx="38880" cy="133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FD14898-F146-95BC-02AC-988091E34A9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2007491" y="778253"/>
                  <a:ext cx="565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42D9FD6D-63F8-517B-79F7-6191D8865024}"/>
                    </a:ext>
                  </a:extLst>
                </p14:cNvPr>
                <p14:cNvContentPartPr/>
                <p14:nvPr/>
              </p14:nvContentPartPr>
              <p14:xfrm>
                <a:off x="10974651" y="306293"/>
                <a:ext cx="333000" cy="3618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42D9FD6D-63F8-517B-79F7-6191D886502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966011" y="297293"/>
                  <a:ext cx="35064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C4AD65AE-D8C8-5460-34F4-D75AC4007E4D}"/>
                    </a:ext>
                  </a:extLst>
                </p14:cNvPr>
                <p14:cNvContentPartPr/>
                <p14:nvPr/>
              </p14:nvContentPartPr>
              <p14:xfrm>
                <a:off x="10953051" y="426893"/>
                <a:ext cx="351360" cy="5047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C4AD65AE-D8C8-5460-34F4-D75AC4007E4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944051" y="418253"/>
                  <a:ext cx="369000" cy="52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F1500B69-D583-23AC-4711-08211BB975C2}"/>
                    </a:ext>
                  </a:extLst>
                </p14:cNvPr>
                <p14:cNvContentPartPr/>
                <p14:nvPr/>
              </p14:nvContentPartPr>
              <p14:xfrm>
                <a:off x="11575365" y="475853"/>
                <a:ext cx="262080" cy="3193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F1500B69-D583-23AC-4711-08211BB975C2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566725" y="466853"/>
                  <a:ext cx="27972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38826945-BF70-28E3-67AD-54A7E7CDF734}"/>
                    </a:ext>
                  </a:extLst>
                </p14:cNvPr>
                <p14:cNvContentPartPr/>
                <p14:nvPr/>
              </p14:nvContentPartPr>
              <p14:xfrm>
                <a:off x="11483925" y="974813"/>
                <a:ext cx="403200" cy="1011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38826945-BF70-28E3-67AD-54A7E7CDF734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1474925" y="965813"/>
                  <a:ext cx="4208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6A83B65A-C72C-8F61-C901-106C60680DBD}"/>
                    </a:ext>
                  </a:extLst>
                </p14:cNvPr>
                <p14:cNvContentPartPr/>
                <p14:nvPr/>
              </p14:nvContentPartPr>
              <p14:xfrm>
                <a:off x="11774445" y="1043573"/>
                <a:ext cx="188640" cy="1213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6A83B65A-C72C-8F61-C901-106C60680DBD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1765445" y="1034933"/>
                  <a:ext cx="20628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00F0A56B-DCAA-DA8F-AAEF-EC19A43C01DC}"/>
                    </a:ext>
                  </a:extLst>
                </p14:cNvPr>
                <p14:cNvContentPartPr/>
                <p14:nvPr/>
              </p14:nvContentPartPr>
              <p14:xfrm>
                <a:off x="11531805" y="527333"/>
                <a:ext cx="261720" cy="4813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00F0A56B-DCAA-DA8F-AAEF-EC19A43C01DC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1522805" y="518693"/>
                  <a:ext cx="279360" cy="49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3775B80-6D56-CE2F-E57A-BFF85D108481}"/>
                    </a:ext>
                  </a:extLst>
                </p14:cNvPr>
                <p14:cNvContentPartPr/>
                <p14:nvPr/>
              </p14:nvContentPartPr>
              <p14:xfrm>
                <a:off x="11791725" y="1134293"/>
                <a:ext cx="132480" cy="1263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3775B80-6D56-CE2F-E57A-BFF85D108481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1782725" y="1125653"/>
                  <a:ext cx="15012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36198DE5-F42E-A8AB-DD1D-C0C580AD8893}"/>
                    </a:ext>
                  </a:extLst>
                </p14:cNvPr>
                <p14:cNvContentPartPr/>
                <p14:nvPr/>
              </p14:nvContentPartPr>
              <p14:xfrm>
                <a:off x="11737005" y="1127813"/>
                <a:ext cx="143280" cy="3074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36198DE5-F42E-A8AB-DD1D-C0C580AD8893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1728365" y="1118813"/>
                  <a:ext cx="16092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61114537-E4CC-93BB-B671-B8FD2281C0AB}"/>
                    </a:ext>
                  </a:extLst>
                </p14:cNvPr>
                <p14:cNvContentPartPr/>
                <p14:nvPr/>
              </p14:nvContentPartPr>
              <p14:xfrm>
                <a:off x="11754645" y="1117013"/>
                <a:ext cx="172800" cy="3974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61114537-E4CC-93BB-B671-B8FD2281C0AB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1746005" y="1108013"/>
                  <a:ext cx="190440" cy="415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07025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roup 104">
            <a:extLst>
              <a:ext uri="{FF2B5EF4-FFF2-40B4-BE49-F238E27FC236}">
                <a16:creationId xmlns:a16="http://schemas.microsoft.com/office/drawing/2014/main" id="{A0E6A956-ADC7-1888-C091-48962331CB32}"/>
              </a:ext>
            </a:extLst>
          </p:cNvPr>
          <p:cNvGrpSpPr/>
          <p:nvPr/>
        </p:nvGrpSpPr>
        <p:grpSpPr>
          <a:xfrm>
            <a:off x="1580451" y="192893"/>
            <a:ext cx="9918360" cy="6186240"/>
            <a:chOff x="1580451" y="192893"/>
            <a:chExt cx="9918360" cy="618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E366727-D2C6-127E-7587-4E4157EB8639}"/>
                    </a:ext>
                  </a:extLst>
                </p14:cNvPr>
                <p14:cNvContentPartPr/>
                <p14:nvPr/>
              </p14:nvContentPartPr>
              <p14:xfrm>
                <a:off x="2337891" y="476573"/>
                <a:ext cx="476280" cy="5374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E366727-D2C6-127E-7587-4E4157EB863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328891" y="467573"/>
                  <a:ext cx="493920" cy="55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C90CAEE-8AB2-691D-381C-12C89EE6F5C8}"/>
                    </a:ext>
                  </a:extLst>
                </p14:cNvPr>
                <p14:cNvContentPartPr/>
                <p14:nvPr/>
              </p14:nvContentPartPr>
              <p14:xfrm>
                <a:off x="3053571" y="591413"/>
                <a:ext cx="333360" cy="2991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C90CAEE-8AB2-691D-381C-12C89EE6F5C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044931" y="582413"/>
                  <a:ext cx="35100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E4316DD-589E-A4DD-1C97-AA6A08149128}"/>
                    </a:ext>
                  </a:extLst>
                </p14:cNvPr>
                <p14:cNvContentPartPr/>
                <p14:nvPr/>
              </p14:nvContentPartPr>
              <p14:xfrm>
                <a:off x="3111531" y="487373"/>
                <a:ext cx="269280" cy="3499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E4316DD-589E-A4DD-1C97-AA6A0814912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102891" y="478733"/>
                  <a:ext cx="28692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0D14121-F169-34D4-95FC-2B1058B8DD2C}"/>
                    </a:ext>
                  </a:extLst>
                </p14:cNvPr>
                <p14:cNvContentPartPr/>
                <p14:nvPr/>
              </p14:nvContentPartPr>
              <p14:xfrm>
                <a:off x="3579891" y="450653"/>
                <a:ext cx="587160" cy="5234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0D14121-F169-34D4-95FC-2B1058B8DD2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570891" y="442013"/>
                  <a:ext cx="604800" cy="54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0AB39D1-1DCC-5DB3-3041-82B39C8FB7BC}"/>
                    </a:ext>
                  </a:extLst>
                </p14:cNvPr>
                <p14:cNvContentPartPr/>
                <p14:nvPr/>
              </p14:nvContentPartPr>
              <p14:xfrm>
                <a:off x="4384851" y="556493"/>
                <a:ext cx="271800" cy="2386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0AB39D1-1DCC-5DB3-3041-82B39C8FB7B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376211" y="547493"/>
                  <a:ext cx="28944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5E7FCE8-2510-B9EA-18BB-6495F693C488}"/>
                    </a:ext>
                  </a:extLst>
                </p14:cNvPr>
                <p14:cNvContentPartPr/>
                <p14:nvPr/>
              </p14:nvContentPartPr>
              <p14:xfrm>
                <a:off x="4910811" y="432293"/>
                <a:ext cx="327240" cy="4388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5E7FCE8-2510-B9EA-18BB-6495F693C48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901811" y="423293"/>
                  <a:ext cx="344880" cy="45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BD08390-48C5-6470-FB97-199DA1A69329}"/>
                    </a:ext>
                  </a:extLst>
                </p14:cNvPr>
                <p14:cNvContentPartPr/>
                <p14:nvPr/>
              </p14:nvContentPartPr>
              <p14:xfrm>
                <a:off x="5447571" y="790493"/>
                <a:ext cx="124200" cy="345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BD08390-48C5-6470-FB97-199DA1A6932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438571" y="781853"/>
                  <a:ext cx="14184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7C46DF2-9F9F-BB8F-6E97-424A86E8C8E4}"/>
                    </a:ext>
                  </a:extLst>
                </p14:cNvPr>
                <p14:cNvContentPartPr/>
                <p14:nvPr/>
              </p14:nvContentPartPr>
              <p14:xfrm>
                <a:off x="6094851" y="694733"/>
                <a:ext cx="93240" cy="547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7C46DF2-9F9F-BB8F-6E97-424A86E8C8E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085851" y="686093"/>
                  <a:ext cx="11088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68EA7BF-8810-A112-EED6-E8999D80CA1C}"/>
                    </a:ext>
                  </a:extLst>
                </p14:cNvPr>
                <p14:cNvContentPartPr/>
                <p14:nvPr/>
              </p14:nvContentPartPr>
              <p14:xfrm>
                <a:off x="6642051" y="652613"/>
                <a:ext cx="324720" cy="734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68EA7BF-8810-A112-EED6-E8999D80CA1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633411" y="643613"/>
                  <a:ext cx="3423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BD40E0F-71E9-AF25-4024-9D4680F2434F}"/>
                    </a:ext>
                  </a:extLst>
                </p14:cNvPr>
                <p14:cNvContentPartPr/>
                <p14:nvPr/>
              </p14:nvContentPartPr>
              <p14:xfrm>
                <a:off x="7383651" y="391973"/>
                <a:ext cx="232920" cy="1936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BD40E0F-71E9-AF25-4024-9D4680F2434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375011" y="383333"/>
                  <a:ext cx="25056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2D2B1A5-FE9E-32F7-588E-F33A68134F7E}"/>
                    </a:ext>
                  </a:extLst>
                </p14:cNvPr>
                <p14:cNvContentPartPr/>
                <p14:nvPr/>
              </p14:nvContentPartPr>
              <p14:xfrm>
                <a:off x="7447731" y="395573"/>
                <a:ext cx="229320" cy="2365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2D2B1A5-FE9E-32F7-588E-F33A68134F7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438731" y="386933"/>
                  <a:ext cx="24696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0A638C2-6B9C-7EE3-C676-A19E6D8677D4}"/>
                    </a:ext>
                  </a:extLst>
                </p14:cNvPr>
                <p14:cNvContentPartPr/>
                <p14:nvPr/>
              </p14:nvContentPartPr>
              <p14:xfrm>
                <a:off x="7939491" y="338693"/>
                <a:ext cx="418680" cy="4006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0A638C2-6B9C-7EE3-C676-A19E6D8677D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930851" y="330053"/>
                  <a:ext cx="43632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9BAF833-82C8-15FE-6455-0C070D14C402}"/>
                    </a:ext>
                  </a:extLst>
                </p14:cNvPr>
                <p14:cNvContentPartPr/>
                <p14:nvPr/>
              </p14:nvContentPartPr>
              <p14:xfrm>
                <a:off x="7855611" y="192893"/>
                <a:ext cx="467640" cy="7365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9BAF833-82C8-15FE-6455-0C070D14C40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846971" y="183893"/>
                  <a:ext cx="485280" cy="75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47E3209-5392-7866-D525-29FBF472549A}"/>
                    </a:ext>
                  </a:extLst>
                </p14:cNvPr>
                <p14:cNvContentPartPr/>
                <p14:nvPr/>
              </p14:nvContentPartPr>
              <p14:xfrm>
                <a:off x="8738691" y="303053"/>
                <a:ext cx="93600" cy="4226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47E3209-5392-7866-D525-29FBF472549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730051" y="294053"/>
                  <a:ext cx="111240" cy="44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0A3148F-5830-77A5-982A-174BCC2B21BF}"/>
                    </a:ext>
                  </a:extLst>
                </p14:cNvPr>
                <p14:cNvContentPartPr/>
                <p14:nvPr/>
              </p14:nvContentPartPr>
              <p14:xfrm>
                <a:off x="8613771" y="426173"/>
                <a:ext cx="552600" cy="2538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0A3148F-5830-77A5-982A-174BCC2B21B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604771" y="417533"/>
                  <a:ext cx="57024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56D2334-44DB-5DB3-2F7A-7C044C3E595C}"/>
                    </a:ext>
                  </a:extLst>
                </p14:cNvPr>
                <p14:cNvContentPartPr/>
                <p14:nvPr/>
              </p14:nvContentPartPr>
              <p14:xfrm>
                <a:off x="9284091" y="236813"/>
                <a:ext cx="63000" cy="860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56D2334-44DB-5DB3-2F7A-7C044C3E595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275451" y="228173"/>
                  <a:ext cx="8064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1673FFA-1963-3231-97B5-E3ACCA2FE53F}"/>
                    </a:ext>
                  </a:extLst>
                </p14:cNvPr>
                <p14:cNvContentPartPr/>
                <p14:nvPr/>
              </p14:nvContentPartPr>
              <p14:xfrm>
                <a:off x="9398571" y="293333"/>
                <a:ext cx="986040" cy="5310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1673FFA-1963-3231-97B5-E3ACCA2FE53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389571" y="284693"/>
                  <a:ext cx="1003680" cy="54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DD091CD-1E3F-1771-EDB4-F516133FFC59}"/>
                    </a:ext>
                  </a:extLst>
                </p14:cNvPr>
                <p14:cNvContentPartPr/>
                <p14:nvPr/>
              </p14:nvContentPartPr>
              <p14:xfrm>
                <a:off x="10469571" y="550373"/>
                <a:ext cx="130680" cy="1209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DD091CD-1E3F-1771-EDB4-F516133FFC5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460571" y="541733"/>
                  <a:ext cx="14832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06C793E-793D-F834-723C-0CD186489C43}"/>
                    </a:ext>
                  </a:extLst>
                </p14:cNvPr>
                <p14:cNvContentPartPr/>
                <p14:nvPr/>
              </p14:nvContentPartPr>
              <p14:xfrm>
                <a:off x="10260771" y="204413"/>
                <a:ext cx="570600" cy="9565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06C793E-793D-F834-723C-0CD186489C4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252131" y="195413"/>
                  <a:ext cx="588240" cy="9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FEA641B-D524-F01D-BDBD-430584CC68C1}"/>
                    </a:ext>
                  </a:extLst>
                </p14:cNvPr>
                <p14:cNvContentPartPr/>
                <p14:nvPr/>
              </p14:nvContentPartPr>
              <p14:xfrm>
                <a:off x="4395651" y="1763933"/>
                <a:ext cx="324720" cy="532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FEA641B-D524-F01D-BDBD-430584CC68C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387011" y="1754933"/>
                  <a:ext cx="3423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84C2A4D-9AD6-41E0-9788-1DE94752BB96}"/>
                    </a:ext>
                  </a:extLst>
                </p14:cNvPr>
                <p14:cNvContentPartPr/>
                <p14:nvPr/>
              </p14:nvContentPartPr>
              <p14:xfrm>
                <a:off x="4673211" y="1893893"/>
                <a:ext cx="269280" cy="493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84C2A4D-9AD6-41E0-9788-1DE94752BB9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664211" y="1885253"/>
                  <a:ext cx="2869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810CD0C-33ED-676A-AB4C-828C46ABE79C}"/>
                    </a:ext>
                  </a:extLst>
                </p14:cNvPr>
                <p14:cNvContentPartPr/>
                <p14:nvPr/>
              </p14:nvContentPartPr>
              <p14:xfrm>
                <a:off x="5076771" y="1590053"/>
                <a:ext cx="583200" cy="6570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810CD0C-33ED-676A-AB4C-828C46ABE79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067771" y="1581413"/>
                  <a:ext cx="600840" cy="67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1F1F1DC-E05C-C028-BD00-A97B9592C018}"/>
                    </a:ext>
                  </a:extLst>
                </p14:cNvPr>
                <p14:cNvContentPartPr/>
                <p14:nvPr/>
              </p14:nvContentPartPr>
              <p14:xfrm>
                <a:off x="5584731" y="1145093"/>
                <a:ext cx="461160" cy="4237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1F1F1DC-E05C-C028-BD00-A97B9592C01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575731" y="1136453"/>
                  <a:ext cx="478800" cy="4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0663345-3016-BA4A-E2C3-A35878D9724B}"/>
                    </a:ext>
                  </a:extLst>
                </p14:cNvPr>
                <p14:cNvContentPartPr/>
                <p14:nvPr/>
              </p14:nvContentPartPr>
              <p14:xfrm>
                <a:off x="2296851" y="3091613"/>
                <a:ext cx="505080" cy="5464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0663345-3016-BA4A-E2C3-A35878D9724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288211" y="3082613"/>
                  <a:ext cx="522720" cy="56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6F36DA0-921E-4270-8C2A-1CF7DCE3C8F3}"/>
                    </a:ext>
                  </a:extLst>
                </p14:cNvPr>
                <p14:cNvContentPartPr/>
                <p14:nvPr/>
              </p14:nvContentPartPr>
              <p14:xfrm>
                <a:off x="2898051" y="3175493"/>
                <a:ext cx="304200" cy="2998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6F36DA0-921E-4270-8C2A-1CF7DCE3C8F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889411" y="3166853"/>
                  <a:ext cx="32184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B7AC023-2D63-3CB7-375A-1FD19E1CA499}"/>
                    </a:ext>
                  </a:extLst>
                </p14:cNvPr>
                <p14:cNvContentPartPr/>
                <p14:nvPr/>
              </p14:nvContentPartPr>
              <p14:xfrm>
                <a:off x="2734251" y="3144173"/>
                <a:ext cx="418680" cy="3790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B7AC023-2D63-3CB7-375A-1FD19E1CA49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725251" y="3135173"/>
                  <a:ext cx="43632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740CEF6-C09F-48ED-F1C9-9617527C5F32}"/>
                    </a:ext>
                  </a:extLst>
                </p14:cNvPr>
                <p14:cNvContentPartPr/>
                <p14:nvPr/>
              </p14:nvContentPartPr>
              <p14:xfrm>
                <a:off x="3416811" y="3144173"/>
                <a:ext cx="264600" cy="1969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740CEF6-C09F-48ED-F1C9-9617527C5F3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407811" y="3135173"/>
                  <a:ext cx="2822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A5B5AED-773B-3BC4-4AAA-B6ABCD85EF92}"/>
                    </a:ext>
                  </a:extLst>
                </p14:cNvPr>
                <p14:cNvContentPartPr/>
                <p14:nvPr/>
              </p14:nvContentPartPr>
              <p14:xfrm>
                <a:off x="3411771" y="3148493"/>
                <a:ext cx="269280" cy="2977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A5B5AED-773B-3BC4-4AAA-B6ABCD85EF9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403131" y="3139493"/>
                  <a:ext cx="28692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BE2AD77-236F-F722-E98A-230E65F5FD37}"/>
                    </a:ext>
                  </a:extLst>
                </p14:cNvPr>
                <p14:cNvContentPartPr/>
                <p14:nvPr/>
              </p14:nvContentPartPr>
              <p14:xfrm>
                <a:off x="3988131" y="2897933"/>
                <a:ext cx="464760" cy="4377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BE2AD77-236F-F722-E98A-230E65F5FD3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979491" y="2889293"/>
                  <a:ext cx="482400" cy="45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B011E90-A78A-6D7E-F93D-23BC8E2D939B}"/>
                    </a:ext>
                  </a:extLst>
                </p14:cNvPr>
                <p14:cNvContentPartPr/>
                <p14:nvPr/>
              </p14:nvContentPartPr>
              <p14:xfrm>
                <a:off x="4600851" y="3043373"/>
                <a:ext cx="301680" cy="1519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B011E90-A78A-6D7E-F93D-23BC8E2D939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591851" y="3034733"/>
                  <a:ext cx="31932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D33C16A-6B38-CE8D-BBEC-385E743658C9}"/>
                    </a:ext>
                  </a:extLst>
                </p14:cNvPr>
                <p14:cNvContentPartPr/>
                <p14:nvPr/>
              </p14:nvContentPartPr>
              <p14:xfrm>
                <a:off x="4429491" y="3014933"/>
                <a:ext cx="408960" cy="3510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D33C16A-6B38-CE8D-BBEC-385E743658C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420851" y="3006293"/>
                  <a:ext cx="42660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2DB7DBC-6BF3-C64C-88FB-1E7397720AB2}"/>
                    </a:ext>
                  </a:extLst>
                </p14:cNvPr>
                <p14:cNvContentPartPr/>
                <p14:nvPr/>
              </p14:nvContentPartPr>
              <p14:xfrm>
                <a:off x="5145891" y="2707493"/>
                <a:ext cx="664920" cy="4942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2DB7DBC-6BF3-C64C-88FB-1E7397720AB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136891" y="2698853"/>
                  <a:ext cx="682560" cy="51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6FF540A-9CB9-7BAE-5F84-4D71F779F97C}"/>
                    </a:ext>
                  </a:extLst>
                </p14:cNvPr>
                <p14:cNvContentPartPr/>
                <p14:nvPr/>
              </p14:nvContentPartPr>
              <p14:xfrm>
                <a:off x="5706411" y="2714693"/>
                <a:ext cx="334440" cy="3679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6FF540A-9CB9-7BAE-5F84-4D71F779F97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697411" y="2706053"/>
                  <a:ext cx="35208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38F114A-DBD6-F77F-A88D-92CC46B28820}"/>
                    </a:ext>
                  </a:extLst>
                </p14:cNvPr>
                <p14:cNvContentPartPr/>
                <p14:nvPr/>
              </p14:nvContentPartPr>
              <p14:xfrm>
                <a:off x="5654571" y="2721893"/>
                <a:ext cx="334440" cy="4104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38F114A-DBD6-F77F-A88D-92CC46B2882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645931" y="2713253"/>
                  <a:ext cx="35208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AC2E278-A55A-F5DD-10D2-6800162DE583}"/>
                    </a:ext>
                  </a:extLst>
                </p14:cNvPr>
                <p14:cNvContentPartPr/>
                <p14:nvPr/>
              </p14:nvContentPartPr>
              <p14:xfrm>
                <a:off x="6324891" y="2574293"/>
                <a:ext cx="505440" cy="3506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AC2E278-A55A-F5DD-10D2-6800162DE58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316251" y="2565653"/>
                  <a:ext cx="52308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54838E3-4535-F80A-A2B5-726192C9FE36}"/>
                    </a:ext>
                  </a:extLst>
                </p14:cNvPr>
                <p14:cNvContentPartPr/>
                <p14:nvPr/>
              </p14:nvContentPartPr>
              <p14:xfrm>
                <a:off x="7057131" y="2573213"/>
                <a:ext cx="363240" cy="1598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54838E3-4535-F80A-A2B5-726192C9FE3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048131" y="2564573"/>
                  <a:ext cx="3808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DE37588-9C39-91A4-3443-A59DABA72431}"/>
                    </a:ext>
                  </a:extLst>
                </p14:cNvPr>
                <p14:cNvContentPartPr/>
                <p14:nvPr/>
              </p14:nvContentPartPr>
              <p14:xfrm>
                <a:off x="7126971" y="2607053"/>
                <a:ext cx="257040" cy="2880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DE37588-9C39-91A4-3443-A59DABA7243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117971" y="2598053"/>
                  <a:ext cx="27468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1267321-A4E0-0121-B9A8-77D1E4E4B6FF}"/>
                    </a:ext>
                  </a:extLst>
                </p14:cNvPr>
                <p14:cNvContentPartPr/>
                <p14:nvPr/>
              </p14:nvContentPartPr>
              <p14:xfrm>
                <a:off x="7727451" y="2344973"/>
                <a:ext cx="590040" cy="4305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1267321-A4E0-0121-B9A8-77D1E4E4B6F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718451" y="2336333"/>
                  <a:ext cx="607680" cy="44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3070812-FB66-9AA6-28E7-E32566E74C27}"/>
                    </a:ext>
                  </a:extLst>
                </p14:cNvPr>
                <p14:cNvContentPartPr/>
                <p14:nvPr/>
              </p14:nvContentPartPr>
              <p14:xfrm>
                <a:off x="2185611" y="3603173"/>
                <a:ext cx="2607480" cy="3704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3070812-FB66-9AA6-28E7-E32566E74C2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176611" y="3594533"/>
                  <a:ext cx="262512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7717CC5-9FB0-B9DE-D0ED-0A063CB2720F}"/>
                    </a:ext>
                  </a:extLst>
                </p14:cNvPr>
                <p14:cNvContentPartPr/>
                <p14:nvPr/>
              </p14:nvContentPartPr>
              <p14:xfrm>
                <a:off x="8925891" y="2387813"/>
                <a:ext cx="289800" cy="784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7717CC5-9FB0-B9DE-D0ED-0A063CB2720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917251" y="2378813"/>
                  <a:ext cx="3074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92B8B54-7268-49D9-7A6F-57B45EEA799D}"/>
                    </a:ext>
                  </a:extLst>
                </p14:cNvPr>
                <p14:cNvContentPartPr/>
                <p14:nvPr/>
              </p14:nvContentPartPr>
              <p14:xfrm>
                <a:off x="8864331" y="2573213"/>
                <a:ext cx="659880" cy="1263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92B8B54-7268-49D9-7A6F-57B45EEA799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855691" y="2564573"/>
                  <a:ext cx="67752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A4EEAFB-9BAB-0F81-35DF-7A343CB47C64}"/>
                    </a:ext>
                  </a:extLst>
                </p14:cNvPr>
                <p14:cNvContentPartPr/>
                <p14:nvPr/>
              </p14:nvContentPartPr>
              <p14:xfrm>
                <a:off x="9748491" y="2087933"/>
                <a:ext cx="965160" cy="5968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A4EEAFB-9BAB-0F81-35DF-7A343CB47C6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739491" y="2079293"/>
                  <a:ext cx="982800" cy="61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4D2DBF7-E536-6D7F-3AD9-D15845FE38EB}"/>
                    </a:ext>
                  </a:extLst>
                </p14:cNvPr>
                <p14:cNvContentPartPr/>
                <p14:nvPr/>
              </p14:nvContentPartPr>
              <p14:xfrm>
                <a:off x="10229091" y="1765013"/>
                <a:ext cx="324720" cy="4190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4D2DBF7-E536-6D7F-3AD9-D15845FE38E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220091" y="1756013"/>
                  <a:ext cx="342360" cy="4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6835539-221B-8AEA-7855-45A76FEFB86A}"/>
                    </a:ext>
                  </a:extLst>
                </p14:cNvPr>
                <p14:cNvContentPartPr/>
                <p14:nvPr/>
              </p14:nvContentPartPr>
              <p14:xfrm>
                <a:off x="10517811" y="1705253"/>
                <a:ext cx="259560" cy="644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6835539-221B-8AEA-7855-45A76FEFB86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508811" y="1696253"/>
                  <a:ext cx="2772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6F45F2E-B985-274D-0455-3F763F0F3A08}"/>
                    </a:ext>
                  </a:extLst>
                </p14:cNvPr>
                <p14:cNvContentPartPr/>
                <p14:nvPr/>
              </p14:nvContentPartPr>
              <p14:xfrm>
                <a:off x="9041811" y="3444053"/>
                <a:ext cx="448920" cy="1886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6F45F2E-B985-274D-0455-3F763F0F3A0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032811" y="3435413"/>
                  <a:ext cx="46656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57E6741-B8D8-7BBC-6AEB-5C1B44C68010}"/>
                    </a:ext>
                  </a:extLst>
                </p14:cNvPr>
                <p14:cNvContentPartPr/>
                <p14:nvPr/>
              </p14:nvContentPartPr>
              <p14:xfrm>
                <a:off x="9083931" y="3809453"/>
                <a:ext cx="606960" cy="1425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57E6741-B8D8-7BBC-6AEB-5C1B44C6801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075291" y="3800453"/>
                  <a:ext cx="62460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81C65B1-C2CE-2BC6-57EA-DF732B2C473A}"/>
                    </a:ext>
                  </a:extLst>
                </p14:cNvPr>
                <p14:cNvContentPartPr/>
                <p14:nvPr/>
              </p14:nvContentPartPr>
              <p14:xfrm>
                <a:off x="10113531" y="3241013"/>
                <a:ext cx="396720" cy="5738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81C65B1-C2CE-2BC6-57EA-DF732B2C473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104891" y="3232373"/>
                  <a:ext cx="414360" cy="59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AC31206-79F5-B4C3-A084-4CE9C7229AFD}"/>
                    </a:ext>
                  </a:extLst>
                </p14:cNvPr>
                <p14:cNvContentPartPr/>
                <p14:nvPr/>
              </p14:nvContentPartPr>
              <p14:xfrm>
                <a:off x="10867371" y="3174053"/>
                <a:ext cx="370440" cy="4698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AC31206-79F5-B4C3-A084-4CE9C7229AF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858371" y="3165053"/>
                  <a:ext cx="388080" cy="48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C18133A-1A33-49FA-B339-C1B918B7DEA0}"/>
                    </a:ext>
                  </a:extLst>
                </p14:cNvPr>
                <p14:cNvContentPartPr/>
                <p14:nvPr/>
              </p14:nvContentPartPr>
              <p14:xfrm>
                <a:off x="9842811" y="2811893"/>
                <a:ext cx="1656000" cy="11984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C18133A-1A33-49FA-B339-C1B918B7DEA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833811" y="2802893"/>
                  <a:ext cx="1673640" cy="12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6E10A39-FD4F-2D7C-4A57-62A500963D8A}"/>
                    </a:ext>
                  </a:extLst>
                </p14:cNvPr>
                <p14:cNvContentPartPr/>
                <p14:nvPr/>
              </p14:nvContentPartPr>
              <p14:xfrm>
                <a:off x="9427731" y="4870733"/>
                <a:ext cx="154800" cy="730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6E10A39-FD4F-2D7C-4A57-62A500963D8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418731" y="4862093"/>
                  <a:ext cx="1724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5F58B10-B8B0-6CDB-73D4-D03523A35B1A}"/>
                    </a:ext>
                  </a:extLst>
                </p14:cNvPr>
                <p14:cNvContentPartPr/>
                <p14:nvPr/>
              </p14:nvContentPartPr>
              <p14:xfrm>
                <a:off x="9554091" y="5061893"/>
                <a:ext cx="173880" cy="1033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5F58B10-B8B0-6CDB-73D4-D03523A35B1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545451" y="5052893"/>
                  <a:ext cx="1915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2D7450F-626D-E400-4920-8DADEA0DAB34}"/>
                    </a:ext>
                  </a:extLst>
                </p14:cNvPr>
                <p14:cNvContentPartPr/>
                <p14:nvPr/>
              </p14:nvContentPartPr>
              <p14:xfrm>
                <a:off x="10247451" y="4691813"/>
                <a:ext cx="369360" cy="4150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2D7450F-626D-E400-4920-8DADEA0DAB3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238811" y="4682813"/>
                  <a:ext cx="387000" cy="43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A991B9E-0EE7-B2EB-1D6E-3F1134D7C15C}"/>
                    </a:ext>
                  </a:extLst>
                </p14:cNvPr>
                <p14:cNvContentPartPr/>
                <p14:nvPr/>
              </p14:nvContentPartPr>
              <p14:xfrm>
                <a:off x="10641651" y="4209773"/>
                <a:ext cx="149040" cy="3780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A991B9E-0EE7-B2EB-1D6E-3F1134D7C15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633011" y="4201133"/>
                  <a:ext cx="16668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6787722-2505-D5AF-6080-DDF26B7675E9}"/>
                    </a:ext>
                  </a:extLst>
                </p14:cNvPr>
                <p14:cNvContentPartPr/>
                <p14:nvPr/>
              </p14:nvContentPartPr>
              <p14:xfrm>
                <a:off x="10831011" y="4085213"/>
                <a:ext cx="240480" cy="612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6787722-2505-D5AF-6080-DDF26B7675E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822371" y="4076213"/>
                  <a:ext cx="25812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24B97E3-9ACD-84B4-B008-E3B814BE6C74}"/>
                    </a:ext>
                  </a:extLst>
                </p14:cNvPr>
                <p14:cNvContentPartPr/>
                <p14:nvPr/>
              </p14:nvContentPartPr>
              <p14:xfrm>
                <a:off x="11070051" y="4384733"/>
                <a:ext cx="42480" cy="439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24B97E3-9ACD-84B4-B008-E3B814BE6C7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1061051" y="4375733"/>
                  <a:ext cx="6012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6013AA2-D24F-FA6D-4B57-A85944CB4105}"/>
                    </a:ext>
                  </a:extLst>
                </p14:cNvPr>
                <p14:cNvContentPartPr/>
                <p14:nvPr/>
              </p14:nvContentPartPr>
              <p14:xfrm>
                <a:off x="8843091" y="4666613"/>
                <a:ext cx="137520" cy="8380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6013AA2-D24F-FA6D-4B57-A85944CB410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834091" y="4657973"/>
                  <a:ext cx="155160" cy="85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860AE39-EB6B-FD9C-E926-51FF00FDEB0A}"/>
                    </a:ext>
                  </a:extLst>
                </p14:cNvPr>
                <p14:cNvContentPartPr/>
                <p14:nvPr/>
              </p14:nvContentPartPr>
              <p14:xfrm>
                <a:off x="8874051" y="4113293"/>
                <a:ext cx="2405880" cy="5223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860AE39-EB6B-FD9C-E926-51FF00FDEB0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865411" y="4104293"/>
                  <a:ext cx="2423520" cy="54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A88F5F2-5DC8-275B-9F92-67DB3BB5B371}"/>
                    </a:ext>
                  </a:extLst>
                </p14:cNvPr>
                <p14:cNvContentPartPr/>
                <p14:nvPr/>
              </p14:nvContentPartPr>
              <p14:xfrm>
                <a:off x="1580451" y="4429733"/>
                <a:ext cx="656640" cy="12787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A88F5F2-5DC8-275B-9F92-67DB3BB5B37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571451" y="4420733"/>
                  <a:ext cx="674280" cy="12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C8F53D0-9084-7A88-1085-0BE4AD61CCB1}"/>
                    </a:ext>
                  </a:extLst>
                </p14:cNvPr>
                <p14:cNvContentPartPr/>
                <p14:nvPr/>
              </p14:nvContentPartPr>
              <p14:xfrm>
                <a:off x="1922451" y="4404893"/>
                <a:ext cx="1035360" cy="1170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C8F53D0-9084-7A88-1085-0BE4AD61CCB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913451" y="4395893"/>
                  <a:ext cx="10530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4786829-7688-4F32-EC66-D885ADCFBC29}"/>
                    </a:ext>
                  </a:extLst>
                </p14:cNvPr>
                <p14:cNvContentPartPr/>
                <p14:nvPr/>
              </p14:nvContentPartPr>
              <p14:xfrm>
                <a:off x="3136371" y="4478333"/>
                <a:ext cx="70920" cy="8269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4786829-7688-4F32-EC66-D885ADCFBC2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127371" y="4469693"/>
                  <a:ext cx="88560" cy="84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5CBEE6A-D2B1-8B67-1AE3-8F1065661244}"/>
                    </a:ext>
                  </a:extLst>
                </p14:cNvPr>
                <p14:cNvContentPartPr/>
                <p14:nvPr/>
              </p14:nvContentPartPr>
              <p14:xfrm>
                <a:off x="3187491" y="5516573"/>
                <a:ext cx="40320" cy="486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5CBEE6A-D2B1-8B67-1AE3-8F106566124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178491" y="5507573"/>
                  <a:ext cx="579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22FBBCE-B264-7881-3B1A-B1652D9A7C54}"/>
                    </a:ext>
                  </a:extLst>
                </p14:cNvPr>
                <p14:cNvContentPartPr/>
                <p14:nvPr/>
              </p14:nvContentPartPr>
              <p14:xfrm>
                <a:off x="3727851" y="4813133"/>
                <a:ext cx="193320" cy="504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22FBBCE-B264-7881-3B1A-B1652D9A7C5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718851" y="4804493"/>
                  <a:ext cx="2109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5DAFA40-6BE3-410C-72E4-DF92BAD3EE89}"/>
                    </a:ext>
                  </a:extLst>
                </p14:cNvPr>
                <p14:cNvContentPartPr/>
                <p14:nvPr/>
              </p14:nvContentPartPr>
              <p14:xfrm>
                <a:off x="3670971" y="5029133"/>
                <a:ext cx="311400" cy="1108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5DAFA40-6BE3-410C-72E4-DF92BAD3EE8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662331" y="5020493"/>
                  <a:ext cx="32904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0864AB4-0160-4DE5-5C1C-9C8A899A84F5}"/>
                    </a:ext>
                  </a:extLst>
                </p14:cNvPr>
                <p14:cNvContentPartPr/>
                <p14:nvPr/>
              </p14:nvContentPartPr>
              <p14:xfrm>
                <a:off x="4470531" y="4410653"/>
                <a:ext cx="312480" cy="6861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0864AB4-0160-4DE5-5C1C-9C8A899A84F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461891" y="4401653"/>
                  <a:ext cx="330120" cy="70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79199EF-9728-52B4-C71E-39BA096ADA02}"/>
                    </a:ext>
                  </a:extLst>
                </p14:cNvPr>
                <p14:cNvContentPartPr/>
                <p14:nvPr/>
              </p14:nvContentPartPr>
              <p14:xfrm>
                <a:off x="4767171" y="4247933"/>
                <a:ext cx="438120" cy="925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79199EF-9728-52B4-C71E-39BA096ADA0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758171" y="4238933"/>
                  <a:ext cx="4557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F8CF8F3-B877-4C08-4C12-EDF611B7BB8B}"/>
                    </a:ext>
                  </a:extLst>
                </p14:cNvPr>
                <p14:cNvContentPartPr/>
                <p14:nvPr/>
              </p14:nvContentPartPr>
              <p14:xfrm>
                <a:off x="5083251" y="4531973"/>
                <a:ext cx="308880" cy="2120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F8CF8F3-B877-4C08-4C12-EDF611B7BB8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074251" y="4523333"/>
                  <a:ext cx="3265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B0B5A97-8942-E982-2F5A-0BAA754E080B}"/>
                    </a:ext>
                  </a:extLst>
                </p14:cNvPr>
                <p14:cNvContentPartPr/>
                <p14:nvPr/>
              </p14:nvContentPartPr>
              <p14:xfrm>
                <a:off x="5096211" y="4665533"/>
                <a:ext cx="168120" cy="1706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B0B5A97-8942-E982-2F5A-0BAA754E080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087571" y="4656893"/>
                  <a:ext cx="1857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51317F4-B18B-2F88-680D-160B3E31EA57}"/>
                    </a:ext>
                  </a:extLst>
                </p14:cNvPr>
                <p14:cNvContentPartPr/>
                <p14:nvPr/>
              </p14:nvContentPartPr>
              <p14:xfrm>
                <a:off x="5550891" y="4203293"/>
                <a:ext cx="264600" cy="5756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51317F4-B18B-2F88-680D-160B3E31EA5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542251" y="4194653"/>
                  <a:ext cx="282240" cy="59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80AC6FD-6D25-711D-6544-94DDC3B0FB80}"/>
                    </a:ext>
                  </a:extLst>
                </p14:cNvPr>
                <p14:cNvContentPartPr/>
                <p14:nvPr/>
              </p14:nvContentPartPr>
              <p14:xfrm>
                <a:off x="6202491" y="4484453"/>
                <a:ext cx="352080" cy="2271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80AC6FD-6D25-711D-6544-94DDC3B0FB8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193851" y="4475453"/>
                  <a:ext cx="3697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D8EC9F10-C54C-4FAD-4EC3-AB9082D92836}"/>
                    </a:ext>
                  </a:extLst>
                </p14:cNvPr>
                <p14:cNvContentPartPr/>
                <p14:nvPr/>
              </p14:nvContentPartPr>
              <p14:xfrm>
                <a:off x="6719451" y="4034093"/>
                <a:ext cx="581400" cy="6058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8EC9F10-C54C-4FAD-4EC3-AB9082D9283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710451" y="4025093"/>
                  <a:ext cx="599040" cy="62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EF2C629-DE21-C9E4-6D00-2032E2AFE452}"/>
                    </a:ext>
                  </a:extLst>
                </p14:cNvPr>
                <p14:cNvContentPartPr/>
                <p14:nvPr/>
              </p14:nvContentPartPr>
              <p14:xfrm>
                <a:off x="7651851" y="3987293"/>
                <a:ext cx="392040" cy="5112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EF2C629-DE21-C9E4-6D00-2032E2AFE45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642851" y="3978653"/>
                  <a:ext cx="409680" cy="52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0E7D394-FE28-55B2-F917-91075F6C6C44}"/>
                    </a:ext>
                  </a:extLst>
                </p14:cNvPr>
                <p14:cNvContentPartPr/>
                <p14:nvPr/>
              </p14:nvContentPartPr>
              <p14:xfrm>
                <a:off x="7914291" y="4131293"/>
                <a:ext cx="341640" cy="2721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0E7D394-FE28-55B2-F917-91075F6C6C4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905651" y="4122293"/>
                  <a:ext cx="35928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F941F39-0195-7021-5F74-6374384F9DED}"/>
                    </a:ext>
                  </a:extLst>
                </p14:cNvPr>
                <p14:cNvContentPartPr/>
                <p14:nvPr/>
              </p14:nvContentPartPr>
              <p14:xfrm>
                <a:off x="8127771" y="4070813"/>
                <a:ext cx="305280" cy="2739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F941F39-0195-7021-5F74-6374384F9DED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118771" y="4062173"/>
                  <a:ext cx="32292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6701B07-4134-5C52-4980-8B82C2E38767}"/>
                    </a:ext>
                  </a:extLst>
                </p14:cNvPr>
                <p14:cNvContentPartPr/>
                <p14:nvPr/>
              </p14:nvContentPartPr>
              <p14:xfrm>
                <a:off x="8677491" y="3869213"/>
                <a:ext cx="168120" cy="5734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6701B07-4134-5C52-4980-8B82C2E3876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668851" y="3860213"/>
                  <a:ext cx="185760" cy="59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0257D33-152B-21FC-BC32-999F16F0709E}"/>
                    </a:ext>
                  </a:extLst>
                </p14:cNvPr>
                <p14:cNvContentPartPr/>
                <p14:nvPr/>
              </p14:nvContentPartPr>
              <p14:xfrm>
                <a:off x="4257051" y="4830413"/>
                <a:ext cx="5384160" cy="6904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0257D33-152B-21FC-BC32-999F16F0709E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248411" y="4821773"/>
                  <a:ext cx="5401800" cy="70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E44712B-844C-CD04-03FA-9309DA2AA0A2}"/>
                    </a:ext>
                  </a:extLst>
                </p14:cNvPr>
                <p14:cNvContentPartPr/>
                <p14:nvPr/>
              </p14:nvContentPartPr>
              <p14:xfrm>
                <a:off x="4575291" y="5115893"/>
                <a:ext cx="59400" cy="219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E44712B-844C-CD04-03FA-9309DA2AA0A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566651" y="5107253"/>
                  <a:ext cx="770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86A04AE-64EC-7CA0-9D5D-020834B4177E}"/>
                    </a:ext>
                  </a:extLst>
                </p14:cNvPr>
                <p14:cNvContentPartPr/>
                <p14:nvPr/>
              </p14:nvContentPartPr>
              <p14:xfrm>
                <a:off x="5729451" y="4849133"/>
                <a:ext cx="39960" cy="558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86A04AE-64EC-7CA0-9D5D-020834B4177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720451" y="4840133"/>
                  <a:ext cx="576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E352133-1891-19D7-7C93-C9F10BAA946B}"/>
                    </a:ext>
                  </a:extLst>
                </p14:cNvPr>
                <p14:cNvContentPartPr/>
                <p14:nvPr/>
              </p14:nvContentPartPr>
              <p14:xfrm>
                <a:off x="4353531" y="5302733"/>
                <a:ext cx="3960" cy="133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E352133-1891-19D7-7C93-C9F10BAA946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344891" y="5293733"/>
                  <a:ext cx="216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1404342D-DB8E-BBA0-F2CB-23A796EA012C}"/>
                    </a:ext>
                  </a:extLst>
                </p14:cNvPr>
                <p14:cNvContentPartPr/>
                <p14:nvPr/>
              </p14:nvContentPartPr>
              <p14:xfrm>
                <a:off x="5772651" y="4940213"/>
                <a:ext cx="102960" cy="403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404342D-DB8E-BBA0-F2CB-23A796EA012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764011" y="4931573"/>
                  <a:ext cx="1206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40DD12D5-84F4-6BF5-5895-193F1514192F}"/>
                    </a:ext>
                  </a:extLst>
                </p14:cNvPr>
                <p14:cNvContentPartPr/>
                <p14:nvPr/>
              </p14:nvContentPartPr>
              <p14:xfrm>
                <a:off x="6979731" y="4602533"/>
                <a:ext cx="129240" cy="601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40DD12D5-84F4-6BF5-5895-193F1514192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971091" y="4593893"/>
                  <a:ext cx="1468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6A6250AC-C0E1-0321-A5BC-B82F223A09DD}"/>
                    </a:ext>
                  </a:extLst>
                </p14:cNvPr>
                <p14:cNvContentPartPr/>
                <p14:nvPr/>
              </p14:nvContentPartPr>
              <p14:xfrm>
                <a:off x="7962891" y="4675253"/>
                <a:ext cx="21600" cy="262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6A6250AC-C0E1-0321-A5BC-B82F223A09D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954251" y="4666613"/>
                  <a:ext cx="392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082D8F4-D426-CD79-5AE1-0F0AE2491DBC}"/>
                    </a:ext>
                  </a:extLst>
                </p14:cNvPr>
                <p14:cNvContentPartPr/>
                <p14:nvPr/>
              </p14:nvContentPartPr>
              <p14:xfrm>
                <a:off x="4759971" y="5668493"/>
                <a:ext cx="260640" cy="6634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082D8F4-D426-CD79-5AE1-0F0AE2491DB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751331" y="5659493"/>
                  <a:ext cx="278280" cy="68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3108094-1531-E956-3139-5D80FEDE01A9}"/>
                    </a:ext>
                  </a:extLst>
                </p14:cNvPr>
                <p14:cNvContentPartPr/>
                <p14:nvPr/>
              </p14:nvContentPartPr>
              <p14:xfrm>
                <a:off x="5257851" y="5566973"/>
                <a:ext cx="1074960" cy="5886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3108094-1531-E956-3139-5D80FEDE01A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248851" y="5557973"/>
                  <a:ext cx="1092600" cy="60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2626B67-A655-6E13-77A1-4299BA6DAC9F}"/>
                    </a:ext>
                  </a:extLst>
                </p14:cNvPr>
                <p14:cNvContentPartPr/>
                <p14:nvPr/>
              </p14:nvContentPartPr>
              <p14:xfrm>
                <a:off x="6051291" y="5638973"/>
                <a:ext cx="504360" cy="4626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2626B67-A655-6E13-77A1-4299BA6DAC9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042651" y="5630333"/>
                  <a:ext cx="522000" cy="48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A036BC0-71EF-9B78-B3DA-A192895601FE}"/>
                    </a:ext>
                  </a:extLst>
                </p14:cNvPr>
                <p14:cNvContentPartPr/>
                <p14:nvPr/>
              </p14:nvContentPartPr>
              <p14:xfrm>
                <a:off x="4237251" y="5063693"/>
                <a:ext cx="2751480" cy="13154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A036BC0-71EF-9B78-B3DA-A192895601FE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228611" y="5054693"/>
                  <a:ext cx="2769120" cy="133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E39FCE6-E9ED-4170-F29B-84D32409983D}"/>
                    </a:ext>
                  </a:extLst>
                </p14:cNvPr>
                <p14:cNvContentPartPr/>
                <p14:nvPr/>
              </p14:nvContentPartPr>
              <p14:xfrm>
                <a:off x="6796851" y="5492453"/>
                <a:ext cx="1567440" cy="5414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E39FCE6-E9ED-4170-F29B-84D32409983D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788211" y="5483813"/>
                  <a:ext cx="1585080" cy="55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4465A4A-C19C-6EA2-9DA0-3D2D102D0305}"/>
                    </a:ext>
                  </a:extLst>
                </p14:cNvPr>
                <p14:cNvContentPartPr/>
                <p14:nvPr/>
              </p14:nvContentPartPr>
              <p14:xfrm>
                <a:off x="7166571" y="5630333"/>
                <a:ext cx="1540080" cy="5227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4465A4A-C19C-6EA2-9DA0-3D2D102D030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157931" y="5621693"/>
                  <a:ext cx="1557720" cy="540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09393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testBI Power</dc:creator>
  <cp:lastModifiedBy>testBI Power</cp:lastModifiedBy>
  <cp:revision>1</cp:revision>
  <dcterms:created xsi:type="dcterms:W3CDTF">2026-01-05T14:56:29Z</dcterms:created>
  <dcterms:modified xsi:type="dcterms:W3CDTF">2026-01-05T15:57:34Z</dcterms:modified>
</cp:coreProperties>
</file>