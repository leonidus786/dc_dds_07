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7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1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216 113 6397,'9'-7'3330,"9"-5"11296,-13 8-12952,-1 2-4116,-2 1 5498,-1-2-2460,0-1-436,0 0 0,0 0 1,0-1-1,0 1 0,1 0 0,0 0 0,0 1 0,0-1 1,0 0-1,0 1 0,1-1 0,0 1 0,0 0 0,0 0 1,0 0-1,0 0 0,4-2 0,-5 4 13,-2 0-153,1 0 0,0 0-1,0 0 1,-1 0 0,1 0 0,0 0 0,0 1 0,0-1 0,0 0 0,0 1 0,0-1 0,0 1-1,0-1 1,0 1 0,0-1 0,0 1 0,0 0 0,0-1 0,1 1 0,0 0 0,4-2 341,-16 29-12,-10 40 1,0 3 209,-129 398-122,107-285-437,8 2 0,-13 246 0,45-414 0,0 61 0,2-72 0,1 0 0,-1 0 0,1 0 0,0 0 0,1-1 0,-1 1 0,1 0 0,0-1 0,1 1 0,4 8 0,-5-12 1,1 0 0,-1 0 0,0 0 0,0-1-1,1 1 1,-1-1 0,0 1 0,1-1 0,0 0 0,-1 0 0,1 0 0,0 0-1,-1-1 1,1 1 0,0-1 0,0 1 0,0-1 0,0 0 0,-1 0 0,1 0-1,5-2 1,9 0-79,-1-2 0,26-7 0,-41 11 72,180-52-5740,-57 20-4380,-108 28 8001,39-10-9440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1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16 14809,'-1'-16'4078,"-7"26"1545,-4 15-602,6-10-4859,-55 215 3180,-1 3-3610,50-191-231,-11 67 1,16-30-4500,6-63 800,2-1 1,4 26-1,1-23-6997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1.5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14 13145,'-7'-14'3713,"20"23"-2361,-4 2 1080,-5 9-1956,-1 0-392,6 0-812,1 0-1012,-1 3-813,4 17-2187,3-3-3717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1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48 12585,'-9'-5'556,"5"2"-150,0 0-1,0 1 0,0 0 1,0 0-1,0 0 1,-1 0-1,1 1 0,-1 0 1,1 0-1,-8-1 0,8 2 1995,-1-17 2734,3 12-1627,10 10-1942,-5-2-1493,0 0 0,-1 0 0,1 0 0,-1 0-1,0 0 1,0 1 0,0-1 0,0 1 0,-1 0 0,1-1 0,-1 1-1,1 6 1,8 50 246,-9-25-205,-1 1 0,-2-1 0,-1 0 0,-14 60 1,-49 133 84,47-168-52,18-57 34,15-9-186,-7 3 4,7-3-3,-1-1 1,1 0-1,-1-1 1,-1 0 0,0-1-1,13-12 1,113-120-41,6-7-29,-116 122 48,1 2 0,1 1-1,46-27 1,-73 49 33,-1-1 1,1 1-1,-1-1 0,1 1 1,0 0-1,0 0 0,0 0 1,0 0-1,0 1 1,0-1-1,0 1 0,0 0 1,0 0-1,0 0 0,0 0 1,0 0-1,5 2 0,-5-1 7,-1 0-1,1 1 0,-1-1 0,0 1 0,0-1 0,0 1 1,0 0-1,0-1 0,0 1 0,0 0 0,-1 1 0,1-1 0,-1 0 1,1 0-1,-1 1 0,1 2 0,2 7 5,0 0 0,-1 0 0,0 1 0,-1-1 0,0 1 0,0 20 0,-4 62-18,-15 107 0,4-82 0,12-107-62,-3 23-234,1-1 1,2 1-1,2-1 0,1 1 0,7 42 0,-6-67-169,0 4-566,0-1 0,1 0 0,10 21 0,-12-31 265,0 1 1,1-1 0,0 0-1,0-1 1,0 1 0,0 0-1,0-1 1,1 0 0,-1 1-1,1-1 1,0-1 0,0 1-1,0-1 1,9 5 0,33 8-11112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2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106 270 10533,'28'6'962,"-19"-5"-463,-1 1-1,0 0 0,0 0 0,0 1 0,0 0 0,8 4 0,3 1 850,0-2 0,0 0 0,24 3 0,-16-3-453,18 4 304,85 8 0,-118-17-1110,-1 0-1,1-1 1,0-1 0,0 0-1,0 0 1,0-1 0,-1-1-1,1 0 1,-1-1 0,0 0-1,0 0 1,19-11 0,-22 6-40,1 1 0,-2-1 0,1-1 0,-1 1 0,-1-1 0,0 0 0,0-1 1,7-20-1,-10 24 3,1 0-44,-1-1-1,0 1 0,-1-1 1,0 0-1,0 0 0,-1 0 1,0 0-1,0 0 0,-1 0 1,0 0-1,0 0 0,-1 0 1,0 0-1,-1 0 0,-3-13 1,3 17-8,0 0 0,0 0 0,0 0 0,0 0 0,-1 0 0,0 0 0,1 1 0,-2-1 0,1 1 0,0 0 0,-1-1 0,1 2 0,-1-1 0,0 0 0,0 1 0,0 0 0,0 0 0,0 0 0,0 0 0,-1 1 0,1-1 0,-1 1 0,1 0 0,-1 1 0,1-1 0,-1 1 0,0 0 0,-6 0 0,-4 2-4,0 0-1,1 0 1,0 1-1,-1 1 1,1 1 0,0 0-1,-14 8 1,-2 2 26,1 1 1,-30 23 0,22-11 75,0 1 0,2 2 1,1 2-1,2 1 0,1 1 1,2 2-1,2 1 0,1 1 0,2 1 1,-21 48-1,38-72-53,1 1 0,0 0 0,1 0 0,1 0 0,0 0 0,2 1 0,0 0 1,0 18-1,3-27-24,0 1 1,0-1 0,0 0 0,1 1-1,1-1 1,-1 0 0,2 0 0,-1 0-1,1-1 1,1 1 0,-1-1-1,1 0 1,1 0 0,-1-1 0,1 1-1,12 9 1,-1-3-12,0 0 0,2-2-1,-1 0 1,1-1 0,1-1-1,0-1 1,0-1 0,1-1-1,36 8 1,2-3 38,-1-3 0,83 1 0,-40-8-34,0-6 1,1-3-1,-2-5 1,0-5-1,162-48 0,-153 30-46,-2-6 0,-2-3 0,-2-6 0,174-112 0,-240 136 5,52-45 1,-80 63 20,1-1 0,-1-1 0,-1 0 0,0 0-1,0 0 1,-1-1 0,0 0 0,-1 0 0,9-23 0,-14 32 3,0-1 0,-1 1 1,1-1-1,0 1 0,-1-1 0,0 0 1,0 1-1,1-1 0,-1 0 0,-1 1 1,1-1-1,0 1 0,-1-1 1,1 1-1,-1-1 0,0 1 0,0-1 1,0 1-1,0-1 0,0 1 0,0 0 1,-1-1-1,1 1 0,-1 0 0,0 0 1,1 0-1,-1 1 0,0-1 1,0 0-1,0 1 0,-1-1 0,1 1 1,0-1-1,0 1 0,-1 0 0,1 0 1,-1 0-1,1 0 0,-1 1 0,-4-1 1,-5-2-1,0 2 1,-1-1 0,1 2-1,0-1 1,-1 2-1,1 0 1,-20 4-1,9 0-8,0 1-1,1 1 0,0 2 1,0 0-1,1 1 0,0 1 1,-35 25-1,42-26 22,1 1 1,0 0-1,1 1 1,0 1-1,0 0 1,2 0-1,0 1 1,0 1-1,1-1 1,1 2-1,-8 19 1,13-28-6,1 0 1,0 0 0,0 0 0,1 0 0,-1 0 0,2 0-1,-1 1 1,1-1 0,0 0 0,1 0 0,-1 1 0,1-1-1,1 0 1,0 0 0,0 0 0,3 8 0,1-12 31,8-3 44,-1 0 0,25-4 0,19-1 348,-42 7-633,-1 0 0,0 2 1,0 0-1,-1 0 1,1 1-1,-1 1 1,0 0-1,16 11 0,19 7-2572,-1-7-1852,-22-8-593,12 5-5420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2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18 14085,'-13'-15'2817,"10"13"1922,8 3-2823,5 5-1493,1 0 1,-1 0 0,0 1-1,-1 0 1,1 1-1,-1 0 1,-1 1 0,0 0-1,0 0 1,0 0-1,-2 1 1,1 0 0,7 15-1,-3-1-109,-1 0 0,-1 1 0,-1 0 0,-1 1 0,5 32 1,-8-27-131,-2-1 0,-1 1 0,-1 0 0,-1 0 0,-9 49 0,4-47-132,-1-1 1,-2 0 0,-1 0-1,-1-1 1,-20 38 0,-86 127-99,92-157 67,-60 90-21,85-129 0,0 0 0,0 0 0,1 0 0,-1 0 0,0 0 0,0 0 0,0 0 0,0 0 0,1 0 0,-1 0 0,0 0 0,0 0 0,0 0 0,0 0 0,0 0 0,1 0 0,-1 1 0,0-1 0,0 0 0,0 0 0,0 0 0,0 0 0,0 0 0,0 0 0,1 0 0,-1 1 0,0-1 0,0 0 0,0 0 0,0 0 0,0 0 0,0 0 0,0 1 0,0-1 0,0 0 0,0 0 0,0 0 0,0 0 0,0 1 0,0-1 0,16-13 0,19-24-8,-1-1-1,-2-1 1,37-63-1,-35 51-64,291-374-3737,-123 181-2836,-172 206 4606,33-34-4577,2 10-3946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3.3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14 12833,'-74'30'6549,"72"-29"-3204,21-9-114,15 3-2452,-1 1-1,2 2 1,52 3-1,-10 0-157,454-9 1635,319-1-1438,632 0-875,-1433 9-104,-18-1-753,0 1 1,0 2 0,43 7-1,-71-9 442,1 1 0,0 0 0,-1 0 0,1 0 0,-1 0 0,1 1 0,-1-1 0,4 3 0,-7-4 353,0 0 0,0 0 1,1 1-1,-1-1 0,0 0 0,0 0 0,0 1 1,0-1-1,0 0 0,0 0 0,1 1 0,-1-1 1,0 0-1,0 0 0,0 1 0,0-1 1,0 0-1,0 1 0,0-1 0,0 0 0,0 0 1,0 1-1,0-1 0,-1 0 0,1 1 0,0-1 1,0 0-1,0 0 0,0 1 0,0-1 1,0 0-1,-1 0 0,1 1 0,-16 12-7416,-2-2-2554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3.6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13417,'-1'2'248,"1"-1"-1,-1 1 1,1 0 0,0 0-1,-1 0 1,1 0-1,0-1 1,0 1 0,0 0-1,0 0 1,0 0-1,0 0 1,1 0 0,-1-1-1,1 1 1,-1 0-1,1 0 1,0-1-1,0 1 1,0 0 0,0-1-1,0 1 1,0-1-1,0 1 1,0-1 0,0 1-1,1-1 1,2 2-1,3 3 331,1 0 0,1 0-1,-1-1 1,10 5 0,-15-9-432,70 33 2522,88 27-1,-54-22-1534,328 139 1201,-330-129-2223,-3 4 0,101 72 0,-173-104-111,0 1 0,-2 1 0,-1 2 0,-1 1 0,38 48 0,-56-62 0,1 1 0,-2 0 0,1 1 0,-2 0 0,0 0 0,-1 0 0,4 17 0,-7-21 0,0 0 0,-1 0 0,0 0 0,-1 1 0,0-1 0,0 0 0,-1 1 0,-1-1 0,0 0 0,0 0 0,-6 15 0,0-7-25,0-1-1,-2-1 1,1 0 0,-2 0 0,0 0-1,-1-2 1,-1 1 0,0-2-1,-1 0 1,0 0 0,-25 16 0,-3-1-400,-2-3 1,-1-1 0,-58 22 0,-267 81-3076,-15-25-1376,109-31-4039,148-35-1577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5.0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672 860 6109,'-3'-5'19091,"0"4"-18591,-5 0-53,-10-2-142,6 2 2776,28-16-2709,138-139 144,19-20-393,-112 107-115,-2-3 0,85-138-1,-135 196-8,-2-1-1,8-19 0,-13 30 7,-1 1 0,0 0 0,0-1 0,0 1 0,-1 0 1,1-1-1,-1 1 0,1-1 0,-1 1 0,0-1 0,-1 1 0,1-1 0,-1 1 1,1 0-1,-1-1 0,0 1 0,-2-5 0,2 6 17,-1 0 1,0 1-1,0-1 0,1 1 1,-1-1-1,0 1 0,0 0 0,0 0 1,0 0-1,0 0 0,-1 0 1,1 0-1,0 0 0,0 1 0,-1-1 1,1 1-1,0 0 0,-1 0 0,1-1 1,0 2-1,-1-1 0,1 0 1,0 0-1,0 1 0,-1-1 0,-1 2 1,-9 1 131,0 0 0,-24 11 0,35-13-136,-26 12 194,1 2 1,1 0-1,-47 36 1,-62 68-32,104-90-181,1 2 0,1 1 0,2 2 0,-36 58 0,52-72 0,0 0 0,2 0 0,1 1 0,0 0 0,1 1 0,2-1 0,0 1 0,1 0 0,1 1 0,1 36 0,4-28 0,1-1 0,1 1 0,2-1 0,1 1 0,16 43 0,72 139 0,6 20 0,-98-224 0,0 0 0,0 1 0,-1-1 0,0 0 0,-1 1 0,0 0 0,-1-1 0,0 1 0,0 0 0,-1-1 0,0 1 0,-1-1 0,0 1 0,0-1 0,-1 0 0,0 0 0,-1 0 0,0 0 0,0 0 0,-1-1 0,0 0 0,-1 0 0,0 0 0,0-1 0,0 0 0,-1 0 0,0 0 0,-1-1 0,1 0 0,-1-1 0,0 1 0,0-2 0,-13 6 0,-7 2 0,0-1 1,0-2-1,-2 0 1,1-2-1,-1-2 1,-56 4-1,21-7-13,1-2-1,-76-12 0,128 11-18,-72-13-481,76 13 219,0-2 0,0 1 0,0-1-1,1 0 1,-1-1 0,1 0 0,-13-9 0,17 12 109,1-1 1,1 0-1,-1 0 1,0 0-1,0 0 0,1 0 1,-1 0-1,1 0 1,0-1-1,-1 1 1,1 0-1,0-1 0,0 1 1,1-1-1,-1 1 1,1-1-1,-1 0 1,1 1-1,0-1 1,0 0-1,0 1 0,0-1 1,0 1-1,0-1 1,1 0-1,-1 1 1,1-1-1,0 1 1,0-1-1,0 1 0,0 0 1,0-1-1,3-2 1,2-5-1098,1 0-1,0 1 1,0 0 0,1 0 0,1 1 0,11-10 0,49-33-10315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5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526 33 13145,'2'-9'1023,"2"-11"3754,2 16-1057,17 5-842,-21 19-871,-5 12-959,-1-1 1,-2 1-1,-2-1 1,-21 60-1,-65 120-1266,62-143 411,-41 85-193,-87 196 0,118-245 0,-40 153 0,73-226-190,2 1 0,2 0 0,1 1 0,0 56 0,4-78-422,1 0 0,1 0 0,0 0 0,0 0 0,1-1 0,1 1 0,7 17 0,-7-22-242,0 0 1,0 0-1,0 0 1,0-1 0,1 1-1,0-1 1,0 0-1,0 0 1,1-1-1,0 0 1,0 0 0,0 0-1,7 3 1,48 15-11136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5.4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32 15153,'-38'-9'3241,"70"4"-441,3 2-344,3 0-300,29-6-551,-4 6-349,26 3-460,13 0-676,22 3-1120,9 0-629,7-6-1011,-4 6-984,-2 9-2509,-4 2-5440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5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13293,'9'-1'701,"0"0"1,0 0-1,0 1 0,0 0 0,0 0 1,-1 1-1,1 1 0,0-1 0,0 1 1,-1 1-1,1-1 0,8 6 0,19 7 805,46 29 1,-74-40-1280,46 29 486,-1 1 1,-2 3-1,86 80 1,-109-90-651,-2 2 1,0 1 0,-2 1 0,-2 0 0,0 2 0,-3 1-1,23 51 1,-36-71-97,-1 1 0,0 0 0,-1 0-1,-1 0 1,-1 0 0,0 0 0,0 1-1,-3 30 1,0-36 3,-1 0 0,0 0 0,0 0 0,-1 0 0,-1 0-1,0-1 1,0 0 0,0 1 0,-1-1 0,-1-1 0,0 1 0,0-1 0,0 0 0,-11 9 0,1-2-5,0-2 1,-2 0-1,1-1 1,-2 0-1,0-2 1,0 0 0,-40 14-1,18-11 73,0-2-1,-1-2 0,-44 5 1,70-13 81,1 1 1,0-2 0,0 0 0,-17-3 0,31 3-104,0 0 0,0 0 0,0 0-1,0 0 1,0-1 0,0 1 0,0 0 0,0-1 0,0 1 0,1-1 0,-1 1-1,0-1 1,0 1 0,0-1 0,1 1 0,-1-1 0,0 0 0,1 0 0,-1 1-1,0-1 1,1 0 0,-1 0 0,1 0 0,-1 0 0,1 1 0,0-1-1,-1 0 1,1 0 0,0 0 0,0 0 0,-1 0 0,1 0 0,0 0 0,0 0-1,0 0 1,0 0 0,0 0 0,1-2 0,0-1 19,0 0 0,0 0 1,0 0-1,1 0 0,0 0 0,0 0 0,4-6 1,5-3 41,0 0 1,1 0 0,0 1 0,25-17 0,-14 11-26,364-258-982,24 38-2734,-36 50-1152,-119 76-3570,-132 61-912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6.2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736 20 9161,'0'0'5103,"-4"-2"-3100,-10-2-1391,0 0 0,-1 1 0,1 0 0,-1 1-1,0 1 1,0 1 0,0 0 0,0 0-1,-27 6 1,-13 5 41,-68 23 0,95-25-336,-9 2-140,1 2 0,0 1 0,-46 26 1,67-31-242,0 0 0,0 1 0,1 1 0,1 1 1,0 0-1,1 0 0,0 1 0,0 1 0,-14 24 0,24-36 50,0 0 1,1 1-1,0-1 0,-1 1 0,1-1 0,0 1 0,0-1 0,0 1 1,1 0-1,-1 0 0,1-1 0,-1 1 0,1 0 0,0 0 0,0-1 1,0 1-1,1 0 0,-1 0 0,1-1 0,-1 1 0,1 0 1,0-1-1,0 1 0,0 0 0,0-1 0,0 1 0,1-1 0,-1 0 1,1 1-1,0-1 0,0 0 0,-1 0 0,1 0 0,1 0 1,-1 0-1,0-1 0,0 1 0,5 1 0,-2 0 8,0-1 1,1 0-1,-1 0 0,1-1 1,-1 1-1,1-2 0,-1 1 1,1 0-1,8-1 0,52-6 146,-56 5-104,124-18 744,117-12 1769,-233 30-2318,0 1 0,0 1 0,0 0 0,32 7 0,-40-5-131,0 0-1,0 1 0,-1 0 1,1 0-1,-1 1 0,0 0 1,0 1-1,0 0 0,11 10 1,7 9 119,1 0-67,0 0 1,33 20-1,-50-38-136,0 0 0,1-2 0,0 1 1,0-1-1,0-1 0,1 0 0,-1-1 0,1 0 1,21 2-1,-15-5-2,1 0 0,-1-1 1,1-1-1,-1 0 0,0-2 0,0 0 1,0-2-1,19-7 0,16-10 143,66-40-1,-99 51-65,32-14 217,-49 24-255,0 25 22,-3-22-101,0 1 0,-1 0 0,1 0 0,-1-1 0,1 1 1,-1 0-1,0 0 0,0 0 0,0-1 0,0 1 0,0 0 0,0 0 0,-1 0 0,0 2 0,-8 47-2449,8-40 1078,-1-1 0,0 1 0,-1-1 0,0 1 0,0-1 0,-5 10 0,1-3-4537,10 0-3446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6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0 395 8401,'58'-175'2616,"-52"130"-256,-6 5-312,-6 2-195,-1 18-185,1-2-264,0-1-248,-1 6-284,1 2 328,-1 32-2336,7 21-660,7-24-680,-1 26-2941,4 23-4352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7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623 255 13021,'-7'-10'794,"0"1"-1,0 0 0,-1 0 1,-17-15-1,23 22-614,-1 0 0,0 1-1,0-1 1,0 1 0,0 0 0,0 0-1,0 0 1,0 0 0,0 1 0,0-1-1,-1 1 1,1-1 0,0 1 0,0 0-1,-1 1 1,1-1 0,-5 2 0,-5 0 250,0 2 0,-22 8 0,19-6-221,2 1 1,-1 1-1,1 1 1,0 0-1,0 0 1,1 1-1,1 1 1,-22 23-1,27-26-227,1-1-1,0 1 1,1 0-1,-1 1 1,2-1-1,-1 1 1,1 0-1,0 0 0,1 0 1,0 1-1,1-1 1,0 1-1,0-1 1,1 1-1,0 0 1,1 12-1,1-15 1,0-1-1,0 0 0,1 1 0,0-1 0,0 0 0,1 0 0,0 0 0,0 0 0,0 0 1,1-1-1,-1 1 0,1-1 0,1 0 0,-1 0 0,1-1 0,0 1 0,0-1 0,0 0 0,0 0 1,1-1-1,0 0 0,-1 0 0,1 0 0,0 0 0,11 2 0,-3-1 47,0 0 0,1-1 0,-1-1-1,1 0 1,0-1 0,0 0 0,-1-1-1,1-1 1,0 0 0,20-5 0,1-4 447,37-16 1,-68 24-434,1 1 1,0-1 0,0 1 0,-1 0 0,1 0 0,0 0 0,0 1 0,0 0 0,0 0-1,8 1 1,-12 0-33,0-1-1,0 1 1,-1-1 0,1 1-1,0-1 1,0 1-1,-1 0 1,1 0-1,0 0 1,-1 0-1,1 0 1,-1 0 0,0 0-1,1 0 1,-1 1-1,0-1 1,1 1-1,-1-1 1,0 1-1,0-1 1,0 1 0,-1 0-1,1-1 1,0 1-1,-1 0 1,1-1-1,-1 1 1,1 0-1,-1 0 1,0 0 0,0 0-1,0 0 1,0-1-1,0 1 1,0 0-1,-1 2 1,-2 12-5,0-1-1,-2 1 1,1-1 0,-2 0-1,0-1 1,-1 1 0,-1-1-1,-9 14 1,-13 14-35,-42 49 0,13-26-211,-134 113 0,-90 29 34,232-179 182,48-26 30,7-4-31,94-33-122,-1-6 1,93-53-1,-133 64 89,107-58-132,-4-8-1,180-142 0,-158 90 105,221-230 1,-387 362 73,75-82-2,-78 82 25,0-1 0,-2 0 0,0-1-1,11-22 1,-21 37 18,-3 5-21,0-1 0,0 0 0,0 1-1,1-1 1,-1 1 0,1-1-1,-1 1 1,1 0 0,-3 3 0,3-3 2,-10 14 11,1-1 0,0 2-1,2-1 1,-10 26 0,-22 79 45,27-80-31,-12 47-19,-19 126 1,26-139-89,12-58 60,2 0 1,0 1-1,-3 35 1,7-52 15,0 0 0,1-1 1,-1 1-1,0 0 0,1 0 1,-1-1-1,1 1 0,-1 0 0,1-1 1,0 1-1,-1 0 0,1-1 1,0 1-1,-1-1 0,1 1 0,0-1 1,-1 0-1,1 1 0,0-1 1,0 1-1,0-1 0,0 0 1,-1 0-1,2 0 0,18 4-21,-14-5 15,1-1 0,-1 0 0,0-1 0,1 1 0,10-8 0,9-2-3,21-7 28,1 2-1,0 3 1,95-16 0,-121 28 70,-1 0 1,1 1 0,0 1 0,-1 2 0,1 0-1,-1 1 1,1 1 0,-1 1 0,0 1 0,-1 0-1,33 16 1,-22-4 250,-2 2-1,0 0 1,-1 2 0,42 43-1,30 24 309,-89-82-702,0-1 1,0 0-1,0 0 0,1-2 0,0 1 0,0-1 0,0-1 0,0 0 0,1-1 0,-1 0 0,1-1 0,0 0 0,-1-1 1,24-3-1,4-1-207,-1-3 1,0-1 0,55-19-1,-51 11 127,0-1 1,56-34-1,74-55 48,15-9 1297,-175 108-918,23-11 754,-35 18-1017,-1 0 0,1 0-1,0-1 1,-1 1-1,1 0 1,-1 0-1,1 0 1,0 0-1,-1 0 1,1 0-1,0 0 1,-1 0-1,1 0 1,0 0 0,-1 1-1,1-1 1,-1 0-1,1 0 1,0 0-1,-1 1 1,1-1-1,-1 0 1,1 1-1,-1-1 1,1 1-1,-1-1 1,1 0 0,-1 1-1,1-1 1,-1 1-1,0-1 1,1 1-1,-1-1 1,0 1-1,1 0 1,-1-1-1,0 1 1,0-1-1,1 1 1,-1 0 0,0-1-1,0 1 1,0 0-1,0-1 1,0 2-1,0 7 199,0 0 0,0 0-1,-1 0 1,0 0-1,-1 0 1,0 0 0,0 0-1,-1 0 1,0-1 0,0 1-1,-6 9 1,-11 16 490,-30 42 0,25-39-382,12-16-300,-71 115-63,74-118-777,2 1-1,0-1 1,1 2 0,1-1-1,-6 33 1,11-47 170,0-1 0,1 1 0,0-1 0,0 1 0,0-1 1,1 1-1,-1-1 0,1 0 0,0 1 0,0-1 0,1 0 0,-1 1 0,1-1 1,0 0-1,0 0 0,0 0 0,1-1 0,-1 1 0,1 0 0,0-1 0,4 4 1,-2-3-1173,0 0-1,0-1 1,1 1 0,-1-1 0,10 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7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6013,'3'4'1058,"0"0"0,1 0 1,0-1-1,0 1 1,0-1-1,6 4 0,3 0-411,-11-6 1145,17 0-231,-18-1-1378,1 0 0,-1 0 0,0 1 0,0-1 0,1 0 0,-1 1-1,0-1 1,0 1 0,0-1 0,0 1 0,0 0 0,0-1 0,0 1 0,0 0 0,0 0 0,0 0 0,0 0 0,0 0 0,0 0 0,-1 0 0,1 0 0,0 0 0,-1 0-1,1 0 1,0 1 0,6 34-451,-5-23 628,-1-10-701,1 0 0,0 0 0,0 0 0,0 0 0,0 0 0,0 0 0,1 0 0,-1-1 0,1 1 0,0-1 0,-1 1 0,1-1 0,0 0 0,6 2 0,19-14-6929,-5 7 370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8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957 23 7921,'-9'-8'939,"0"1"334,1-1 3727,1 33-468,-46 159 3764,25-64-6618,-4-1 1,-50 116-1,52-164-1724,-2-3 0,-4 0 1,-2-2-1,-72 92 0,-247 253-2200,337-389 1080,-2 1-377,-26 37 0,22-14-2388,24-41 2844,0 0 0,1 0 0,-1 1 0,1-1 0,0 0 0,0 11 0,5 21-10658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8.2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13377,'12'-12'5545,"17"12"-3449,28 6-240,-3 3-376,13 2-300,18 6-260,27 3-412,24 0-936,20 0-516,18-5-872,14 2-880,2-6-3545,-3 3-5612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8.4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55 11137,'-38'-14'2572,"25"-6"-72,4 11-59,-1-2 3467,26 25-16117,0 3-1156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49.9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5973,'0'0'2691,"3"3"-1566,5 3-872,0 0 0,0 0 0,0-1 0,1 0 0,0-1-1,0 0 1,0 0 0,18 4 0,9 0 120,43 4-1,-67-10-295,631 36 1416,-528-35-1365,2434 22 762,-1301-23-631,7357 372 941,-5430-94-1131,-12 41 599,-2403-241-301,-50-11 0,-59-7-101,-57-8 24,-58-11 41,-57-14 28,480-6 401,-665-32-400,358-57-1,-562 51-418,-23 2-329,1 3 0,125-1 0,-188 12 205,0-1 0,0 1-1,0 0 1,0 0-1,0 1 1,6 2-1,16 3-4772,-26-3 730,2 15-2154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28.5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1103 706 5905,'31'-25'661,"-14"12"381,-2 0 0,0-1 1,24-28-1,-34 35-425,0-1 0,-1 0 0,1 0 0,2-8 1,-6 12-327,1 1 1,-1-1 0,0 1-1,0-1 1,0 1 0,-1-1-1,1 1 1,-1-1 0,0 0-1,0 1 1,0-1 0,-1-5-1,0 8-170,0-1 0,1 1 0,-1-1 0,0 1 0,0 0 0,0-1-1,-1 1 1,1 0 0,0-1 0,0 1 0,-1 0 0,1 0 0,0 0-1,-1 0 1,1 0 0,-1 1 0,0-1 0,1 0 0,-1 1 0,1-1 0,-1 1-1,0-1 1,0 1 0,1 0 0,-1 0 0,-2 0 0,-3 0 5,-1 0 0,0 0 1,0 1-1,1 0 0,-9 3 0,-12 4 113,0 2 1,1 0-1,0 2 0,-32 20 0,-101 71 320,150-96-532,-358 261 433,265-184-669,-129 137 0,200-183 56,2 1 0,-26 44 0,57-82 145,0-1 0,0 1 0,0-1-1,0 0 1,0 1 0,0-1 0,0 0 0,0 0 0,0 0 0,0 0-1,0 0 1,0 0 0,0 0 0,0 0 0,0 0 0,2-1-1,7-1 1,-1-1-1,0 0 1,0 0-1,-1-1 0,1 0 1,-1-1-1,0 0 1,12-9-1,61-56-54,-52 43 32,56-55 40,81-98-1,62-105 6,-48 58 120,-145 184-93,148-170 378,-148 176-161,2 2 1,1 2-1,61-42 1,-86 67-81,1 0 0,0 0 0,27-10 0,-38 17-121,1-1 0,0 1 0,-1 0-1,1 1 1,0-1 0,0 0 0,-1 1 0,1 0 0,0 0 0,0 0 0,0 1 0,-1-1-1,1 1 1,0 0 0,0 0 0,-1 0 0,1 0 0,-1 1 0,1-1 0,-1 1 0,6 4-1,-4-1 18,0 0-1,-1 0 1,1 1 0,-1 0-1,-1-1 1,1 1-1,-1 1 1,0-1-1,0 0 1,0 1-1,-1 0 1,0-1-1,-1 1 1,1 7 0,2 13 146,-2 0 1,-1 37 0,-4-1 65,-3-1-1,-3 0 1,-27 100 0,-81 176 354,-207 308-3355,144-311-1128,164-303 3290,-61 131-2144,70-143 1903,0 0 0,1 0 0,1 1 0,1 0 0,1-1 0,-1 30 0,4-42 35,1 0 1,0 0-1,0 0 1,0 0 0,5 12-1,19 33-6199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28.7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1 115 11341,'16'-29'1888,"3"15"-412,12-12-212,1 12-175,3 2-209,6 7-208,13-1-304,16 0-412,13 3-416,2 3-788,11 0-449,-4 3-771,3 3-1320,10 0-2501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29.0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44 8549,'26'-9'452,"-3"1"180,0 1 0,0 1 0,1 2 0,37-4-1,-38 7-92,0 1-1,-1 1 1,1 1-1,-1 2 1,0 0-1,0 1 1,0 1-1,-1 1 1,40 18-1,-53-20-434,0 0 0,0 0 0,-1 0 0,1 1-1,-1 0 1,0 1 0,-1 0 0,1 0 0,-2 0 0,1 0 0,5 11 0,-7-11-63,-1 1 1,0-1 0,-1 1 0,1 0 0,-2 0 0,1 0 0,-1 0 0,0 0 0,-1 0 0,0 0 0,0 0 0,-1 0 0,0 0-1,-3 14 1,-1-5-22,0 1 0,-2-2 0,0 1-1,0-1 1,-2 0 0,-12 18 0,-71 84-246,58-76 117,3-6-53,-2-1 1,-2-2 0,-1-1-1,-1-2 1,-55 34 0,90-63 135,0 0 1,1 0-1,-1 0 1,0-1-1,0 1 1,0 0-1,0-1 1,0 1-1,0-1 1,0 0-1,-1 0 1,1 0-1,0 0 1,0 0-1,-3 0 1,5 0 25,-1-1 0,1 1 0,-1 0 1,1 0-1,-1 0 0,1 0 1,-1-1-1,1 1 0,-1 0 1,1-1-1,-1 1 0,1 0 0,-1-1 1,1 1-1,0 0 0,-1-1 1,1 1-1,0-1 0,-1 1 1,1-1-1,0 1 0,0-1 0,-1 1 1,1-1-1,0 1 0,0-1 1,0 1-1,0-1 0,0 1 1,0-1-1,-1 1 0,1-1 0,1 0 1,-1 1-1,0-1 0,0 1 1,0-1-1,0 1 0,0-1 1,0 1-1,1-1 0,-1 1 0,0-1 1,0 1-1,1-1 0,-1 1 1,0-1-1,1 0 0,12-18 41,0 1 0,1 0 0,1 1 0,22-20 0,76-59 167,-86 74-210,227-173-1301,14 18-3281,-170 123 788,1 10-1810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29.3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 5969,'63'92'4886,"-52"-76"-4560,0 1 0,-1 1 0,-1 0 0,-1 0-1,0 1 1,-2 0 0,0 0 0,-1 1 0,5 36 0,-9-16 129,-2-26 266,-3-26 1212,4 7-1900,0-1 0,0 1 1,0-1-1,1 1 0,0 0 0,0-1 0,0 1 1,1 0-1,0 0 0,0 0 0,0 0 1,0 0-1,5-7 0,3-4-470,1 1 0,19-22 0,-10 17-245,1 1 0,1 2 0,0 0 0,2 1 1,26-13-1,-10 5-324,-3 3-1261,54-21 0,-88 41 2103,62-28-3434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29.7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1545 2 7081,'-3'0'862,"-22"-1"-110,1 1-1,-1 1 0,0 1 0,-29 7 0,9-2-264,10-1-366,0 1 0,1 1 0,-1 2 0,2 2 0,0 1 0,0 1 0,1 2 1,1 1-1,0 2 0,-35 28 0,57-39-164,1 0 1,-1 0-1,1 1 0,1 1 0,-1 0 1,-9 17-1,16-25 27,-1 1 0,1 0 0,-1-1 0,1 1 0,0 0 0,0 0 0,1 0 0,-1 0 0,0 0-1,1 0 1,0 0 0,0 0 0,0 0 0,0 1 0,0-1 0,0 0 0,1 0 0,0 0 0,-1 0 0,1 0 0,0-1 0,1 1 0,-1 0 0,0 0 0,1-1-1,0 1 1,-1 0 0,1-1 0,0 0 0,3 4 0,0-2 33,0 1 1,1-1-1,-1 0 0,1 0 1,0 0-1,0-1 0,0 0 1,0 0-1,0-1 0,1 1 0,-1-1 1,1-1-1,-1 1 0,1-1 1,0 0-1,0-1 0,0 0 1,-1 0-1,1 0 0,0-1 0,0 0 1,-1 0-1,1-1 0,0 1 1,-1-2-1,0 1 0,1-1 1,-1 0-1,0 0 0,0 0 0,-1-1 1,1 0-1,-1 0 0,0-1 1,6-6-1,6-7 156,1-1 611,27-37-1,-44 54-501,12 13 457,-11-11-718,-1 1 1,0 0-1,0 0 0,0 0 0,0 0 0,0 0 1,0 0-1,0 0 0,0 0 0,-1 0 0,1 0 1,0 1-1,-1-1 0,1 0 0,0 0 1,-1 1-1,0-1 0,1 0 0,-1 1 0,0-1 1,0 1-1,0-1 0,0 0 0,0 1 0,0-1 1,0 0-1,0 1 0,0-1 0,-1 2 1,-2 20 114,-1-1 1,-2 0 0,0 0-1,-16 39 1,-51 88 238,25-55-183,20-34-141,-173 351 200,-32-19-110,-253 251 1119,474-629-1028,7-5-52,-2-1 0,1 0 0,-1 0 1,0-1-1,-1 0 0,0 0 0,0-1 0,0 0 0,-15 7 0,22-12-163,1-1 0,0 0-1,-1 0 1,1 1 0,-1-1 0,1 0-1,0 0 1,-1 1 0,1-1 0,-1 0-1,1 0 1,-1 0 0,1 0 0,-1 0 0,1 0-1,-1 0 1,1 0 0,-1 0 0,1 0-1,0 0 1,-1 0 0,1 0 0,-1 0-1,1 0 1,-1-1 0,1 1 0,-1 0 0,1 0-1,0-1 1,-1 1 0,1 0 0,-1 0-1,1-1 1,0 1 0,-1 0 0,1-1-1,0 1 1,0 0 0,-1-2 0,1 1 14,-1-1 1,1 0 0,0 0-1,0 0 1,0 0 0,1 0-1,-1 0 1,0 0-1,1 1 1,0-5 0,4-7 76,1-1 1,10-18 0,53-79-249,4 3 1,5 4 0,5 3-1,96-91 1,-85 103-1353,4 5-1,143-95 0,78-8-6575,-212 136 1222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30.4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1 10693,'2'10'616,"-1"1"-1,0-1 1,-1 1-1,0 0 1,-1-1 0,0 1-1,0-1 1,-1 1-1,-7 18 1,5-11 230,0-1 0,-3 34 0,8-22-558,0 0-1,2-1 1,2 1 0,0-1-1,2 1 1,1-1 0,1-1-1,1 0 1,2 0-1,0-1 1,21 31 0,21 24-769,128 146 1,-160-201 239,193 196-4185,-57-90-3664,-98-91 1953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30.5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1772 1 9057,'-51'14'2076,"7"15"-404,-16 11 84,-13 5-296,0 7-251,-13 8-237,-16 11-244,-12 6-308,-10 12-88,-3 8-444,-12 6-536,-8 5-692,-5-2-477,-10 3-787,0-1-1216,7 4-2537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30.8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0 163 15485,'7'-49'2689,"-1"32"-669,0-3-488,-3 0-284,-3-3-308,13 6-556,0 0-488,-23 49-11889,-12 25 2776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31.3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47 8497,'0'0'10071,"2"-3"-8662,4-2-869,-3 2-326,0 0 0,0 0 0,1 0 0,0 1 0,-1-1 0,1 1 1,0 0-1,0 0 0,0 0 0,0 1 0,0-1 0,1 1 1,-1 0-1,7-1 0,35-2 523,0 1 1,70 6-1,98 20 86,-154-16-659,953 116-1690,-339-40-5353,-670-83 6738,100 18-2462,-92-15 1066,1 1 0,-1 0 0,15 8 1,-11-3-5112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31.5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148 219 5697,'-85'-18'1820,"82"18"-1559,0-1-1,0 1 1,0-1 0,0 0 0,0 0 0,0 0 0,1 0-1,-1-1 1,0 1 0,1-1 0,-1 0 0,1 1 0,-1-1 0,1 0-1,0-1 1,0 1 0,0 0 0,0-1 0,0 1 0,-2-5-1,-1-1 581,5 5-667,-1 1 0,0-1 0,1 0 0,0 0 0,0 0 0,0 0-1,0 0 1,0 1 0,1-1 0,-1 0 0,1 0 0,0 0 0,0 1 0,0-1 0,0 0-1,0 1 1,0-1 0,1 1 0,1-3 0,1 1-68,-1 0-1,0 1 1,1-1 0,0 1-1,0 0 1,0 1-1,0-1 1,0 1 0,1-1-1,-1 1 1,7-2 0,56-12 505,-48 12-466,72-12 231,185-9 0,96 26-1864,-190 3 252,365 23-3356,-314-4-194,-96-8-217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31.7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296 181 6245,'-152'-28'1704,"66"10"570,78 16-1480,0-1-1,1 0 0,-1-1 1,1 0-1,-11-7 0,18 11-775,0 0 1,0 0-1,0 0 0,0 0 0,0 0 0,0 0 0,0 0 0,0-1 0,-1 1 1,1 0-1,0 0 0,0 0 0,0 0 0,0 0 0,0 0 0,0 0 0,0 0 0,0 0 1,0 0-1,0-1 0,0 1 0,0 0 0,0 0 0,0 0 0,0 0 0,0 0 0,0 0 1,0 0-1,0-1 0,0 1 0,0 0 0,0 0 0,0 0 0,0 0 0,0 0 1,0 0-1,0 0 0,0 0 0,0-1 0,0 1 0,0 0 0,0 0 0,0 0 0,0 0 1,0 0-1,1 0 0,-1 0 0,0 0 0,0 0 0,0 0 0,0 0 0,0-1 0,0 1 1,0 0-1,0 0 0,0 0 0,1 0 0,-1 0 0,5-5 130,0-1-1,1 1 1,0 0 0,0 0-1,0 1 1,0 0-1,1 0 1,0 0 0,-1 1-1,1 0 1,1 0-1,10-2 1,12-2 165,58-5 0,-75 11-235,505-26 854,6 35-1132,-156 4-471,497 3-3025,-489-32-77,-241 10-228,-55 5-281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57.2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2011 261 6649,'57'-29'2536,"-54"27"-1431,-1 1-851,-1 0 0,1 0 0,0 0 0,-1 0 0,0 0 0,1 0 0,-1-1 0,0 1 0,1 0 0,-1-1-1,0 1 1,0-1 0,1-2 0,-7 0-159,1-1-1,-2 1 1,1 0 0,0 1-1,-1-1 1,0 1-1,1 0 1,-1 1 0,-1-1-1,1 1 1,-7-1-1,-16-4 55,-36-2 0,18 2-22,-111-20 319,-409-57 1259,462 73-1462,-143-10 316,218 19-414,9 1 380,50 9-158,-19-5-436,3-1 214,0 2 1,0-1-1,-1 2 1,1 0 0,12 7-1,-25-11-119,-1 1-1,0 0 1,0-1 0,0 1-1,0-1 1,0 1 0,0-1-1,0 0 1,0 1-1,0-1 1,-1 0 0,-1 2-1,1-1 24,-28 33 136,0 2-1,3 1 1,1 1 0,2 1-1,2 2 1,-25 62-1,-269 813 823,143-379-950,160-501-49,-34 96 26,-49 231 0,93-347-32,1-1 1,1 1-1,0 0 0,1 0 0,1 0 0,1-1 0,5 27 0,-5-34-2,1-1 0,0 1 0,0-1 0,1 0 0,0 0 0,0 0 0,1-1 0,0 1 0,0-1 0,1-1 0,0 1 0,0-1 0,0 1 0,1-2 0,0 1 0,9 5 0,2-2 3,1 0-1,0-1 1,0-2-1,1 1 1,0-2-1,0-1 1,0 0-1,21 0 1,168-1 0,-206-3-4,411-29-1606,-142-16-4693,-201 31 1544,-3 5-2652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59.1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47 5941,'16'-20'13219,"-17"18"-11206,-1 0-1439,1 0 1,0 0-1,-1 0 0,1 0 0,-1 1 0,1-1 0,-1 0 1,0 1-1,0 0 0,0-1 0,0 1 0,0 0 0,-3-2 1,4 3-372,0 0 0,0 0 0,0 0 0,0 0 0,0 0-1,0 0 1,0 0 0,0 0 0,0 0 0,0 0 0,0 0 0,0 1 0,0-1 0,1 0 0,-1 1 0,0-1 0,0 1 0,0-1 0,-1 2 0,-12 13-792,-6 20 548,2 1-1,1 1 1,2 0-1,-21 79 1,4 34-5760,17-48-4392,8-29-3304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59.7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324 41 6977,'24'-34'2270,"-19"28"5753,-6 8-7725,1 0 0,-1-1-1,1 1 1,-1 0 0,0 0-1,0 0 1,1-1 0,-1 1-1,-1 0 1,1-1 0,0 1-1,0-1 1,0 1 0,-1-1-1,1 1 1,-1-1 0,1 0-1,-3 1 1,-34 21 917,26-16-621,-6 4-345,1 0-1,0 1 1,1 0 0,0 2-1,1 0 1,0 0 0,1 2-1,-12 16 1,-21 31-2347,14-20-1335,4 0-3824,11-1-3944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00.1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 86 7621,'-9'2'409,"-17"-1"971,45-19 5790,-10 11-3795,11-11-1510,-16 14-1721,0 1 1,0-1-1,0 1 0,0 0 1,1 0-1,-1 0 0,1 1 0,-1-1 1,1 1-1,0 0 0,9-2 0,0 1-14,-6 1-84,1 0-1,-1 1 1,1 0-1,0 0 1,0 1 0,-1 0-1,1 1 1,0 0-1,11 3 1,75 17-1,-90-20-82,0 0 0,-1 0 0,1 1 0,-1-1 1,1 1-1,-1 0 0,0 1 0,1-1 0,-1 1 1,0-1-1,-1 1 0,1 1 0,0-1 0,-1 0 1,0 1-1,0 0 0,0-1 0,0 1 0,0 1 1,-1-1-1,0 0 0,0 0 0,3 9 0,-3-7-45,-1-1 9,0 1 1,0 0-1,-1 0 0,0 0 1,0-1-1,-1 1 0,1 0 1,-1 0-1,-1-1 0,1 1 0,-1-1 1,0 1-1,-4 8 0,3-5-29,-4 8-18,-1-1 0,0 1 0,-1-2 0,-1 1 0,-13 16 0,-65 68-268,43-52 251,-132 141 594,172-184-391,0 0 0,0 1-1,1 0 1,0-1 0,0 1 0,0 1 0,1-1-1,-5 14 1,7-18-47,1 0 0,-1 0 0,1 0 0,0 0 0,0 0 0,0 0 0,0 0 0,0 0 0,1 0 0,-1-1 0,0 1 0,1 0 0,0 0 0,-1 0 0,1 0 0,0 0 0,0 0 0,0-1 0,0 1 0,0 0 0,0-1-1,1 1 1,-1-1 0,1 1 0,-1-1 0,1 0 0,-1 0 0,1 0 0,0 1 0,-1-2 0,1 1 0,0 0 0,0 0 0,0 0 0,0-1 0,3 1 0,14 5-23,0-2 0,-1 0 1,1-1-1,1-1 0,-1-1 0,20-1 0,121-13-1735,-122 9 1006,193-19-7508,-102 14-637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00.3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210 0 13925,'0'0'2336,"-16"9"49,3-1-309,-2-2-304,-1 0-292,0 2-244,3 4-280,0 8-212,-3-3-195,7 9-489,3-1-717,-4 7-455,-3 16-956,-2-13-748,-5 5-3369,1 8-5512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00.9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242 156 8917,'86'-45'5697,"-57"29"-4471,1 0-1,0 2 1,40-12-1,-37 16-778,2 2 0,-1 1-1,1 1 1,44-1-1,-78 7-435,0 0-1,0 0 0,0 0 1,0 0-1,0 0 0,0 0 1,0 0-1,0 1 0,0-1 1,0 0-1,0 0 0,0 1 1,0-1-1,0 1 0,0-1 1,0 1-1,0-1 0,0 1 1,0 0-1,-1-1 0,1 1 1,0 0-1,0 0 0,-1 0 1,2 0-1,-2 1-1,0 0-1,0-1 1,1 1 0,-1 0-1,0-1 1,0 1-1,-1 0 1,1-1-1,0 1 1,0 0 0,-1-1-1,1 1 1,-1-1-1,0 1 1,1-1 0,-1 1-1,0-1 1,-1 2-1,-3 4 11,-1 0 0,0 0-1,0-1 1,0 0 0,-1 0-1,0 0 1,0-1 0,0 0 0,-16 7-1,-6 6 24,-70 44 70,35-24-90,2 3-1,-59 52 0,113-85-23,-1-1 1,2 1-1,-1 0 1,1 1-1,1 0 1,-1 0-1,2 0 0,-10 21 1,13-27 0,1 1 0,1-1 0,-1 1 0,0-1 0,1 1-1,-1-1 1,1 1 0,0 0 0,1-1 0,-1 1 0,0-1 0,1 1 0,0-1 0,0 1 0,0-1 0,0 1 0,1-1 0,-1 0 0,1 0-1,0 0 1,0 0 0,0 0 0,0 0 0,0 0 0,1 0 0,-1-1 0,1 0 0,0 1 0,0-1 0,5 3 0,35 22 33,1-2 0,90 37 0,-111-52-36,-17-8 3,-1 1 1,1 0 0,-1 0-1,1 0 1,-1 0 0,0 1-1,0 0 1,-1 0 0,1 1-1,-1-1 1,0 1 0,5 7-1,-8-9 2,1 0 0,-1 0 0,0 0 0,0 0 0,0 0 0,0 0 0,0 0-1,-1 1 1,1-1 0,-1 0 0,0 1 0,0-1 0,0 0 0,-1 1 0,1-1-1,-1 0 1,0 0 0,0 1 0,0-1 0,0 0 0,0 0 0,-1 0 0,-2 4-1,-5 6 1,-1 0 0,0-1 0,-1 0 0,0 0 0,-1-1 0,-1-1 0,1 0 0,-2-1 0,-14 8 0,-21 10-54,-52 21 1,91-43 29,-125 45-776,88-33-2017,-3 2-4862,31-11-574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01.1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352 1 11789,'-19'34'5009,"-3"-31"-2437,3 3-420,-9-1-388,-17 4-348,13 2-372,-3 7-160,7 2-256,2 2-463,1 1-838,3 9-367,6-4-1004,0 1-808,3 2-3317,7 6-5492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4:58.3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465 315 5721,'-8'-12'1940,"6"10"-135,4-1-206,4-4-1242,0 0 1,1 1-1,0 0 1,0 0-1,0 0 1,1 1-1,-1 0 1,1 1-1,1-1 1,13-4-1,12-3 125,51-10 1,-41 11-33,421-96 677,-422 98-1017,286-60 869,-324 68-960,0 1 1,0 0-1,0 0 1,1 0-1,-1 1 1,-1-1-1,7 3 1,-3-2 2,-8 2 5,0 0-1,0-1 1,-1 1 0,1 0-1,0 0 1,-1-1-1,0 1 1,0-1-1,0 1 1,-2 4-1,-83 170 1040,-108 345 582,143-371-1459,-74 271 203,123-410-387,-98 591 447,92-527-417,-6 104 747,14-91 1099,-1-88-1843,1-1 0,-1 1-1,1 0 1,-1-1 0,0 1 0,1 0-1,-1-1 1,0 1 0,1-1-1,-1 1 1,0-1 0,0 1 0,0-1-1,1 0 1,-1 1 0,0-1-1,0 0 1,0 0 0,0 0-1,0 0 1,-1 1 0,1-1 63,-12 3 19,0-1-1,-1 0 1,1 0-1,-1-2 1,1 0-1,-1 0 1,1-1-1,-19-4 1,-5 1 48,-58-6 17,-71-5-1019,16 7-833,-36 0-2699,63 7-3060,22 6-3205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01.7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95 1 11629,'-10'9'3902,"3"-2"-2769,0 0 0,0 1 0,0 0 0,1 1 1,-6 9-1,6-6-982,0-1 1,1 1 0,1 0 0,0 0-1,0 0 1,1 0 0,0 1 0,2 0 0,-1-1-1,1 1 1,2 23 0,1-27-161,-1-1 1,2 1-1,-1-1 1,1 1 0,1-1-1,-1 0 1,1 0-1,1-1 1,-1 1-1,1-1 1,1 0-1,-1 0 1,1-1-1,1 1 1,8 6-1,3 2-97,1-1 0,0-1 0,1-1 0,35 16 0,-37-21 35,1-1-1,-1 0 0,1-2 0,0 0 1,0-1-1,1-1 0,37 0 0,-27-4 14,1 0 0,-1-2 0,0-2 0,39-11 0,-48 9 232,-2 0 0,1-1 0,-1-1-1,0-1 1,-1-1 0,-1 0 0,0-1 0,0-1 0,-1-1 0,-1 0 0,-1-1 0,0-1 0,-1 0 0,15-26 0,-26 40 18,-1-1 0,1 1 1,-1-1-1,0 1 1,0-1-1,0 0 0,-1 0 1,1 1-1,-1-1 1,0 0-1,0-4 0,0 7-138,0 0 0,0 0 0,0 0-1,0 0 1,-1 0 0,1 0-1,0 0 1,-1 0 0,1 0 0,-1 0-1,1 0 1,-1 1 0,1-1 0,-1 0-1,1 0 1,-1 0 0,0 1 0,0-1-1,1 0 1,-1 1 0,0-1 0,0 0-1,0 1 1,0-1 0,0 1-1,1 0 1,-1-1 0,0 1 0,0 0-1,0-1 1,0 1 0,0 0 0,0 0-1,0 0 1,0 0 0,0 0 0,0 0-1,0 0 1,-1 0 0,1 0 0,0 1-1,1-1 1,-3 1 0,-6 2 58,0 0 1,1 1-1,0 0 1,-1 0-1,2 1 1,-1 0 0,0 1-1,1-1 1,0 1-1,0 1 1,-9 11-1,-8 12 566,-31 50-1,29-40-518,-82 129-2909,65-96-1132,5 2 1,2 1 0,-41 131-1,55-120-7625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02.0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299 32 9125,'19'3'6812,"-28"-20"-4891,2 0 1687,-15 17-2092,0 0-244,0 8-316,-20 12-136,17 0-192,-4 3-220,4 6-820,3 2-420,-4-2-1136,4 5-748,0 0-3541,0 6-5640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09.9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95 3784,'1'-14'443,"1"-12"3089,0 22-3264,-1 1-1,1 0 0,0 0 0,0 0 0,0 1 0,0-1 1,1 0-1,-1 1 0,1 0 0,-1-1 0,5-1 1,0-2-422,-6 4 1724,27-9-1504,1 16-65,2 6-26,-19-6 10,0-1 1,23 4-1,77 10-70,182 35-892,-233-39 876,-25-7 47,47 17 1,-56-19 0,-25-5 42,1 0 4,20 7 33,1-2 1,-1-1-1,1-1 1,40 0-1,15 3 32,59 1 298,-59-5-307,198 24 6,-119-6-123,178 5-25,9 8 123,-232-20-52,-47-7-34,67 2 80,-81-6-10,148-4 122,185 27-136,-58 15 134,-124-14-68,45 4-119,-39-4 74,-92-13-75,342 31 195,10 1 52,-420-39-198,111 16 82,44 8-65,-94-14-47,-80-14 37,52 13 0,-26-4-33,61 5 1,2 0 16,134 18-10,-43-8 49,117 23 68,18 28-113,-106-22 126,489 77 222,-566-105-331,-33-7-36,146 29 55,15 5-1,-138-27 396,188 9 0,-141-20-331,121 5-97,91 15-40,-293-23 37,122 23 3,-11-2 38,-169-28 79,109-3 0,-136-6-27,37-9 0,-44 6-40,1 2 0,33-2 0,-12-2 30,-45 8-62,20-3-44,33-3 40,1-2 0,-1-3-1,0-2 1,-1-2 0,-1-3 0,53-26 0,-49 9 254,-56 33-200,25-16 35,24-8-26,-44 24-54,0-1 1,0 0-1,-1 0 1,1-1-1,-1 0 1,0 0-1,9-9 1,17-21-1,53-73 0,4-10-12,19-25-4,-31 42-13,83-131-16,-130 188 7,-10 14-17,-1 0 0,-1-1 0,18-45 0,4-44-2116,-39 116 1976,-1-1 1,0 1 0,0-1-1,0 1 1,-1 0 0,1-1-1,-1 1 1,0 0-1,0-1 1,-2-4 0,0-2-481,-8-20-2947,10 28 1083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12.1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 4724,'0'0'9269,"3"-1"-10818,30-14-3190,-12 11 18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12.3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55 4932,'29'-8'2665,"-36"-7"-2617,1 1-272,-4 6-364,1-1-1413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12.5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 4600,'0'0'1517,"6"-11"-3438,7-4 709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12.7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02.4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550 34 8385,'-35'-18'10361,"16"5"-6934,10 11 2031,-1 7-5294,0 1 1,1 0 0,0 0 0,0 1 0,1 0 0,-10 12 0,-48 57 221,58-65-317,-51 59 134,22-28-118,2 2 1,2 0-1,-29 53 0,55-83-75,0 0 0,0 0 1,2 1-1,0 0 0,0 0 0,1 0 0,1 1 0,1-1 0,0 1 0,1-1 1,1 1-1,0 0 0,1 0 0,1-1 0,5 25 0,-1-21-8,1 0 1,0 0-1,1 0 0,1-1 1,15 22-1,65 77-41,-65-88-64,0 1 0,-2 2 0,-1 0 0,17 37-1,-35-64 25,-1 0-1,-1-1 0,1 1 1,-1 0-1,0 0 0,0 0 1,0 0-1,0 0 0,-1 0 1,0 0-1,0 0 0,-1 0 1,1 0-1,-1 1 0,0-2 1,-1 1-1,1 0 0,-1 0 1,0 0-1,0-1 0,-3 6 1,1-5-111,0 0 1,0 0 0,-1 0 0,1 0 0,-1-1 0,0 1 0,-1-1 0,1-1 0,-1 1 0,1-1 0,-1 0 0,0 0 0,0-1-1,-1 0 1,1 0 0,-7 1 0,-127 18-5991,50-15-1820,67-3 726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02.6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9389,'29'6'2168,"-1"-9"-336,23 3-180,-13 0-243,4 6-309,2-3-164,13 0-264,13-1-168,6 1-444,7 0-472,2-3-696,1-6-696,-3 1-761,-4 5-1427,-6-6-2865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15.5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34 1888,'-28'-34'240,"-7"43"-1464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16.0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1 2900,'-9'0'196,"2"0"305,9 0 103,22 3 10103,-5 0-17818,-3 2 2298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16.7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87 4628,'0'0'8596,"-3"-13"-6993,1 0-898,1 10 2161,1 0-2469,-3-28 259,3 28 714,-2 0-1359,0 1 1,0 0 0,0 0 0,0-1 0,-1 1 0,1 1 0,-5-4 0,-22 7-11,26-1 75,10 19-7325,-5-15 1010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18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318 35 5184,'0'0'11607,"2"-2"-11109,0-1-385,0 0 1,0 0-1,1 1 1,-1-1 0,1 1-1,0 0 1,0 0-1,0 0 1,0 0-1,0 0 1,0 1-1,0-1 1,0 1-1,8-2 4754,-22 20-4176,-11 12-194,-2-1 0,-42 40 0,-14 16-328,22-22-1248,-7 8-2736,31-19-4710,26-34-1168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19.9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 5236,'0'0'15572,"1"-2"-15575,4-5-399,4-6 1677,-8 13-1251,-1 0 0,1 0 0,-1 0-1,0 0 1,1 0 0,-1 0 0,0 0 0,1 0-1,-1 0 1,1 0 0,-1 1 0,0-1 0,1 0-1,-1 0 1,0 0 0,0 1 0,1-1 0,-1 0 0,0 0-1,1 1 1,-1-1 0,0 0 0,0 1 0,1-1-1,-1 0 1,0 1 0,0-1 0,0 0 0,0 1-1,0-1 1,1 0 0,-1 1 0,0-1 0,0 1-1,0-1 1,0 0 0,0 1 0,0-1 0,0 0-1,0 1 1,0 0 0,9 56-647,-8-46-201,0-1 0,1 1 0,0 0 0,1-1 0,6 18 0,4-13-752,3 0-4888,-8-3 377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20.1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20 7429,'-19'-20'5340,"22"37"-3928,3-2 949,-15 5-1469,-4 0-104,0 2-248,-6 16-120,7-10-264,2 1-424,4-12-784,-4 6-532,4 5-849,-4-5-1603,-2 6-2945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22.4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222 252 8653,'-7'-8'4088,"-9"-7"5026,11 6-10036,4 11 963,1-1 0,0 0 0,-1 0 0,1 0-1,-1 0 1,0 0 0,1 0 0,-1 0 0,0 0-1,1 0 1,-1-1 0,0 1 0,0 0 0,0 0-1,0-1 1,0 1 0,0 0 0,0-1 0,-1 1 0,-25 12 404,20-10-382,-15 8 163,-10 5 45,-49 32-1,81-48-258,-1 0 0,1 0 0,-1 0-1,1 0 1,0 0 0,-1 1 0,1-1-1,0 0 1,-1 0 0,1 0-1,-1 1 1,1-1 0,0 0 0,0 1-1,-1-1 1,1 0 0,0 1-1,-1-1 1,1 0 0,0 1 0,0-1-1,0 1 1,0-1 0,-1 0 0,1 1-1,0-1 1,0 1 0,0-1-1,0 1 1,0-1 0,0 0 0,0 1-1,0-1 1,0 1 0,0-1-1,0 1 1,0-1 0,16 8 577,-10-6-641,-4-3 88,-1 1 0,1-1 0,0 0 0,-1 1 0,1-1 0,0 0 0,-1 0 0,1-1 0,-1 1 0,1 0 0,-1 0 0,0-1 0,3-2 0,2-2 144,8-9 147,0 1-1,-2-2 1,1 0-1,-2 0 1,18-33 0,3-6 81,0 1 54,-22 35 31,1 0 0,26-33 0,-35 49 507,-4 6-897,-15 27 0,1 2 0,-18 48 0,14-29-93,17-46-8,-13 35 24,-12 43 0,-13 56-122,28-94-256,2 0 0,2 1 1,2 0-1,2 0 0,2 1 1,2-1-1,7 70 0,-4-91-204,-4 52 0,0-56 230,1 1 0,4 42 0,-2-61 215,-1-2 87,0 0 1,-1 0-1,1 0 0,0 0 0,0 0 0,0 0 0,1 0 1,-1 0-1,0 0 0,0 0 0,0 0 0,1 0 0,-1 0 0,1 0 1,-1 0-1,1 0 0,-1 0 0,1 0 0,-1 0 0,1 0 1,0-1-1,-1 1 0,1 0 0,0 0 0,0-1 0,-1 1 1,1-1-1,0 1 0,0-1 0,0 1 0,0-1 0,1 1 0,0 0-25,0-1-1,0 1 0,0-1 0,0 0 0,1 0 0,-1 0 0,0 0 0,0 0 1,0 0-1,0-1 0,0 1 0,0-1 0,0 1 0,0-1 0,2-1 1,99-58-1937,-35 18 473,30-11-518,-66 37 793,15-6-2407,-46 22 3416,0 0-1,0 0 1,0 0 0,-1-1 0,1 1 0,0 0 0,0-1 0,-1 1 0,1-1 0,0 1 0,-1-1 0,1 1 0,0-1 0,-1 1 0,1-1 0,-1 0 0,1 1 0,-1-1 0,1-1 0,1 0-854,8-12-3638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23.2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357 38 4504,'-29'-2'1343,"23"1"645,2-11-826,-2-4-309,6 10 4894,-1 7-5631,0 0-1,-1 0 1,1-1-1,-1 1 0,0 0 1,1-1-1,-1 1 1,1-1-1,-1 0 0,0 1 1,-3-1-1,-4 1 177,-4 4-42,0-1 1,0 2 0,0-1-1,1 2 1,0 0 0,0 0 0,1 1-1,0 1 1,0-1 0,1 2-1,0 0 1,-10 13 0,4-4-230,1 1 0,1 1 0,1 0 0,1 1 0,1 0 0,-9 26 1,15-35-576,1 0 1,1 0 0,0 0 0,-1 21 0,6 25-5625,7-11-2575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23.5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1 150 8165,'6'-32'7616,"3"24"-6307,1-4 683,12 4-1328,0-1-144,7 0-116,19-8-324,-13 6-76,12 2-288,1 1-388,117-12-4197,-102 14 553,7 6-3313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24.0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270 183 8057,'1'-6'753,"0"1"0,0 0 0,0-1 1,1 1-1,0 0 0,0 0 0,0 0 0,0 0 1,5-6-1,-6 9-489,0 0 0,0 0 0,0 0 0,0 0 0,0 0 0,-1 0 0,1-1 0,-1 1 0,1 0 0,-1-2 0,3-10 475,40-70 3724,-42 82-4006,-1 6 71,-9 40-101,-2 0 0,-1-1 0,-3-1-1,-29 60 1,-11 32-167,-8 24-349,37-101-633,3 1-1,-22 90 0,43-143 657,1 0 0,0 1 0,1-1 0,-1 0-1,1 1 1,0-1 0,0 0 0,1 0 0,0 1 0,0-1 0,0 0 0,0 0 0,1 0 0,0 0-1,0 0 1,4 7 0,-4-9 18,1 1 0,1-1 0,-1 0 0,0 0 0,1 0 0,0 0 0,0 0 0,-1-1-1,1 0 1,1 0 0,-1 0 0,0 0 0,0 0 0,1-1 0,-1 0 0,1 0 0,-1 0 0,1-1 0,7 1-1,3-1-32,1 0-1,0-1 1,-1 0-1,1-2 1,-1 0 0,1 0-1,-1-1 1,0-1-1,24-12 1,-31 13 70,1 0 0,-1-1 0,0 0-1,0 0 1,-1-1 0,0 0 0,0-1 0,0 1 0,-1-1 0,0 0 0,0-1 0,0 0 0,-1 0 0,-1 0 0,1 0 0,-1-1 0,4-11 0,-8 18 21,1 0 0,-1 0 0,0 0 0,0 0 0,0 0 0,0 0 1,0 0-1,0 0 0,0 0 0,0 0 0,-1 0 0,1 0 0,-1 0 0,0 0 0,1 0 0,-1 0 0,0 0 0,0 0 0,0 1 1,0-1-1,-1 0 0,1 1 0,-3-4 0,-2-3 24,-4-7 8,-1 1 0,0 1 0,-1 0 1,0 0-1,-1 1 0,0 0 0,-1 2 0,-30-19 0,42 28-82,-133-64 467,64 39-1870,1 9-4537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24.6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322 46 9385,'0'0'2279,"-4"3"-214,0-1-1702,-1 0 1,1 1 0,0 0 0,-1 0 0,2 0 0,-1 0-1,0 1 1,1 0 0,-1 0 0,1 0 0,0 0 0,-4 8-1,-78 198 3205,2-6-2956,-8 20-1701,90-220 1067,0 0 0,0-1 0,0 1 0,0 0 0,1 0 0,-1 0 0,1 0 0,0 0-1,0 0 1,1 0 0,-1 0 0,2 5 0,-1-7 18,-1-1 1,1 1-1,-1 0 1,1-1-1,0 1 0,0-1 1,0 1-1,0-1 0,0 0 1,0 1-1,0-1 1,0 0-1,1 0 0,-1 0 1,0 0-1,1 0 0,-1 0 1,1 0-1,-1 0 1,1-1-1,-1 1 0,1 0 1,0-1-1,-1 1 0,1-1 1,0 0-1,-1 0 1,1 0-1,2 0 0,36-3-25,-1-2 0,-1-1-1,1-3 1,62-21 0,36-8 66,-77 25 178,92-7-1,-127 18-126,0 2 1,-1 0-1,1 2 0,0 1 0,0 1 0,36 10 0,-54-11-62,0 1 0,-1 0-1,1 0 1,-1 0 0,0 1 0,0 0 0,0 0 0,0 0-1,-1 1 1,7 10 0,-12-16-27,1 1 1,-1 0-1,0 0 0,0 0 1,0 0-1,0 0 0,0 0 1,0 0-1,0 0 0,0 0 1,0 0-1,0 0 0,0 0 1,-1 0-1,1 0 0,0-1 1,-1 1-1,1 0 1,0 0-1,-2 1 0,1 0 6,-2 15 25,3-14 22,6 9-86,-4-10 37,-1-1 0,0 1-1,0-1 1,1 0 0,-1 1-1,1-1 1,-1 0-1,1 0 1,0 0 0,-1 0-1,1 0 1,0 0 0,0-1-1,0 1 1,-1-1 0,1 1-1,3 0 1,40 0 15,-10 0-34,3 8 92,-1 1-1,0 1 0,0 3 0,60 30 0,-39-17-416,62 21-7334,-117-47 7385,0-1 0,-1 0 0,1 0 0,0 0 0,0-1 0,0 1 0,0 0 0,-1-1 0,1 0 0,0 0 0,3-1 0,-2 0-266,0 2-505,12-51-648,-11 6 1548,-2-78-1,-1 13-379,22-101-193,-18 183 798,1 1 1,1-1-1,1 1 0,2 1 1,19-37-1,-15 37 254,0 1 0,2 0 1,1 1-1,1 0 0,1 2 0,1 0 0,1 2 0,34-26 0,-50 42-899,-1 0 1,1-1-1,-1 1 0,8-11 0,-9 11-384,-2 1-1850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25.3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521 8 4548,'-13'-8'2283,"27"19"1281,-4-6-3516,-1 0 0,1-1 0,0 0-1,1-1 1,-1 0 0,13 2 0,73 7 94,-30-5-64,445 41 451,1-34 1221,-497-14-1675,288-7 2520,-296 7-2457,0 1-1,0 0 0,0 0 0,0 0 0,13 5 0,-19-5-117,-1 0 0,0 0 0,1 1 0,-1-1 0,0 0 0,0 1 0,0-1-1,0 0 1,0 1 0,0-1 0,0 0 0,0 0 0,-1 1 0,1-1 0,0 0 0,-2 3 0,2-2 28,-5 15 121,-1-1 1,-1 1-1,0-1 0,-13 22 1,-14 29 254,-29 100 194,7 1 0,8 3 0,-50 331 0,32 204-239,35 4-225,24-518-118,-7 68-6,7-189-59,-26 113-1,29-167 14,-1-1-1,0 0 1,-1-1-1,-1 1 1,-1-1-1,0 0 1,-17 23 0,17-28 4,-1-1 1,0 0 0,0-1 0,0 0 0,-1 0 0,-1-1-1,1 0 1,-1-1 0,0 0 0,0-1 0,-13 5 0,-7-1-36,-1 0 0,0-2 0,0-2 0,-1-1 0,0-1 0,-44-3 0,-199-26-933,253 23 845,-590-112-6053,556 102 5038,-61-16-2670,15-4-1721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25.7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562 0 9265,'0'0'9288,"-2"2"-8278,-15 10-636,0-1-1,-1 0 1,0-2-1,-1 0 1,0-1-1,-24 6 1,10-2-215,-87 27-1224,14-5-1850,74-22-784,-38 19-1,22-3-4274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25.9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0 4244,'-35'15'752,"25"5"-404,4 3-960,-26-21-756,-16 10 988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26.6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696 45 7025,'-2'-9'1375,"2"8"-722,0 0 0,0 0-1,0 0 1,0-1 0,0 1 0,1 0 0,-1 0 0,0 0 0,1 0-1,-1 0 1,1 0 0,-1 0 0,1-1 0,0 1 0,-1 1 0,1-1 0,0 0-1,0 0 1,0 0 0,1-1 0,3-4-2227,-3 4 2298,-6 1-514,0 0 0,0 0 1,-1 0-1,1 1 0,0-1 1,0 1-1,-6 0 0,-24 4-65,-1 0 0,1 2 0,1 2 0,-52 19 0,19-8-495,-3 1-588,-81 24-2971,55-7-2537,24 2-2594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33.9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795 834 11005,'23'-86'2051,"-21"81"-1653,-1 0 0,1 0 0,0 0 0,0 0 0,0 0 0,1 0 0,0 1 0,4-6 0,-1 2 442,-5 5 1603,-4 8-1844,-179 263 1444,-239 275-1122,214-284-762,179-229-109,21-25-31,15-19 4,274-370 558,65-111 187,-226 315-316,90-127 792,-147 221-333,108-109 0,-171 194-905,19-20 343,1 1 1,1 1-1,43-29 0,-59 44-253,-1 1 0,1-1-1,0 2 1,0-1 0,0 1 0,0-1 0,0 2-1,0-1 1,1 1 0,-1 0 0,0 0 0,1 1-1,-1-1 1,1 2 0,-1-1 0,1 1 0,-1 0-1,1 0 1,-1 0 0,0 1 0,0 0-1,12 6 1,-10-3-60,0 0 0,-1 1 0,1 0 0,-1 0 0,0 1 0,-1 0-1,0 0 1,0 1 0,0 0 0,-1 0 0,0 0 0,4 10 0,1 4-13,-1 1 0,-2 1 0,9 37 0,1 36-23,-5 1 0,-3 0 0,-5 1 0,-4-1 0,-20 150 0,-8-59 0,-101 347 0,-23 28-3523,138-507 2376,6-30-388,1 1 0,2 0 1,-4 56-1,11-59-1619,-1-24 2872,-1 0 0,0-1 0,1 1 0,-1 0 0,1 0 0,-1-1 0,1 1 0,-1 0 0,1-1 0,-1 1 0,1 0 0,0-1 0,0 1 0,-1-1 0,1 1 0,0-1 0,0 0 0,-1 1 0,1-1 0,0 0 0,0 1 0,1-1 0,26 2-9052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34.2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85 140 12469,'-71'-8'4009,"70"8"-3853,0-1 0,0 0 0,0 1 0,1-1 0,-1 0 1,0 0-1,0 1 0,0-1 0,1 0 0,-1 0 1,0 0-1,1 0 0,-1 0 0,1 0 0,-1 0 1,1 0-1,-1 0 0,1 0 0,0-1 0,0 1 1,-1 0-1,1 0 0,0 0 0,0 0 0,0-2 1,4-1-34,0 1 1,0 0-1,1 0 1,-1 0 0,1 0-1,-1 1 1,1-1-1,0 1 1,0 1 0,0-1-1,0 1 1,5-1-1,3-2 73,30-8 211,1 2 1,67-6-1,96 4-156,-165 10-274,819-15-4469,-284 28-4974,-382-3 2617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34.5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23 125 10441,'-21'-36'2323,"21"35"-2103,-1-1 0,1 1 0,0-1 0,-1 1 0,1-1 1,0 1-1,0 0 0,0-1 0,0 1 0,0-1 0,0 1 0,1-1 1,-1 1-1,0-1 0,1 1 0,-1 0 0,1-1 0,0 1 0,-1 0 0,1-1 1,0 1-1,1-2 0,-1 1 313,2-1-284,-1-1 1,1 1-1,0-1 1,0 1 0,0 0-1,1 0 1,-1 0-1,1 0 1,-1 1 0,1 0-1,0-1 1,0 1 0,0 1-1,0-1 1,0 1-1,9-3 1,-2 2 64,1 0 1,-1 1-1,1 0 1,0 1-1,12 0 1,5 4-66,-1 0 1,0 2 0,-1 1 0,1 1 0,-1 2 0,-1 0 0,0 2 0,40 24 0,-28-12-298,-1 2 0,-2 1 1,0 2-1,52 58 0,-73-70-81,-1 0-1,0 0 0,-2 1 0,0 1 0,-1 0 1,-1 0-1,-1 1 0,0 0 0,8 40 0,-10-30-23,-2-1 0,-1 1 0,-2 0 0,0 0 0,-2-1-1,-8 48 1,5-56 79,-1 0 0,-1 0 0,-1 0 0,-13 27 0,14-35 55,-1-1 1,0 0-1,0-1 0,-1 1 0,-1-1 1,0-1-1,-17 17 0,24-26 25,0 1-1,0-1 1,0 0-1,0 0 1,0 1-1,0-1 1,0-1-1,0 1 0,0 0 1,-1 0-1,1-1 1,0 1-1,-1-1 1,1 0-1,0 0 1,-1 0-1,1 0 1,0 0-1,0 0 1,-1 0-1,1-1 1,0 1-1,-1-1 1,1 0-1,0 0 1,0 0-1,-4-2 1,3 1 10,0 0 0,1 0 1,-1 0-1,0-1 0,1 1 1,0-1-1,-1 0 0,1 1 1,0-1-1,1 0 0,-1 0 1,0 0-1,1 0 0,0-1 1,-1 1-1,1 0 0,0-5 1,-1-9 5,1 1 1,1-1 0,1 0 0,1 1 0,0-1 0,1 1 0,0-1-1,9-22 1,6-11-212,32-61 0,-9 32-1395,3 1-1,3 3 1,95-115 0,-113 157-1204,36-30 0,35-21-6200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35.5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22 183 12049,'-5'0'476,"-10"-2"945,13-1-502,9 0 310,-5 2-1054,0 1 0,0-1-1,0 1 1,0 0 0,1 0 0,-1 0-1,0 0 1,0 1 0,0-1-1,0 0 1,0 1 0,1 0 0,-1-1-1,0 1 1,0 0 0,1 1 0,38 23 1056,-24-14-737,18 12-307,-2 2 1,-1 1-1,0 1 1,-2 2-1,-2 1 0,0 2 1,-2 0-1,-2 2 1,39 70-1,-56-91-194,-1 0 0,0 1-1,-1-1 1,0 1 0,-1 1 0,-1-1 0,0 1-1,-1-1 1,-1 1 0,0 0 0,-1 0 0,-1-1-1,0 1 1,0 0 0,-2-1 0,0 1 0,-1-1-1,0 0 1,-1 0 0,0 0 0,-2-1 0,1 1-1,-2-2 1,1 1 0,-18 20 0,11-17 36,-1-1-1,0-1 1,-1 0 0,-1-2 0,0 1 0,0-2 0,-2 0 0,1-2-1,-1 0 1,-23 8 0,38-16-5,0 0-1,-1 0 1,1 0-1,-1 0 1,1-1-1,-1 1 1,1-1-1,-1-1 1,1 1-1,-9-2 1,12 2-17,-1-1 1,0 1 0,1-1-1,-1 0 1,0 0-1,1 1 1,-1-1 0,1 0-1,0 0 1,-1-1-1,1 1 1,0 0-1,0 0 1,-1-1 0,1 1-1,0 0 1,0-1-1,0 1 1,1-1 0,-1 1-1,0-1 1,1 0-1,-1 1 1,1-1-1,-1 0 1,1 0 0,0 1-1,-1-3 1,2-8-51,0 0 1,0 0-1,1 0 0,0 0 1,1 0-1,1 0 1,-1 1-1,2-1 0,0 1 1,0 0-1,1 0 1,0 1-1,16-19 0,4-4-568,3 0-1,53-47 0,-6 16-734,3 3 0,3 3 0,3 5 0,94-46 0,-11 21-730,226-73 1,172 4 2048,-529 138 1125,36-12 0,-69 19-385,-7 4 46,-74 47 1535,52-35-1968,2 1 0,0 1-1,0 1 1,-20 20 0,-7 14 381,-64 84 1,98-112-607,1 1 1,0 0-1,2 0 0,1 1 1,1 1-1,-14 50 0,24-72-87,0 1 0,0 0 0,0 0-1,1 0 1,0 0 0,0 0 0,0 0-1,1 0 1,-1 0 0,1 0 0,1 0-1,2 8 1,-3-11-9,0 0-1,0 0 0,0 1 1,1-1-1,-1 0 1,1 0-1,-1-1 1,1 1-1,0 0 1,0 0-1,-1-1 1,1 1-1,0-1 1,1 0-1,-1 1 1,0-1-1,0 0 1,0 0-1,1-1 1,-1 1-1,1 0 0,-1-1 1,0 1-1,1-1 1,-1 0-1,3 0 1,12-1-18,0 0 0,0-1 1,0-1-1,-1-1 0,1 0 1,23-10-1,92-49-464,-42 18-400,-85 43 827,0 0 0,0 1 0,0 0 0,0 0 0,1 0 1,-1 0-1,0 1 0,0 0 0,1 0 0,-1 1 0,0 0 0,0-1 0,10 4 0,-9-2-10,0-1 0,0 0 0,1 0-1,-1-1 1,0 1 0,12-2 0,28-4-118,-33 4 209,0 0 1,-1-1-1,1-1 1,-1 1-1,19-8 1,67-26 983,-95 35-743,3 3-179,1 1-1,-1-1 1,0 1-1,0 1 1,0-1 0,-1 1-1,1 0 1,-1 0-1,0 1 1,8 8-1,14 10 19,-16-16-123,0-1-1,0 0 0,0 0 0,1-2 0,-1 1 0,1-2 1,0 1-1,14 1 0,13 0-106,49 0 0,-51-3 142,5-1-16,0-2 0,0-2 0,61-11 1,-74 8 287,0-1 1,-1-1 0,0-2 0,0-1 0,47-27-1,-66 33-45,-1-1-1,0 0 1,-1-1 0,0 0-1,0 0 1,0-1-1,-1 0 1,0 0 0,0 0-1,-1-1 1,0 0-1,-1 0 1,5-14 0,-8 21-132,-1-1 0,1 0 1,-1 0-1,0 0 0,0 0 1,-1 1-1,1-1 0,-1 0 1,1 0-1,-1 0 1,-1-2-1,1-1 160,0 3 591,-1 3-814,0 0 0,0 0 0,0 1 0,0-1 0,1 1 0,-1-1 1,0 1-1,0 0 0,0 0 0,0 0 0,1 0 0,-1 0 0,1 0 1,-1 0-1,1 1 0,-1-1 0,1 1 0,0-1 0,-1 1 0,1-1 1,0 1-1,-1 2 0,-18 43 318,15-32-261,-11 27 120,3 1 1,-12 64-1,-3 91 54,11-64-162,-130 604-639,-74-52-828,162-538 1274,-6-4 1,-130 211-1,150-288 219,-63 74 0,75-103-71,-1-2 0,-2-2 0,-50 38 1,61-54-45,0-2 1,-1 0-1,0-2 0,-1-1 1,-1-1-1,-41 12 1,46-19-27,0 0 1,-1-1-1,0-1 1,1-1-1,-1-2 1,0 0-1,0-2 1,0 0-1,-23-6 1,18 1 2,1-1 0,-1-2 1,2 0-1,-1-2 1,2-1-1,-1-1 0,2-2 1,0 0-1,1-2 1,1 0-1,0-2 0,2 0 1,-25-31-1,29 31-8,2-1-1,0 0 1,1-2 0,2 1-1,0-2 1,1 0 0,2 0-1,0-1 1,2 0-1,0 0 1,2-1 0,1 1-1,1-1 1,1 0-1,2-38 1,4 27-130,2 0 0,2 0 1,1 0-1,2 1 0,1 0 0,2 1 0,1 1 1,2 0-1,2 1 0,23-32 0,9-4-412,2 2-1,3 3 1,89-78-1,-39 50-558,4 6-1,4 4 1,162-87-1,398-150-5493,-451 234 1973,-1 13-2595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35.8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24 14345,'0'-2'194,"0"0"0,0 1-1,0-1 1,1 0 0,-1 1-1,1-1 1,-1 1 0,1-1-1,0 0 1,-1 1 0,1-1-1,2-2 1,-2 4-5,0 1 0,-1-1 0,1 0 0,0 0 0,0 0 0,0 1 0,-1-1 0,1 0 0,0 1 0,-1-1 0,1 1 0,0-1 0,-1 0 0,1 1 0,0 0 0,-1-1 0,1 1 0,-1-1 0,1 2 0,21 16 3381,-12-13-3314,1 0-1,0 0 1,0-1-1,0-1 1,0 0 0,0 0-1,1-1 1,-1-1 0,18 1-1,7 2 70,741 49 1639,6-51-2634,-629-3 309,-145 0 246,371-8-1758,-190-10-1633,-6-14-5840,-126 18-857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36.1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371 13 14465,'-5'-12'1871,"0"11"671,-7 19 1291,10-12-3715,0-4 87,1 1-1,0 0 1,0 0 0,1 0 0,-1 0 0,1 0 0,-1 0-1,1 0 1,0 0 0,0 0 0,0 0 0,1 0 0,-1 0 0,1 0-1,-1 0 1,1 0 0,0-1 0,3 6 0,1 4 160,2-1-1,-1-1 1,11 13 0,-11-15-115,25 31 403,1-2-1,44 39 1,82 60 119,-68-61-448,-36-28-160,151 134 275,-151-128-335,80 99 0,-111-120-103,-1 0-1,-1 2 0,-2 0 1,28 69-1,-38-77-23,-1 0 1,-2 1-1,0 0 0,-2 0 1,0 1-1,-2-1 0,-3 53 1,-2-53-24,-2 0 0,0-1 0,-2 0 1,-1 0-1,-1 0 0,-1-1 1,-1-1-1,-1 1 0,-1-2 1,-1 0-1,-22 27 0,-3-4-418,-1-1 1,-3-2-1,-94 74 0,61-63-727,-2-2 0,-2-5-1,-95 42 1,-266 92-10119,411-169 9988,-91 34-8009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36.2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80 146 14129,'0'-20'7725,"-16"17"-6637,0-6-564,3 1-568,1-4-464,2-5-872,-2 0-780,15-9-3609,6-8-4852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38.8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384 71 3588,'0'0'5852,"-1"-2"-5118,-43-37 3305,42 37-2857,5-25 924,-2 27-2043,-1 0-1,0 0 1,0 0 0,1 0 0,-1 0 0,0 0 0,0 0 0,1 0 0,-1 0 0,0 0 0,1 0 0,-1 0 0,0 0 0,0 0 0,1 0 0,-1 0 0,0 0 0,0 1 0,1-1 0,-1 0 0,0 0 0,0 0 0,0 0 0,1 0 0,-1 1 0,0-1 0,0 0 0,0 0 0,1 0 0,-1 1 0,0-1 0,0 0 0,0 0-1,0 1 1,0-1 0,0 0 0,1 0 0,-1 1 0,0-1 0,0 0 0,0 0 0,0 1 0,3 6 238,0 1 0,-1-1-1,1 0 1,1 15 0,0 34 117,-3 0-1,-2 0 1,-14 88-1,8-73-109,-92 507 595,36-256-800,-31 95-2097,21-116-4124,61-224 892,7-13-3148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39.4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1222 38 8145,'0'0'72,"0"-1"1,1 1 0,-1-1-1,0 1 1,0-1-1,0 1 1,1-1-1,-1 0 1,0 1 0,0-1-1,0 1 1,0-1-1,0 1 1,0-1 0,0 0-1,0 1 1,0-1-1,-1 1 1,1-1 0,0 1-1,0-1 1,0 1-1,-1-1 1,1 1 0,0-1-1,0 1 1,-1-1-1,1 1 1,-1-1-1,0 0 1,-16-4 1658,5 2-706,9 2 1681,-14-10-272,10 10 980,1 8-3206,1 0 1,0 0-1,1 0 1,-1 1-1,2 0 1,-1 0-1,1 0 1,0 0-1,1 0 1,0 1-1,-2 10 1,-13 43 757,-124 291 1859,-149 407-1184,104-286-1280,-53 141-88,37 10-205,198-613-90,-28 132-604,29-130 331,2 0 1,0 0-1,0 1 1,2-1 0,0 0-1,0 0 1,7 28-1,-7-40 139,-1 0 0,1 0-1,0 1 1,0-1 0,0 0-1,0 0 1,0 0 0,0 0-1,0 0 1,1 0 0,-1 0 0,1 0-1,0 0 1,-1-1 0,1 1-1,0-1 1,0 1 0,0-1-1,0 0 1,0 0 0,0 0 0,1 0-1,-1 0 1,0 0 0,0 0-1,5 0 1,-1-1-253,-1 0 1,1-1-1,-1 1 1,1-1-1,-1 0 0,1-1 1,-1 1-1,0-1 1,1 0-1,5-4 0,-3 2-785,0 0-1,-1-1 0,0 0 0,10-10 0,31-31-8469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40.0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1043 298 3792,'-8'-3'43,"3"1"466,0 1 0,-1-1 0,1-1 0,0 1 1,1-1-1,-1 1 0,0-1 0,1-1 0,-1 1 1,1-1-1,0 0 0,-6-7 0,9 9 389,-1-1 63,0-1-602,1 0 0,-1-1 1,1 0-1,-1 1 0,1-1 0,1 0 0,-1 0 0,1 1 1,0-1-1,0 0 0,0 0 0,2-9 0,-2 7 194,0-1-1,0 1 1,0-1-1,-1 1 1,-1-1 0,-3-14-1,-2-18 1499,5 31-1087,0 0 0,0-1 0,-6-15 0,1 10 324,9 31-812,14 70 150,-4 0 0,-3 0 0,-4 1 1,-8 111-1,-4-112-430,-3 0 1,-38 154 0,14-124-71,-71 160-1,-81 101-99,-22-10-113,-3 7-1,171-302 34,-60 122-484,98-189 455,0 1 0,0-1 1,0 1-1,1 0 0,0 0 1,0 0-1,-1 7 0,2-12 47,0 0-1,0 0 1,0 0-1,1 0 1,-1 0-1,0 0 1,0 0-1,0 0 1,1 0-1,-1 0 0,0-1 1,1 1-1,-1 0 1,1 0-1,-1 0 1,1 0-1,0-1 1,-1 1-1,1 0 1,0 0-1,-1-1 1,1 1-1,0-1 1,0 1-1,-1-1 1,1 1-1,0-1 1,0 1-1,0-1 1,0 0-1,0 1 1,0-1-1,0 0 1,0 0-1,0 0 1,0 1-1,0-1 0,0 0 1,0-1-1,0 1 1,0 0-1,0 0 1,1-1-1,9-2-327,0 0-1,0-1 0,-1-1 0,0 0 0,1 0 1,-2-1-1,1 0 0,10-9 0,2 0-359,95-74-3947,-22 14-3844,-41 37-791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41.3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1 5444,'0'0'4598,"-3"0"-3648,-32 2 730,32-1 604,29 2-1116,191 6 219,-98-7-1218,459 45 127,-463-36-452,1000 82-1819,-702-73 469,-335-11-949,-105 4-2814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41.6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21 4828,'-1'-3'1111,"-1"1"-1410,-5-13 3186,4 15-754,3 11-1483,0-5-521,0 0-1,-1 0 0,0 0 1,0 0-1,0 0 0,-1-1 1,0 1-1,0 0 0,-6 9 1,-8 27 617,12-21-336,0 0 0,1 0 0,2 1 0,0 27 0,12 89 1196,-4-71-1048,-5-51-493,14 270 987,-17-243-2034,-1 0 0,-3 0 0,-1 0 0,-19 68 0,9-56-3219,3-1-2375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43.0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 14 5949,'-4'0'1518,"-36"0"6492,37-1-7229,-15-12 1023,320 34 10,-192-10-1716,1499 106 652,-450-101-673,-846-40-288,-189 12-577,-122 11 596,1 1-1,0 0 1,-1-1 0,1 1-1,-1-1 1,1 0 0,-1 0-1,1 0 1,-1 0 0,0 0-1,0-1 1,1 1 0,-1-1 0,0 1-1,3-4 1,-3 3-151,0 0-1760,-21-4-9192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43.3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92 4668,'10'11'2641,"-10"-34"-1501,3 3 968,-6 6-1708,-4-3 268,14 3-1160,-4-1-244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44.1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359 1 5328,'22'17'2529,"-26"-16"-1407,-20 11-425,0 0 0,1 1-1,0 2 1,1 0 0,-25 23 0,-52 38-37,-14 12 369,111-87-721,6 3-224,0 0-1,0-1 0,0 1 1,1-1-1,-1 0 0,1-1 1,0 1-1,0-1 0,8 3 1,0-2-11,0 0 0,22 1 0,-16-3-13,398 54 425,-96-10-123,2067 136 1159,-1371-154-957,-957-25-664,38 2-660,138-12 0,-232 7-464,-9 1-326,-57-5-4580,24 4 436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45.1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518 71 3924,'-6'0'46,"-149"-20"2897,121 16-2016,0 1 0,0 1-1,0 3 1,-56 6-1,-40 0 3711,175-13-3209,-8-1-1211,164 2 438,398-8-172,850-2-792,-1150 9-321,178 1-2588,-436 8 2919,-15-1-1613,-6-1-3584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46.8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311 95 5865,'-39'-16'1010,"16"6"-340,-36-10-1,29 12-421,3 1 206,-36-6 0,5-4 1256,47 14-1169,12 3 535,23 0 215,-17 0-1602,616 32 1106,-284-12-686,-180-12-84,562 24-3,2-41-124,-585 3 97,-40 3 29,155-25 0,-248 27 59,-8 1-160,1 0 75,-1 0-1,0 1 0,0-1 0,1 0 1,-1 1-1,0-1 0,-3 3 0,-3 0 3,0-1 1,0 0-1,0 0 0,-11 1 0,-79 6-43,97-9 46,0 0 1,0 0-1,0 0 1,-1 0-1,1 0 1,0-1-1,0 1 1,0-1 0,-1 1-1,-1-2 1,-19-2-60,-40-8 153,60 13-45,1-1-1,0 1 1,-1 0 0,1-1 0,0 1 0,0 0 0,0 1-1,0-1 1,0 0 0,0 0 0,0 1 0,0 0 0,0-1-1,1 1 1,-1 0 0,0 0 0,1-1 0,0 1 0,-1 1-1,1-1 1,0 0 0,0 0 0,-1 3 0,1-3 1272,17 31 103,-18 12-922,-1-1 0,-3 1 0,-16 62 0,-50 134 145,71-236-643,-197 529 621,-26-9-434,48-118-276,-497 1282-906,590-1482 304,34-90-1372,42-99-176,7-20 126,11-30 28,14-23-1505,1 2-1709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47.7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44 6369,'37'-7'1552,"-36"7"-1435,0 0 1,0 0-1,0-1 0,0 1 1,0 0-1,0-1 1,0 1-1,-1 0 0,1-1 1,0 1-1,0-1 1,0 1-1,-1-1 1,1 0-1,0 1 0,-1-1 1,1 0-1,0 1 1,-1-1-1,1 0 0,-1 0 1,1 0-1,-1 0 1,1 0-1,6-8 727,0 6-637,0 1-1,1-1 1,-1 2-1,1-1 0,0 1 1,-1 0-1,1 0 0,0 1 1,11 1-1,4-1 141,682 45 1625,-553-29-1800,859 94 95,80 8-528,0-30-129,-1084-88 377,693 36-342,-2-26-2788,-677-10 2654,17-2-438,-10-3-2472,-25 4-1162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48.7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71 6953,'-42'-19'2443,"1"0"4146,53 9-5307,-11 9-1246,1 0-1,-1-1 1,0 1 0,0 0-1,1 0 1,-1 0 0,0 0-1,1 0 1,-1 0 0,1 0-1,-1 0 1,1 1 0,1-1-1,10-2 86,0 1-1,0 0 0,-1 1 0,1 1 0,16 1 1,-1-1 26,834 25 1047,-167-2-1156,-103-15-247,1155 26 39,-7 76 129,-1712-107-39,455 50-197,-169-4-3144,-290-43 1349,-20-5-2069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49.9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1 375 4988,'8'-19'571,"-5"12"-267,0 0 0,-1 1-1,1-1 1,-1 0 0,-1 0 0,1 0 0,-1 0-1,-1 0 1,1-1 0,-1-9 0,-1 4 301,2 1 0,0 0-1,0 0 1,1 0 0,0 0 0,1 0 0,8-20 0,2-4 1336,-8 19-796,1 0-1,9-17 0,-14 31-979,1-1 0,0 1 0,0-1-1,1 1 1,-1 0 0,1 0 0,0 0-1,-1 1 1,1-1 0,0 0-1,1 1 1,-1 0 0,0 0 0,7-3-1,-8 4-101,1 1 0,-1-1 0,0 1 0,1 0 0,-1 0 0,1 0 0,-1 0 0,1 0 0,-1 0 0,0 1-1,1-1 1,-1 1 0,1-1 0,-1 1 0,0 0 0,0 0 0,1 0 0,-1 0 0,0 1 0,0-1 0,0 1 0,0-1-1,-1 1 1,1-1 0,2 4 0,3 2 112,-1 1 0,0 0 0,0 1 0,9 17 0,-8-10-58,-1 0-1,0 1 0,-1 0 1,0-1-1,-2 2 0,0-1 1,0 18-1,-4 127 307,-1-117-357,-9 94 101,-31 147 0,-2 4-354,42-275 139,1 1-1,1-1 1,0 1-1,1-1 1,1 1 0,0-1-1,2 1 1,4 16-1,-6-27 11,0 0-1,0 0 1,0 0-1,1 0 0,-1 0 1,1-1-1,1 1 1,-1-1-1,0 0 0,1 0 1,0 0-1,0 0 0,0-1 1,1 1-1,-1-1 1,1 0-1,0 0 0,-1-1 1,1 0-1,1 1 1,-1-2-1,0 1 0,0-1 1,1 1-1,-1-1 0,6 0 1,4-1-13,1-1 0,-1 0 1,1-1-1,-1 0 0,0-1 0,0-1 0,0-1 1,-1 0-1,0 0 0,0-2 0,17-9 1,17-13-56,74-61 0,-113 84 103,154-144 552,-61 52 1867,-100 99-2360,0 0 1,0 0 0,0-1-1,0 1 1,0 0-1,0 1 1,-1-1 0,1 0-1,0 0 1,-1 1 0,1-1-1,2 4 1,-1 1-10,1 1 0,-1 0 0,-1 1 0,1-1 0,-1 0 0,0 1 0,0 9 0,6 18-315,-3-22 40,39 104-3121,-36-101 1500,1 0 0,0 0 0,1-1-1,23 27 1,-17-24-2628,3-1-2409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50.0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69 6433,'-12'-43'2820,"18"31"-1868,4-2-404,-14 34-4960,4-3 1055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50.5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 23 7445,'0'0'68,"-1"0"1,1 0 0,0 0-1,-1 0 1,1 0 0,-1 0-1,1 0 1,-1 0 0,1 0-1,-1-1 1,1 1 0,0 0-1,-1 0 1,1 0 0,-1-1-1,1 1 1,0 0 0,-1-1-1,1 1 1,0 0 0,-1-1-1,1 1 1,0 0 0,0-1-1,-1 1 1,1-1 0,0 1-1,0 0 1,0-1 0,-1 1-1,1-1 1,0 1 0,0-1-1,0 1 1,0 0 0,0-1-1,0 1 1,0-1 0,0 1-1,0-1 1,21-10 9049,-34 243-6407,-24 182-1706,33-361-1050,2 0-1,3 0 1,9 71 0,-9-123 37,-1 0 1,1 0-1,0 0 1,0 0-1,-1 1 0,1-1 1,0 0-1,0 0 1,0-1-1,0 1 1,1 0-1,-1 0 1,0 0-1,0-1 0,0 1 1,1-1-1,-1 1 1,0-1-1,1 1 1,1 0-1,26-48-41,-13 20 10,26-32 1,-30 44 29,1 1 1,0 0-1,1 0 1,1 1-1,18-11 1,-22 17 7,0 1 1,1 0 0,-1 1-1,1 0 1,1 1 0,-1 0 0,1 1-1,23-3 1,-28 5 6,4-1-7,0 1 0,0 0 0,0 1 0,13 2 0,-22-2 7,0 0 0,-1 1 1,1-1-1,-1 1 0,1 0 0,-1 0 1,0 0-1,1 0 0,-1 0 1,0 0-1,1 0 0,-1 1 1,0-1-1,0 1 0,0 0 1,0 0-1,0-1 0,-1 1 1,1 0-1,-1 0 0,1 1 1,-1-1-1,0 0 0,0 0 0,2 6 1,-2-6-4,-1 0 1,0 1 0,0-1 0,0 0-1,-1 0 1,1 1 0,0-1 0,-1 0-1,0 0 1,1 0 0,-1 0 0,0 0-1,0 0 1,0 0 0,0 0 0,0 0-1,-3 3 1,-26 30 27,29-35-30,-24 21 12,-1 0-1,-1-2 1,-1-1-1,-51 25 1,63-35-25,-31 13-293,-14 8-1127,55-25 434,1-1 1,1 1-1,-1 0 1,0 1-1,-4 5 1,36-26-11186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50.9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1 323 7421,'0'0'7826,"3"1"-7157,39 12 501,-32-11-1146,1 1 0,-1 0 0,0 0 0,0 1 0,0 1-1,0 0 1,-1 0 0,0 1 0,14 10 0,-14-7-177,1 1 0,-1 1 0,11 17 1,-19-26 172,17-21-490,8-7-168,1 0-1,1 2 1,1 2-1,1 0 1,1 2 0,34-17-1,-54 32 857,0 0 1,0-1-1,-1-1 0,0 0 1,11-11-1,-18 16 748,-5 1-1062,0-1 0,1 0 1,0 0-1,-1 0 0,1-1 1,0 1-1,0 0 0,0 0 1,0-1-1,1 1 0,-2-5 1,62-60-1916,-58 64 2029,0 0-1,1 0 1,-1-1 0,0 1 0,0-1 0,-1 1 0,1-1 0,-1 1 0,2-5-1,1-5-235,3-20-3919,-7 32 3943,3-19-3363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52.6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1595 4144,'0'0'1367,"-2"-2"-155,-12-21 6901,14 19-7325,-1 3-764,1-4 261,-1 1 0,0 0-1,1 0 1,0-1 0,0 1 0,0 0-1,1 0 1,-1-1 0,2-4 0,1 3-83,-1-1 1,1 1-1,1 0 1,-1 0-1,1 0 1,0 0-1,1 1 1,-1-1-1,1 1 1,5-5-1,2 2 63,0-1-1,0 1 0,26-11 1,121-70 647,-155 86-886,17-11 151,0 0 0,-2-2 0,0 0 0,-1-2 0,31-37 0,66-109 492,-109 155-647,180-295 304,94-137-281,-248 390-33,9-8-14,-40 57 20,0-20 74,-6-19-257,4 33 170,0 5 111,1 1-231,-9-67-1025,9 66 996,-4 3 10,-8 2-91,0 0-1,0 1 1,0 1-1,1 0 0,-1 0 1,1 1-1,0 0 1,0 1-1,1 1 1,0-1-1,0 2 1,0-1-1,-10 12 1,-1 0-1354,-1 1-1744,11-4-1720,4 1-2257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53.6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96 4732,'-8'-13'7986,"8"12"-7731,0-1-1,-1 1 1,1 0 0,0-1-1,0 1 1,0 0 0,1 0-1,-1-1 1,0 1 0,0 0-1,1-1 1,-1 1 0,2-2-1,0-1-30,0 0 0,0 1 0,1 0 0,-1-1 0,1 1 0,6-5 0,-8 7 1045,2-3-828,0 0 1,0 0-1,1 1 1,-1 0-1,1 0 1,6-5-1,-7 6-341,-3 2-86,0-1-1,1 1 1,-1 0 0,0 0 0,0 0-1,0 0 1,1 0 0,-1 0-1,0 0 1,0 0 0,1 0 0,-1 0-1,0 0 1,0 0 0,0 0-1,1 0 1,-1 0 0,0 0 0,0 0-1,1 0 1,-1 0 0,0 0-1,0 0 1,1 0 0,-1 0 0,0 0-1,0 0 1,0 1 0,1-1-1,-1 0 1,0 0 0,0 0 0,0 0-1,0 0 1,1 1 0,-1-1-1,0 0 1,0 0 0,0 0 0,0 1-1,0-1 1,0 0 0,0 0-1,0 1 1,1-1 0,-1 0 0,0 0-1,0 0 1,0 1 0,0-1-1,0 0 1,0 0 0,0 1 0,0-1-1,0 0 1,-1 1 0,3 28 266,-9 45-254,6-62 46,-19 117-130,12-88-1255,2 0-1,1 1 0,2-1 1,4 55-1,-1-87 388,1 0-1,-1-1 0,-1 1 1,-2 14-1,0 6-2591,2-2-2191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54.1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112 173 4684,'3'-26'10386,"-1"28"-10137,0 0 1,0 1-1,-1-1 0,1 1 0,-1-1 1,1 1-1,1 5 0,-10 6 245,-1-1 0,-12 18 0,13-22-394,0 0 0,1 0 0,0 1 0,1 0 0,0 1-1,1-1 1,-5 17 0,7-19-64,1 0 1,0 0-1,0 1 1,1-1-1,0 0 0,1 0 1,0 0-1,0 1 1,1-1-1,0 0 0,0 0 1,1-1-1,0 1 0,0-1 1,1 1-1,0-1 1,0 0-1,10 12 0,-1-4-8,2 0-1,0-1 0,0 0 0,1-2 0,1 1 0,24 12 1,-31-21-25,0 0 0,1 0 0,0-1 0,0 0 0,0-1 1,0 0-1,1-1 0,-1 0 0,0-1 0,1 0 0,-1-1 1,15-3-1,-22 3 16,-1-1-1,0 1 1,0-1-1,0 0 1,0 0 0,-1 0-1,1 0 1,0 0 0,3-5-1,-2 4 14,-1-1 3,0 1 0,-1-1 1,1 0-1,-1 1 0,0-1 1,0 0-1,0 0 0,0 0 0,-1-1 1,2-7-1,7-47 307,-10 56-336,1-13 39,-1 1-1,0-1 1,-6-28 0,0-15 57,5 41-82,1-24 12,-3 0 0,-1 0 1,-21-83-1,25 123-42,-1-1 0,0 0 0,0 0 0,-1 0 0,1 0 0,-1 1 0,1-1 0,-1 0 0,0 1 0,0 0 0,0-1 0,0 1 0,0 0 0,0 0 0,-1 0 0,1 0 0,-1 1 0,1-1 0,-1 1 0,0-1 0,0 1 0,0 0 1,0 0-1,1 0 0,-1 0 0,0 1 0,0-1 0,-1 1 0,1 0 0,0 0 0,0 0 0,0 0 0,-5 1 0,-4 2-175,0 0 0,-1 0 0,2 1 0,-1 1 0,0 0 0,-18 11 0,-96 69-4100,54-33-3501,53-40 2823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54.5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52 126 6481,'1'-4'606,"0"0"0,0 0 1,0 1-1,1-1 1,0 1-1,-1-1 1,1 1-1,1 0 0,-1-1 1,0 1-1,1 0 1,0 1-1,0-1 1,5-4-1,21-24 3808,-29 29-4093,1 1 0,0 0 0,-1-1 0,1 1 0,-1 0 0,0-1 0,1 1 0,-1 0 0,0-1 0,0 1 0,0-1 0,0 1 0,0 0 0,0-1 0,0 1 0,0-1 0,0 1 0,-1 0 0,1-1 0,-1-1 0,-1-5-335,1 6 1842,1 7-803,-9 48-128,-1-1 0,-22 64 0,20-70-1831,-9 69 0,7-7-4403,5-25-3785,2-21-3829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56.0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216 60 4712,'-18'-16'1391,"14"12"3101,20-16-2257,-12 13 2045,6-4-2312,-8 10 304,-5 9-1467,0 0-696,0 0 1,0 0 0,1 0 0,0 0-1,1 0 1,0 1 0,0 9 0,-2 6 111,-69 399 2541,45-272-2651,-33 101-3307,27-123-2725,25-84 498,5-4-3180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56.5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97 95 7697,'42'-24'2140,"-40"24"-1941,-1-1 0,0 0 0,0 1 1,0-1-1,0 0 0,0 1 0,0-1 0,0 0 0,0 0 1,0 0-1,0 0 0,-1 0 0,1 0 0,0 0 0,-1 0 1,1 0-1,-1 0 0,1 0 0,-1-1 0,1-1 0,4-9 2794,-2 9-2517,-1-1 0,1 0 0,0 1 0,0 0 0,0 0 0,1 0 1,-1 0-1,1 0 0,-1 1 0,6-3 0,-6 4 2341,-5 20-2427,-1 0 0,-1 0 0,0-1 0,-2 1 0,0-1 0,-13 26-1,2 0-61,-16 36 9,15-38-421,-15 51 0,21-51-520,-28 121-3382,36-140 1529,2 0 1,0 42-1,8-31-2755,6-2-2924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57.0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52 6745,'19'-23'7666,"-19"21"-6510,0 0-997,0 1 0,-1 0 0,1-1 0,0 1 0,0 0 0,-1 0 0,1 0 0,-1-1 0,1 1 0,-1 0 0,0 0 0,1 0-1,-1 0 1,0 0 0,0 0 0,0 0 0,0 0 0,0 1 0,0-1 0,0 0 0,0 0 0,0 1 0,-2-2 0,1 2-74,0 0 0,0 0 1,0 0-1,0 0 1,0 0-1,0 0 0,0 0 1,0 1-1,0-1 0,0 1 1,0 0-1,0-1 1,0 1-1,0 0 0,1 0 1,-1 0-1,-2 2 1,0 0-5,1 0 0,-1 0 0,1 0 1,0 1-1,0-1 0,0 1 0,0 0 1,1 0-1,-1 0 0,1 0 0,0 0 1,1 0-1,-3 8 0,-1 6 65,1 1-1,-2 20 1,1-6 120,-2 7-94,1-1 0,2 1 1,2 77-1,3-98-139,2 0 0,0 1-1,1-1 1,0 0 0,11 25 0,-10-33-35,1 1 1,0-2 0,0 1 0,1-1 0,1 0 0,0 0 0,0-1 0,1 0 0,14 12-1,-11-11 8,0-1-1,1-1 1,0 0-1,0-1 1,1 0-1,0-1 0,0 0 1,0-1-1,19 3 1,-23-6-3,-1-1 0,1 0 0,0 0 0,-1-1 0,1-1 0,0 0 0,0 0 0,-1-1 0,1 0 0,-1 0 0,0-1 0,0 0 0,0-1 0,0 0 0,13-9 0,-16 9 0,-1-1 0,0 1-1,0-1 1,-1-1 0,1 1 0,-1-1 0,0 0 0,-1 0 0,1 0 0,-1 0 0,-1 0 0,1-1 0,-1 1 0,0-1 0,2-10 0,-1-2-1,0 0 0,-1-1 1,-1 1-1,-1-26 0,-3 20 2,0 1 1,-2 0 0,0-1-1,-2 2 1,-1-1 0,-18-37-1,8 24-26,-2 2 0,-2 0-1,-32-40 1,46 67-137,0 0-1,0 0 1,0 1 0,-1 0 0,-1 0-1,1 1 1,-1 0 0,0 1 0,0 0-1,0 1 1,-1 0 0,-14-4 0,23 8-171,-1 1 1,1-1-1,0 1 1,0-1-1,0 1 1,0 0-1,-1 0 1,1 0-1,0 0 1,1 0-1,-1 0 1,0 0-1,-2 3 1,3-3-611,0-1 830,1 0 0,0 0 0,0 0 0,0 0 0,0 0 0,0 0 0,-1 0 0,1 0 0,0 0 0,0 1 0,0-1 0,0 0 0,0 0 0,0 0 0,0 0 0,-1 0 0,1 0 0,0 1 0,0-1 0,0 0 0,0 0 0,0 0 0,0 0 0,0 0 0,0 1 0,0-1 0,0 0 0,0 0 0,0 0 0,0 0 0,0 0 0,0 1 0,0-1 0,0 0 0,0 0 0,0 0 0,0 0 0,0 0 0,0 1 0,0-1 0,0 0 0,1 0 0,-1 0 0,0 0 0,0 1 0,5 20-7960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57.4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0 12197,'0'0'9443,"3"3"-9188,134 109 405,-132-108-652,25 24 7,-2 0 0,0 1 0,41 60 0,-63-79-22,0 1 0,0 0 0,-1 0 0,-1 0 1,0 0-1,0 0 0,2 18 0,-5-21 2,0 0 1,-1 0-1,0 0 0,0 0 1,-1 0-1,0 0 0,-1 0 0,1-1 1,-2 1-1,1 0 0,-1-1 0,-5 10 1,-1 1 34,-2-1 1,0 0-1,0-1 1,-2 0-1,0-1 1,-19 17 0,-97 69 823,34-29 931,85-63-1547,11-4-1,21-3 21,-12-2-289,70 0-821,141-20 0,84-32-2924,-181 28 1680,189-37-5970,-151 32 630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57.9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52 3056,'25'-12'1348,"-37"1"-1044,-1 0 609,29 2-797,3 0-32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58.2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420 28 5765,'0'0'1708,"-1"-3"-73,-5-16 324,5 13 3733,4 18-5309,0 1 0,0-1 0,-1 0 0,-1 1 0,0-1 0,-1 22 0,-12 84 662,6-72-697,-9 52 61,-3 0-1,-5-2 0,-55 146 0,-27 14-2700,-12-4-6078,67-144-450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58.6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76 6697,'11'-26'2004,"-9"21"-277,23-11 1713,-18 10-2468,-6 6-780,0-1 1,0 0-1,0 0 0,0 0 1,0 0-1,0 0 0,0 0 1,0 0-1,-1 0 0,1-1 1,0 1-1,-1 0 0,2-3 1,2-2 750,4 22-346,-2 3-384,0 0 0,-1 0 0,-1 1 0,-1-1 0,-1 1 0,-1 28 0,-12 125-183,2-78-774,5-40-1935,-23 107-1,12-88-1803,0 1-2541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59.0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17 6573,'0'0'2727,"0"3"-1627,-6 22-224,0-1 1,-17 39-1,13-36-437,-14 54 0,19-52-314,1-1 0,2 1 0,1 0 0,1 0 0,5 39 0,-3-50-82,1-1-1,1 0 0,1 1 1,0-1-1,1-1 1,1 1-1,1-1 1,0-1-1,20 29 0,-25-40 20,1 1 0,0-1 0,0 0 0,0 0 0,1 0-1,-1 0 1,1-1 0,0 0 0,0 0 0,0 0 0,0-1-1,1 0 1,-1 0 0,8 2 0,-9-3 0,1-1 1,-1 1 0,0-1-1,1 0 1,-1 0-1,0-1 1,0 1-1,0-1 1,1 0-1,-1 0 1,0 0-1,0-1 1,0 0-1,0 1 1,-1-1-1,1 0 1,0-1 0,-1 1-1,7-6 1,0-2 69,0 0 1,-1-1 0,0 0 0,-1 0 0,0-1 0,-1 0 0,0 0 0,-1-1 0,0 0 0,-1 0 0,-1 0 0,0 0-1,-1-1 1,0 0 0,-1 0 0,0 0 0,-1 0 0,-1 0 0,-2-21 0,-2-11 195,-3 0-1,-1 1 1,-2 0 0,-29-78 0,35 114-301,0 0 0,-1 0 0,0 0 0,-1 0 0,0 1 0,0-1 0,-14-12 0,18 19-60,1 1 1,-1 0-1,0 0 1,0-1-1,0 2 1,0-1-1,-1 0 1,1 0-1,0 1 1,0-1 0,0 1-1,-1 0 1,1-1-1,0 1 1,0 0-1,-1 0 1,-1 1-1,-32 6-623,27-2 189,-1 0 0,1 0 0,0 1 0,1 0 0,-1 1 0,1 0 0,1 0 0,-14 16 0,-11 10-2405,5-2-1314,9 6-2101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5:59.4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5 144 5821,'-1'-4'233,"0"1"0,0-1 0,1 1 1,-1-1-1,1 1 0,0-1 1,0 1-1,0-1 0,0 1 0,0-1 1,1 0-1,0 1 0,0 0 1,0-1-1,0 1 0,0-1 1,1 1-1,0 0 0,-1 0 0,1 0 1,0 0-1,3-3 0,32-54 5523,-36 58-5125,-1 6-134,3 25-37,-3 0 1,-3 40 0,0 26-83,4-68-339,1-1 1,2 0-1,0 0 1,2 0-1,1 0 1,0-1-1,2 0 1,13 25-1,-15-36-52,2 1-1,-1-2 0,2 1 0,0-1 0,0 0 0,1-1 1,1-1-1,0 0 0,0 0 0,1-1 0,1-1 0,0 0 1,0-1-1,18 8 0,-26-13 29,-1 0-1,1-1 1,0 0 0,0 0-1,1 0 1,-1-1 0,0 0 0,0 0-1,1-1 1,-1 1 0,0-1 0,1-1-1,-1 1 1,0-1 0,0 0 0,1-1-1,-1 0 1,0 1 0,0-2-1,-1 1 1,1-1 0,0 0 0,-1 0-1,1-1 1,-1 1 0,0-1 0,-1 0-1,1-1 1,0 1 0,5-8 0,6-11 254,0 0 0,-2-1 1,0-1-1,12-31 1,13-24 596,-11 21 312,-27 60-1143,-1-1 1,1 0 0,-1 1 0,1-1 0,-1 0 0,1 1-1,-1-1 1,1 1 0,-1-1 0,1 1 0,-1-1 0,0 1-1,1-1 1,-1 1 0,0 0 0,1-1 0,-1 1 0,0-1 0,0 1-1,0 0 1,1-1 0,-1 1 0,0 0 0,0 1 0,2 9 92,-1 1 1,0 0 0,0 0 0,-1 0 0,-3 19-1,-13 67 152,12-77-280,-50 187-1515,9-70-2318,9-31-2870,1-2-4036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21.3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12 269 3960,'-1'-2'183,"0"0"1,1 0-1,-1 1 0,0-1 0,1 0 0,-1 0 0,1 0 0,0 0 0,0 0 0,0 0 0,0 0 0,0 0 0,0 0 1,0 0-1,0 0 0,2-3 0,-1 2 2,-1 1 1,1-1-1,-1 0 1,0 1-1,0-1 1,0 0-1,0 1 0,0-1 1,-1 0-1,0-2 1,-1-2 384,0 1 0,1-1 0,-1 0 0,1 0 0,1 1 1,-1-1-1,1 0 0,1 0 0,1-11 0,-1 1 615,0 5-601,0 1 221,0 0 0,0 1 0,1-1 0,0 0 0,1 1 0,5-15 0,-6 21 653,19 34-711,-17-21-686,-1 1 1,0-1-1,-1 1 0,0 0 1,-1 0-1,0 0 1,0 0-1,-1-1 0,-1 17 1,0-15-38,0 0 0,1 0 0,1 0 1,0 0-1,1 0 0,0 0 0,5 15 0,-2-12-96,2 0-1,0 0 1,0 0-1,2-1 1,-1-1-1,2 1 1,15 16-1,-17-22-2,1 1 0,0-1 0,0-1 1,1 1-1,-1-2 0,1 1 0,1-1 0,-1-1 0,1 0 0,-1 0 0,13 1 1,-16-3 44,9 2-24,1 0 0,-1-1 0,1-1 0,0-1 0,0 0 0,-1-1 0,1-1 0,23-4-1,-7-4 35,0-1 0,-1-2 0,-1-1 0,0-1-1,-1-2 1,40-26 0,-11-1 43,102-78 792,-161 120-783,1 0 0,0 1 0,0-1 0,-1 1 0,1-1 1,0 1-1,0-1 0,0 1 0,0-1 0,-1 1 1,1 0-1,0 0 0,0-1 0,0 1 0,0 0 0,0 0 1,0 0-1,0 0 0,0 0 0,0 0 0,0 0 1,0 0-1,0 0 0,-1 0 0,1 1 0,0-1 1,0 0-1,0 1 0,0-1 0,0 1 0,-1-1 0,1 1 1,0-1-1,0 1 0,-1-1 0,1 1 0,0 0 1,-1-1-1,1 1 0,0 0 0,-1 0 0,1 0 0,-1-1 1,1 1-1,-1 0 0,0 0 0,1 0 0,-1 0 1,0 0-1,0 0 0,0 0 0,0-1 0,1 1 0,-1 0 1,0 0-1,-1 0 0,1 0 0,0 2 0,-2 9 97,-1-1-1,-1 1 0,1-1 1,-2 1-1,-7 14 1,-1 4 2,-75 149-283,56-116-1103,-42 63 1,16-31-2281,7 3-4375,28-41-1732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21.7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394 0 8749,'0'1'218,"1"-1"1,0 1-1,0-1 0,-1 1 1,1-1-1,0 0 0,0 1 1,0-1-1,0 0 0,0 1 1,-1-1-1,1 0 1,0 0-1,0 0 0,0 0 1,0 0-1,0 0 0,0 0 1,0 0-1,0 0 0,1-1 724,-18 9 1164,-16 15-1202,1 2 0,1 0 0,2 2 1,-38 46-1,33-38-578,13-13-257,0 0 1,1 2-1,2 0 0,0 1 0,2 1 0,0 0 0,2 1 0,1 0 1,-13 47-1,23-64-139,1 0 0,0 0 0,0 0 1,1 0-1,1 0 0,-1 0 0,2 0 1,-1-1-1,2 1 0,-1 0 1,1-1-1,0 1 0,1-1 0,0 0 1,1 0-1,0-1 0,0 1 0,10 11 1,-6-10-12,0 0 0,0 0 1,1-1-1,0 0 0,1 0 1,0-1-1,0-1 0,1 0 1,0-1-1,0 0 0,0 0 1,1-1-1,16 3 0,-23-6 65,1-1 0,0-1 0,0 1 0,0-1 0,0 0 0,0-1 0,0 1-1,0-1 1,0-1 0,0 1 0,-1-1 0,1 0 0,-1-1 0,1 0 0,-1 0-1,11-7 1,-14 8 30,0-1 0,0 1 0,0-1-1,-1 1 1,1-1 0,-1 0 0,1 0-1,-1 0 1,0 0 0,0 0-1,0-1 1,-1 1 0,1-1 0,-1 1-1,0-1 1,0 0 0,0 1 0,0-1-1,-1 0 1,0 0 0,1 1-1,-1-1 1,0 0 0,-1 0 0,1 1-1,-1-1 1,0 0 0,0 1 0,0-1-1,0 0 1,-4-6 0,0 0 41,0 1 0,-1-1 0,0 1-1,0 1 1,-1-1 0,-1 1 0,1 0 0,-1 1 0,0-1 0,-1 2 0,-11-8 0,6 6-664,-1-1 0,-19-6 1,-31-7-7517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21.8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31 7985,'0'0'3948,"-3"-14"-5832,0-3-1104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02.6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1358 130 5156,'-5'-7'292,"0"1"-1,-1 0 0,0 1 0,0 0 0,0-1 0,-1 2 0,0-1 0,1 1 0,-2 0 0,1 1 1,0-1-1,-1 2 0,1-1 0,-14-2 0,-39-12 1066,-105-26 2332,161 43-3645,0 0 0,0 0 0,0 0 1,0 1-1,0-1 0,0 1 0,0 0 1,1 0-1,-1 0 0,0 1 1,0-1-1,1 1 0,-1 0 0,1 0 1,0 0-1,-1 0 0,1 1 0,0-1 1,0 1-1,-3 4 0,-10 8 89,1 0 1,1 1-1,0 1 0,1 0 1,1 1-1,-12 22 1,-23 49-30,-278 565 492,74-14-276,218-548-215,-69 205 511,80-223-383,4 1 0,-9 82 0,22-119-86,2 1 1,2 0-1,5 57 0,-2-81-58,0 0 0,2 0 0,-1 0 0,2-1 1,0 1-1,1-1 0,0 0 0,1 0 0,1-1 0,0 0 0,19 23 1,-8-16 1,1-1 1,1-1 0,0-1 0,2-1 0,0-1-1,0-1 1,1-1 0,1-1 0,0-1 0,1-1-1,0-1 1,51 9 0,-9-7-407,0-3 0,1-2 0,136-9 0,94-26-5803,-213 19 1418,-11 1-1962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03.0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347 41 8285,'1'-1'194,"0"1"1,0-1-1,0 0 1,0 1-1,0-1 1,0 0 0,0 0-1,-1 1 1,1-1-1,0 0 1,0 0-1,-1 0 1,1 0-1,0 0 1,-1 0-1,1 0 1,-1 0-1,1-1 1,-1 1 0,0 0-1,1 0 1,-1-2-1,6-14 8634,-24 33-5697,-92 104 413,9 12-3870,81-104-296,1-2-1026,2 0 0,1 1 0,-17 39-1,22-40-672,-7 22-4365,12-6-2044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03.2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258 0 10637,'32'11'6497,"-54"-11"-4977,3 3-268,12 14-180,1-2-296,-7 13-140,-6 15-308,3-11-268,-6-1-320,-7 6-776,7-3-516,-6 7-468,-1-1-1049,-6 2-1215,13 4-3289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03.7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506 510 10557,'1'0'60,"-1"0"1,0 0-1,1 0 1,-1 0-1,0 0 1,1 0-1,-1 0 1,0 0-1,1 0 1,-1 0-1,0 1 0,1-1 1,-1 0-1,0 0 1,1 0-1,-1 0 1,0 1-1,1-1 1,-1 0-1,0 0 1,0 1-1,1-1 1,-1 0-1,0 0 0,0 1 1,0-1-1,0 0 1,1 1-1,-1-1 1,0 0-1,0 1 1,0-1-1,0 0 1,0 1-1,0-1 1,0 0-1,0 1 0,0-1 1,0 0-1,0 1 1,0-1-1,0 0 1,0 1-1,0-1 1,0 0-1,0 1 1,0-1-1,0 0 1,-1 1-1,1-1 0,0 0 1,0 1-1,0-1 1,-1 0-1,1 0 1,0 1-1,0-1 1,-1 0-1,1 0 1,-1 1-1,-27 34 2570,-54 42-56,-93 70-1029,113-94-1474,-31 21-249,64-51 84,25-19 46,-1-1 0,1 1 0,-1-1 0,0 1 0,0-2 0,-8 4 0,18-32-122,14-18 141,2 2 0,40-62 1,-42 72 24,38-59 230,3 3 0,3 2 1,5 4-1,3 2 0,82-70 1,-131 130-137,2 2 0,0 1 0,43-24 0,-55 34-61,1 2-1,-1-1 1,1 2 0,0 0-1,0 0 1,0 1-1,0 1 1,1 0-1,-1 1 1,19 0-1,-29 1-22,0 1-1,0-1 1,0 1 0,1-1-1,-1 1 1,0 0-1,0 0 1,0 0-1,0 0 1,-1 1-1,1-1 1,0 1 0,0 0-1,-1 0 1,1 0-1,-1 0 1,0 0-1,0 0 1,1 1-1,-1-1 1,-1 1-1,1-1 1,2 5 0,-2-3-12,-1 0 0,0 0 1,0 0-1,-1 0 0,1 0 0,-1 0 1,1 0-1,-1 0 0,-1 0 1,1 0-1,0 1 0,-1-1 1,0 0-1,0-1 0,0 1 1,-1 0-1,1 0 0,-4 5 1,-4 6-84,0 0 1,-1-1 0,0-1-1,-1 0 1,-21 19 0,-71 55-498,67-59 358,-58 45-721,-4-5 1,-159 84-1,237-142 931,8-5 26,1 1 0,0-1 0,1 2 1,-1 0-1,1 0 0,1 0 0,-15 16 0,23-22 379,5-1 86,1 0-368,3-1 88,0 1 1,0 0-1,1 1 0,-1-1 1,0 2-1,0-1 0,0 1 1,0 0-1,0 1 1,0 0-1,-1 0 0,14 8 1,-9-3-93,-1 1 0,0 1 0,0-1 0,-1 2 0,0-1 0,-1 1 0,0 1 0,-1 0 1,0 0-1,-1 0 0,0 1 0,-1 0 0,8 27 0,9 44-1132,-1 1-2556,-2-28-3248,-5-21-1734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04.8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24 718 10533,'5'-5'-8,"2"-2"1033,0 0 0,1 0 0,0 0 0,0 1 0,9-5 0,-13 9-804,-1 0 0,0 0 1,0 0-1,0 0 0,0 0 0,-1-1 1,1 1-1,3-6 0,16-11 443,-15 15-464,13-7 72,-1 0 1,-1-1-1,0-1 0,18-18 0,-31 25-235,-1 0 0,0-1 0,-1 0 0,1 0 0,-1 0-1,2-7 1,-4 9-6,-1 4-20,-1 0 1,0-1-1,0 1 0,0-1 1,0 1-1,0 0 1,0 0-1,0 0 0,0 0 1,0-1-1,-1 2 0,1-1 1,0 0-1,-1 0 0,1 0 1,0 0-1,-1 1 1,-2-2-1,-1 2 14,0 0 1,1 0-1,-1 0 0,1 1 0,-1-1 1,1 1-1,-1 0 0,1 0 1,-1 1-1,1-1 0,-5 3 1,-40 24 129,35-18-133,1 1-1,1 0 1,0 1-1,1 0 1,0 1-1,1 0 1,0 1-1,1 0 1,0 1-1,2 0 1,-1 0-1,2 0 1,0 1 0,-4 19-1,9-30-60,0-1 0,1 0 0,0 1 0,0-1 1,0 1-1,0-1 0,0 0 0,1 1 0,0-1 0,0 0 0,0 0 0,1 0 1,-1 1-1,4 5 0,1 0-142,1 1-1,0-1 1,13 15 0,-12-17 17,0 0 1,1-1-1,0 0 1,0 0 0,0-1-1,1-1 1,0 1-1,0-2 1,0 1-1,1-1 1,-1-1-1,1 0 1,0 0-1,0-1 1,14 1-1,17-1-680,0-1 0,71-8-1,-87 4 659,0-1-1,0-2 1,-1 0-1,1-2 1,-1-1-1,-1 0 1,0-2-1,-1-1 1,35-23 0,-23 9 309,-1-1 1,-1-1-1,-1-2 1,-2-1-1,28-38 1,351-476 5733,-366 491-4805,-32 42-394,-31 38-232,-185 219 192,182-217-597,-139 189-294,141-184-39,1 2 1,1 0-1,2 1 1,-18 57-1,34-88 262,-1 0 0,1-1 0,0 1 1,1 0-1,-1 0 0,1 0 0,0 0 0,0 6 0,1-9 28,-1 1 1,1-1-1,-1 0 0,1 0 0,0 0 1,0 1-1,0-1 0,0 0 1,0 0-1,1 0 0,-1-1 1,0 1-1,1 0 0,1 1 1,2 0 2,-1 0 0,1-1 0,-1 1 1,1-1-1,0 0 0,0-1 0,0 1 1,0-1-1,0 0 0,0 0 0,0-1 1,0 0-1,0 0 0,0 0 0,8-1 1,36-2-158,103-3 302,-125 7-14,0 1 1,1 1-1,46 12 1,84 43 160,-12-5-1141,-134-50 802,0 0 0,0-2 0,1 1 1,-1-1-1,1-1 0,-1-1 0,0 1 0,1-2 1,-1 0-1,0 0 0,0-1 0,0-1 0,0 0 1,-1 0-1,1-2 0,-1 1 0,0-1 0,-1-1 1,1 0-1,-1 0 0,-1-1 0,17-16 0,20-17 94,-38 36 8,0-1-1,-1 0 1,0-1-1,0 1 1,-1-1-1,0-1 1,6-7-1,-11 13-39,-4 3 23,-9 4-156,1 1 1,0-1-1,0 2 0,1 0 0,-1 0 1,2 1-1,-1 0 0,-9 11 0,0-2-559,18-15 382,11 14-184,-8-14 486,-1 0-1,1-1 0,0 1 1,0-1-1,0 1 0,0-1 1,0 0-1,0 0 0,1 0 1,-1 0-1,0 0 0,1 0 1,2 0-1,40 7 165,-17-4 100,-6 0 27,90 16-18,-104-20-352,0 0 0,0-1 0,0 0 0,-1 0 0,1 0 0,0-1 0,0-1 0,12-4 0,57-34 289,-63 31 85,1 2-1,0 0 0,0 1 0,21-7 0,-32 13-99,18-2-135,-21 3-67,0 0 0,0-1 0,0 1 1,0 0-1,1 0 0,-1 0 0,0 0 0,0 0 0,0 0 0,0 0 0,0 0 0,0 0 0,0 1 0,0-1 0,0 0 0,0 1 0,0-1 0,0 1 0,0-1 0,0 1 1,0-1-1,0 1 0,0 0 0,0-1 0,0 1 0,0 0 0,-1 0 0,1 0 0,0-1 0,-1 1 0,1 0 0,-1 0 0,1 0 0,-1 0 0,1 0 0,0 2 0,-1-2-8,1 0-470,0 2-47,-1-1 450,0 0 0,1-1-1,-1 1 1,1 0 0,0 0 0,0-1 0,0 1 0,0 0-1,0-1 1,0 1 0,0-1 0,0 1 0,1-1 0,-1 1 0,0-1-1,1 0 1,-1 0 0,1 0 0,1 1 0,1 0 21,-1-1 0,1 0 1,0 0-1,-1 0 0,1 0 1,0-1-1,-1 0 1,1 0-1,0 0 0,4 0 1,35-4-86,-11 1 385,50 2 0,-1 9-1132,104 24 1,-149-22-2698,-1 2-1840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07.3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623 43 8341,'10'-22'2389,"-10"21"-2181,0 0 0,-1 0 0,1 0 0,0 0 1,0 0-1,-1 0 0,1 0 0,-1 0 0,1 0 0,-1 0 0,0 0 1,1 0-1,-1 0 0,0 0 0,1 0 0,-1 0 0,0 1 1,-3-3 3094,-20 13-1077,-157 94 1246,166-95-3358,-243 153-3309,159-101-5198,57-30-627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15.0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27 11297,'24'-19'2046,"-19"15"-253,14 2 1021,-18 1-2747,0 1-1,-1 0 1,1 0-1,0 0 1,0 0-1,0 0 1,0 0-1,0 0 1,-1 0-1,1 1 1,0-1-1,0 0 1,0 0-1,-1 1 0,1-1 1,0 0-1,0 1 1,-1-1-1,1 1 1,0-1-1,0 1 1,-1-1-1,1 1 1,-1 0-1,1-1 1,-1 1-1,1 0 1,-1-1-1,1 1 1,-1 0-1,0 0 1,1 0-1,-1-1 1,0 1-1,1 0 1,-1 0-1,0 0 0,0 0 1,0-1-1,0 1 1,0 0-1,0 0 1,0 1-1,2 7-12,1 12 157,-2 0 0,0 0 0,-1 0 1,-1-1-1,0 1 0,-8 32 1,1 0-19,-4 32-125,4-42-228,3 0 1,1 0 0,2 50-1,2-91 137,0 0 0,0 1 0,1-1 0,-1 0 0,0 0 0,1 1 0,-1-1 0,1 0 0,0 0 0,0 0 0,0 0 0,0 0 0,0 0 0,0 0 0,0 0 0,1 0 0,-1 0 0,1 0 0,-1-1 0,1 1 0,0-1 0,0 1 0,-1-1 0,1 0 0,0 0 0,0 1-1,1-2 1,-1 1 0,0 0 0,0 0 0,0-1 0,0 1 0,1-1 0,-1 1 0,0-1 0,1 0 0,-1 0 0,0 0 0,0 0 0,1-1 0,-1 1 0,0 0 0,4-2 0,13-4-77,-1-1-1,0-1 1,27-16-1,-24 13 383,0 0-1,29-10 1,-36 16-184,-8 3 155,0 0-1,0 0 0,1 0 1,-1 1-1,0 0 0,9-1 1,-13 2-185,-1 0-1,0 1 1,0-1 0,0 0 0,1 1 0,-1-1 0,0 1 0,0-1 0,0 1 0,0-1-1,0 1 1,0 0 0,0-1 0,0 1 0,0 0 0,0 0 0,0 0 0,0 0-1,0 0 1,-1 0 0,1 0 0,0 0 0,-1 0 0,1 0 0,-1 0 0,1 1-1,-1-1 1,0 0 0,1 0 0,-1 0 0,0 1 0,0-1 0,0 0 0,0 0 0,0 1-1,0-1 1,0 0 0,0 2 0,-2 34 870,-9 48-1,6-54-907,2 0 0,0 0 0,3 35 0,3-35-941,1 0 0,2 0 0,10 33 1,-10-46-686,0-1 0,1 0 0,1 0 1,1-1-1,0 0 0,19 25 1,21 11-8576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15.7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558 356 15901,'0'0'141,"0"0"0,0 0 0,0-1 0,0 1 0,0 0 0,0-1 0,0 1 0,0 0 0,0-1 0,0 1 0,0 0 0,0-1 0,0 1 0,0 0 0,0-1 0,-1 1 0,1 0 0,0-1-1,0 1 1,0 0 0,0 0 0,-1-1 0,1 1 0,0 0 0,0 0 0,-1-1 0,1 1 0,0 0 0,0 0 0,-1 0 0,1 0 0,0-1 0,0 1 0,-1 0 0,1 0 0,-13 5 1744,-15 22 635,-133 156 1273,-87 117-3195,225-264-684,1 0 0,-17 41 0,38-74 79,-2 2-14,0 1 1,0-1 0,1 1-1,0 0 1,-2 11-1,4-15 11,0 0 0,0-1 0,0 1 0,0 0 0,1-1 0,-1 1 0,1 0 0,-1-1 0,1 1 0,-1-1-1,1 1 1,0-1 0,0 1 0,0-1 0,0 0 0,0 1 0,0-1 0,0 0 0,0 0 0,2 2 0,3-3-69,4-6 70,0 1 0,-1-1 1,0-1-1,0 0 0,0 0 0,-1-1 1,0 0-1,13-18 0,52-85 71,-54 78-33,266-391 767,-236 361-334,3 3 0,2 2 0,2 3 1,94-71-1,-135 115-409,0 1 1,1 0-1,0 1 0,1 1 1,0 0-1,0 2 0,30-9 0,-41 14-47,1 0-1,-1 0 0,1 0 0,-1 1 0,1 0 0,-1 0 0,1 1 0,-1-1 0,0 1 0,1 1 1,-1-1-1,0 1 0,0 0 0,0 1 0,0-1 0,0 1 0,0 1 0,-1-1 0,1 1 1,-1 0-1,0 0 0,0 0 0,-1 1 0,8 9 0,-2 0-5,-1 1 0,0 0 0,-1 1 0,-1 0 0,-1 0 0,0 0 0,-1 1 0,-1 0 0,0 0 0,-1 0 0,-1 1 0,0 17 0,-2 14 0,-2 1 0,-16 96 0,2-64 0,-4 0 0,-4-2 0,-3 0 0,-53 109 0,-238 490-6061,307-658 4911,2 1 0,0 0 0,1 0-1,2 1 1,0 0 0,-2 28-1,7-48 485,1 0-1,0 1 1,0-1-1,0 1 1,1-1-1,-1 0 1,1 1-1,2 5 1,16 16-9006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16.1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0 647 7697,'0'0'1767,"4"0"-343,217 9 1796,-46-1-2826,662-27-1913,-748 10 1073,0-5 1,-1-3-1,125-42 0,-150 36 479,0-3 0,-2-2 0,-1-3 0,-2-3 0,65-49 0,139-124 3345,-150 117-398,-109 87-2736,1 0 0,0 0 0,0 1-1,0-1 1,0 1 0,0 0 0,0 0-1,7-1 1,-10 3-197,-1 0 0,1-1 0,0 1 0,-1 0 1,1 0-1,-1 0 0,1 0 0,0 0 0,-1 1 0,1-1 0,0 0 0,-1 0 0,1 0 1,0 1-1,-1-1 0,1 0 0,-1 0 0,1 1 0,-1-1 0,1 0 0,0 2 0,0-1 3,0 0 0,-1 0 0,1 0-1,-1 0 1,0 0 0,1 0-1,-1 0 1,0 1 0,1-1-1,-1 0 1,0 0 0,0 0 0,0 0-1,0 1 1,0-1 0,-1 1-1,-3 22 378,-2 0-1,-1-1 1,0 1-1,-2-2 1,-18 36 0,0 1-10,-22 48 102,-81 129-1,-80 87-1538,174-268 727,2-4 38,3 2 0,2 1-1,3 2 1,-35 107-1,58-155 230,0 1-1,1 0 0,1 0 0,0 0 0,0 1 1,1 15-1,0-19 14,1-1 0,0 0 1,1 0-1,-1 0 0,1 0 0,0 0 1,0 0-1,1 0 0,-1 0 0,1-1 1,0 0-1,5 6 0,-7-8 12,1-1 1,0 1-1,0-1 0,0 1 1,0-1-1,0 0 0,0 0 1,0 0-1,0 0 0,1 0 1,-1 0-1,0-1 0,1 1 1,-1-1-1,0 1 0,1-1 1,-1 0-1,1 0 0,-1 0 1,0 0-1,1-1 0,2 0 1,4-1 20,0 0 1,-1-1 0,1 0 0,12-6 0,-12 4 44,-1 0 0,0 0 0,0-1-1,0 0 1,-1 0 0,0 0 0,0-1 0,0-1 0,-1 1 0,0-1 0,-1 0 0,0 0 0,0 0 0,0-1 0,5-17 0,-7 19-9,-2 1 1,1-1 0,-1 0 0,0 1 0,0-1-1,-1 0 1,0 1 0,0-1 0,-1 0 0,1 0-1,-1 1 1,-1-1 0,0 1 0,0-1 0,0 1 0,0 0-1,-1-1 1,0 1 0,0 1 0,-1-1 0,0 0-1,0 1 1,-7-8 0,6 8-179,0 1 0,0-1-1,-1 1 1,0 0 0,1 0 0,-1 1 0,-1 0-1,1 0 1,0 1 0,-1-1 0,1 1-1,-1 0 1,0 1 0,-8-1 0,8 1-646,0 1 0,0 0 0,0 1 0,0-1 0,0 1 1,1 0-1,-1 1 0,-7 2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16.6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501 1 10841,'0'0'5931,"-3"2"-4613,-4 7-936,0 0 0,0 0-1,0 1 1,1 0-1,1 0 1,-1 1-1,-5 19 1,-11 18 149,-10 12-407,-2-3 1,-4 0-1,-1-3 0,-89 95 0,127-148-132,-26 24-396,2 2 1,0 1-1,-36 56 1,60-83 388,0 2 1,-1-1-1,1 0 1,1 0-1,-1 0 1,0 0-1,0 1 1,1-1-1,-1 0 1,1 0-1,0 1 1,0-1-1,0 0 1,0 4-1,1-5 14,-1 0 1,0 1-1,1-1 1,-1 0-1,1 0 0,0 0 1,-1 0-1,1 0 0,0 0 1,0 0-1,0 0 0,0 0 1,0 0-1,0 0 0,0 0 1,0-1-1,0 1 0,0 0 1,2 0-1,3 1 11,0 0-1,1 0 0,-1-1 1,1 0-1,-1 0 0,1-1 1,0 0-1,11-1 1,98-10 426,64-4 474,-144 13-671,-1 3 0,0 1 0,38 7 0,-63-7-182,0 0-1,0 1 0,0 0 0,0 1 1,0 0-1,-1 1 0,0-1 0,0 2 1,17 11-1,-20-11-51,0 0-1,-1 0 1,1 0 0,-1 0-1,-1 1 1,1 0 0,-1 0-1,0 0 1,0 1 0,-1-1-1,0 1 1,-1 0 0,3 9-1,0 11-99,-3-18-21,-1-1 0,1 0 0,1 0 0,0 0 0,6 12 0,-7-18 98,0 0 0,0 0 1,0 0-1,1 0 0,-1 0 0,1-1 1,0 0-1,0 1 0,-1-1 1,2 0-1,-1 0 0,0 0 0,0-1 1,1 1-1,-1-1 0,0 0 0,8 2 1,14 0 158,0 0 0,1-1 1,-1-2-1,1 0 0,0-2 1,32-6-1,64-3 997,-89 11-687,-21-1-392,1 1 1,-1 0 0,0 1-1,19 4 1,-30-5-193,0 1-1,0-1 1,0 1 0,0-1-1,0 1 1,0-1 0,-1 1-1,1-1 1,0 1 0,-1 0 0,1 0-1,0-1 1,-1 1 0,1 0-1,-1 0 1,1 0 0,-1 0-1,1-1 1,-1 1 0,0 0-1,1 0 1,-1 0 0,0 0-1,0 0 1,1 0 0,-1 0-1,0 0 1,0 0 0,0 0 0,-1 0-1,1 0 1,0 0 0,0 0-1,0 0 1,-1 0 0,1 0-1,0 0 1,-1 0 0,1 0-1,-1-1 1,0 2 0,0 1-739,-3 3-3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16.7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80 9133,'9'-37'1964,"-9"17"2764,-9 9-4836,3-1-340,-1 29-11837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17.0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429 81 12341,'48'-32'2252,"-51"12"101,-4 0 1527,-9 18-2308,0-4-212,-12 14-252,-23 10-212,7 4-324,2 4-116,4 9-768,-3-1-468,-4 0-692,1 0-956,0 1-864,9 2-2229,12 6-4480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17.2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12 13965,'16'-11'2316,"-16"31"-379,0 0-477,-3 0-340,0 0-436,-3 3-1460,-1 0-1096,-6-6-1313,1 0-1371,12 3-3553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17.5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2753 36 11733,'0'0'2527,"-2"-3"-91,-8-26 1698,10 29-4101,0 0 0,0 0 0,0 0-1,0-1 1,0 1 0,-1 0 0,1 0 0,0 0 0,0 0 0,0 0 0,0-1-1,0 1 1,0 0 0,0 0 0,0 0 0,0 0 0,0 0 0,-1 0 0,1 0-1,0-1 1,0 1 0,0 0 0,0 0 0,0 0 0,0 0 0,-1 0 0,1 0-1,0 0 1,0 0 0,0 0 0,0 0 0,0 0 0,-1 0 0,1 0 0,0 0 0,0 0-1,0 0 1,0 0 0,0 0 0,-1 0 0,1 0 0,0 0 0,0 0 0,0 0-1,0 0 1,0 0 0,-1 0 0,1 0 0,0 0 0,0 1 0,-19 2 525,1 0-1,0 1 1,0 2 0,0 0 0,1 0 0,0 2 0,0 0 0,1 1 0,0 0-1,-25 21 1,-17 16 448,1 2-1,-77 88 0,-79 131 72,176-215-1067,2 2 1,-29 62-1,-86 216-10,55-70-114,-86 206-532,148-398 460,-3-1-1,-3-1 1,-3-3 0,-74 89 0,69-102-833,-3-2 0,-3-2 1,-1-3-1,-2-2 0,-2-2 1,-101 52-1,71-49-1562,-3-5-1,-1-3 1,-1-5 0,-116 23-1,29-18-5472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18.3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331 126 7053,'58'-29'2425,"-56"29"-2176,-1-1 1,1 0 0,-1 1-1,1-1 1,-1 0 0,0 0-1,1 0 1,-1 0 0,0 0-1,0 0 1,0 0 0,0 0-1,0-1 1,0 1 0,0 0-1,0-1 1,0 1 0,-1 0-1,1-1 1,0-1 0,1-2 876,-1 3-739,-1 0 0,0 0 0,0 0-1,0 0 1,0 0 0,0 0 0,0 0-1,0 0 1,-1 0 0,1 0 0,-1 0-1,0 0 1,0-2 0,-2-3 3178,-10-21-1044,7 26-1426,-11 4-849,0 2 0,0 0 0,0 1 0,1 1 0,0 0 0,0 1-1,1 1 1,-1 1 0,2 0 0,-1 0 0,-18 18 0,12-9-1234,2 0 0,-27 34 0,30-31-1520,1 1 0,-19 35 0,16-12-4263,7 8-4380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18.5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426 32 13865,'15'-31'5197,"-34"33"-3297,3 1-240,-3 9-304,-15 13-272,5 1-320,-6 8-1020,-3 4-580,-13 2-856,-12-6-1096,-4 6-3225,-3 20-5244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20.0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340 224 5120,'1'-1'141,"0"0"-1,-1 0 0,1-1 1,0 1-1,-1-1 0,1 1 1,0 0-1,-1-1 0,0 1 1,1-1-1,-1 1 1,0-1-1,0 1 0,0-1 1,0 1-1,0-1 0,0 1 1,0-1-1,-1 1 0,1-1 1,0 1-1,-1-1 0,1 1 1,-1 0-1,0-1 0,1 1 1,-1 0-1,0-1 0,-1-1 1,-2-4 534,4 6-548,0 0 0,-1 0 1,1 0-1,0 0 0,0 0 0,0 0 0,0 0 0,0 0 0,0 0 0,0 0 1,0-1-1,0 1 0,1 0 0,-1 0 0,0 0 0,1 0 0,-1 0 0,1 0 1,0-1-1,1-2 349,35-125 10640,-36 127-8786,-1-2-1396,-1-7-486,-2 14 322,-9 36 1216,5-15-907,-16 40 0,-8-3-1259,-111 229-4130,22 10-1731,98-221-1327,5-1-4516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23.0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470 161 5537,'1'-5'2152,"0"-4"-1161,1 0 0,0 1 0,0-1-1,1 1 1,0-1 0,0 1 0,7-11-1,-8 17-630,-1-1 0,0 0 0,0 1-1,-1-1 1,1 0 0,0 0-1,-1 1 1,0-1 0,0 0-1,0-3 1,1 0 486,-1 3 751,0 0-65,0-3-1663,1-17 3840,-4 20-1451,-3 16-1078,-136 326 1239,-3 7-2868,67-159-2991,19-49-1854,10 1-4286,25-55-1655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24.2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373 176 6617,'2'0'124,"-1"-1"1,1 1-1,-1-1 1,1 0-1,-1 1 1,1-1 0,-1 0-1,0 0 1,0 0-1,1 0 1,-1 0-1,0 0 1,0 0 0,0 0-1,0 0 1,0-1-1,0 1 1,-1 0-1,1-1 1,0 1 0,0 0-1,-1-1 1,1 1-1,-1-1 1,0 1-1,1-1 1,-1 1 0,0-1-1,0 1 1,0-1-1,0 0 1,0 1-1,0-1 1,0 1 0,-1-1-1,0-1 1,1 0 1126,13-12 1581,-11 14-2568,-1 0 1,1 0-1,-1 0 1,0 0-1,0-1 0,0 1 1,1 0-1,-1-1 1,0 1-1,-1-1 1,1 1-1,1-3 0,3-10 352,-4 11 2287,-1 0-2635,-3-55 1556,3 56-1349,-16 11-8,3 2-173,1 0 0,0 1 0,0 0 0,1 1 0,1 0-1,-10 16 1,14-20-140,-42 66 292,3 2 0,4 2 1,3 2-1,-46 140 0,67-170-558,2 2 0,-9 65-1,21-102 13,1 1 0,1 0 0,1 0 0,0 0 0,1 0 0,1-1 0,1 1 0,0 0 0,1-1 0,1 0 0,9 22 0,-9-29 30,0-1 0,1 0-1,0 0 1,0 0 0,1-1 0,0 0 0,0 0 0,1-1-1,0 0 1,0 0 0,0-1 0,1 0 0,-1-1 0,1 1-1,12 3 1,4 0-55,0-1 1,0-1-1,0-1 0,43 3 0,-40-7 86,-1-1 1,1-1-1,-1-2 0,1 0 1,-1-2-1,0-1 1,-1-2-1,1 0 0,-2-1 1,1-2-1,44-25 0,-52 25 35,0-1-1,-1-1 1,0 0-1,-1-1 0,-1 0 1,0-2-1,-1 0 1,-1 0-1,0-1 1,-1-1-1,-1 0 1,-1-1-1,-1 0 0,0 0 1,11-40-1,-14 35-1,-1-1 0,-2 0 0,0 0 0,-1 0 0,-2-1 0,-1 1 0,-1 0 0,-1 0 0,-1 0 0,-8-27 0,2 20-4,-1 0-1,-2 1 0,-2 1 0,0 0 0,-2 1 0,-2 1 1,-24-31-1,8 17-14,-1 2 0,-51-46 0,66 68-162,-1 1-1,0 1 0,-1 1 1,-1 1-1,0 1 0,-34-13 1,55 25 78,1 0 0,-1 0 1,1 1-1,-1-1 1,0 1-1,1-1 1,-1 1-1,0 0 1,1 0-1,-1 0 1,0 0-1,1 0 1,-1 1-1,0-1 1,1 1-1,-1-1 1,1 1-1,-1 0 0,1 0 1,-3 2-1,4-2-95,-1 0 0,1 1 0,0-1 0,0 1 0,0-1 0,0 0 0,1 1 0,-1-1 0,0 1-1,1 0 1,-1-1 0,1 1 0,-1 0 0,1-1 0,0 1 0,-1 0 0,1-1 0,0 1 0,0 0 0,1-1-1,-1 1 1,0 0 0,0 0 0,1-1 0,-1 1 0,1-1 0,0 1 0,-1 0 0,1-1 0,0 1 0,1 1-1,12 23-4726,9 11-2723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24.6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791 121 8993,'16'-22'4046,"-14"19"-3728,0 1 0,0 0 0,-1-1 0,1 1-1,0-1 1,-1 1 0,0-1 0,1 0-1,-1 0 1,0 0 0,-1 0 0,1 1 0,0-1-1,-1 0 1,0 0 0,1-4 0,0-14 2547,-1-5 4157,0 26-6978,0 0-1,0 0 0,0 0 1,0 0-1,0-1 1,0 1-1,0 0 0,0 0 1,0 0-1,0 0 0,0 0 1,0 0-1,-1 0 0,1 0 1,0 0-1,0 0 1,0-1-1,0 1 0,0 0 1,0 0-1,0 0 0,0 0 1,0 0-1,-1 0 0,1 0 1,0 0-1,0 0 1,0 0-1,0 0 0,0 0 1,0 0-1,0 0 0,-1 0 1,1 0-1,0 0 0,0 0 1,0 0-1,0 0 0,0 0 1,0 0-1,0 0 1,0 0-1,-1 0 0,1 1 1,0-1-1,0 0 0,0 0 1,0 0-1,0 0 0,0 0 1,0 0-1,0 0 1,0 0-1,-11 15 11,-158 307 1445,36-61-956,-205 343-7892,259-456 2597,35-49-1149,-5 27-5880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25.7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0 6617,'1'1'167,"0"-1"0,0 1 0,0-1 0,-1 1 1,1-1-1,0 1 0,0 0 0,-1-1 0,1 1 0,-1 0 1,1 0-1,0-1 0,-1 1 0,1 0 0,-1 0 0,0 0 1,1 0-1,-1 0 0,1 1 0,-1-1-57,-1 0 0,1-1 0,0 1 0,-1-1-1,1 1 1,0-1 0,-1 1 0,1-1 0,0 1 0,-1-1-1,1 1 1,-1-1 0,1 1 0,-1-1 0,1 0 0,-1 1-1,0-1 1,1 0 0,-1 1 0,1-1 0,-1 0 0,0 0 0,1 0-1,-1 0 1,1 1 0,-1-1 0,0 0 0,1 0 0,-1 0-1,0 0 1,1 0 0,-1-1 0,0 1 0,0 0 900,5 1-194,42 9 149,1-2-1,85 3 1,107-11-602,-107-2-130,1653 22 2677,-840-2-1575,-807-21-990,-133 3-293,-23 6-98,-32 9-417,16-6 223,31-8 187,7-5-4735,7-10 4970,-8 10-3498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27.1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359 363 6305,'1'-5'408,"0"-1"0,0 0 0,0 0 0,-1 0 0,0-1 0,-1 1 0,1 0 0,-3-8 0,3 12-217,-1-1 0,1 1 0,0-1 1,0 1-1,0-1 0,0 1 0,1-1 0,-1 1 1,1-1-1,-1 1 0,1-1 0,0 1 0,0 0 0,0-1 1,0 1-1,0 0 0,1 0 0,-1 0 0,1 0 0,1-2 1,14-28 2176,3-27 100,-14 48-1741,-2-1 0,1 0-1,-2-1 1,1 1-1,-2-1 1,0 1-1,0-1 1,-1 0-1,-1 0 1,-1-19-1,1 30 1664,-18 26-715,-76 142-297,34-54-874,36-71-699,-103 189-6291,102-178 3067,2 1 1,-24 88 0,26-55-9429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27.8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299 30 10309,'6'8'1536,"-3"-9"-87,-2-15 1351,-2 8-1455,-3 3 2160,-18-3-1014,18 9 1124,-27 34-754,-27 44-1,34-40-2889,1 0-1,1 2 1,3 0 0,2 1 0,-19 66 0,4 28-4778,20-43-6220,8-31-2751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28.4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0 12809,'-8'8'8037,"4"-4"-7837,1-1 0,0 1 1,0 0-1,0 1 0,0-1 0,1 0 1,0 1-1,0 0 0,0-1 1,-1 7-1,-4 19 190,2-12-301,2 0 0,0 0 1,0 0-1,2 0 0,1 28 1,0-35-166,1 1 0,1-1 0,0 1 0,0-1 0,1 0 0,1 0 0,0 0 0,0 0 0,11 18 0,-5-14-114,1 0 0,0-1 0,1 0 0,24 21 0,-28-29 127,0 0-1,0 0 1,1-1 0,0 0 0,0-1 0,0 0-1,1 0 1,0-1 0,19 4 0,-2-2 73,1-2 0,-1-1 0,1-1 1,33-3-1,-45 0 177,-1 0 0,1-1 0,0 0 1,-1-2-1,1 0 0,-1 0 0,-1-2 1,24-12-1,43-36 2185,36-20 3366,-114 73-4895,-7 5-796,0 0 1,0 0 0,1 1 0,-1-1 0,1 1 0,0-1 0,0 1 0,-3 5-1,-5 7-32,-54 68-2161,4 2 0,-66 127 0,-31 46-3528,133-217-1083,7 2-4157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28.8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153 125 8425,'-11'-12'6482,"0"4"-4988,0 1-1,-23-12 1,-50-25 3544,82 43-3463,6 0-1477,55-9 126,105-5 0,-83 9 188,-70 5-250,1 1-1,0 0 0,0 0 1,0 1-1,15 4 0,-24-5-99,1 1-1,-1 0 1,0 0-1,0 1 0,0-1 1,0 0-1,0 1 1,0 0-1,0 0 1,0 0-1,0 0 0,-1 0 1,1 0-1,-1 1 1,0 0-1,0-1 0,0 1 1,0 0-1,0 0 1,0 0-1,-1 0 1,3 6-1,0 9 101,0 1 0,-2 0-1,0 0 1,-1 1 0,0-1 0,-2 0 0,-3 24-1,-4 6 108,-23 80 0,7-60-405,-3-1 0,-50 93-1,58-122-975,1 2 0,2 0 0,2 1 0,-12 62-1,26-102 913,-1 0 0,1 1 0,0-1 0,0 0-1,0 0 1,0 0 0,0 1 0,1-1 0,-1 0 0,1 0-1,-1 0 1,1 0 0,0 0 0,0 0 0,0 0-1,0 0 1,0 0 0,0 0 0,1-1 0,-1 1 0,1 0-1,-1-1 1,1 1 0,-1-1 0,3 2 0,-2-2-385,0 0 0,1 0-1,-1 1 1,0-2 0,0 1 0,1 0 0,-1 0 0,0-1 0,1 1 0,-1-1 0,1 0 0,-1 0 0,0 0 0,5 0 0,15-3-7653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29.1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23 10733,'3'-20'5873,"-13"31"-4313,1 1 748,34-12-1368,1 0-188,21 0-288,36 0-324,-10-3-300,6-6-564,10 1-700,6 8-532,-6-6-813,-9 6-1819,2 9-3577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29.9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4435 736 5905,'-16'-15'1323,"-1"1"0,-1 0 1,0 1-1,-36-18 1,-21-1 473,-112-33-1,-90-7-637,169 44-856,-56-13-106,-495-138 65,651 177-261,-393-117 224,-6 28 550,349 82-563,1 3 0,-1 2 0,0 3 0,0 3 1,1 2-1,-1 2 0,1 3 0,0 2 0,-76 27 0,41-4 43,2 4 1,2 4-1,-90 57 0,68-27 12,-179 152 0,219-163-195,3 4 0,2 2 0,-77 105 0,118-138-60,2 0 0,1 1-1,2 1 1,1 1 0,2 1 0,2 0 0,1 1 0,2 0 0,2 1 0,-5 51 0,12-67-37,2 0 0,0 0 0,2 0 0,1 0 0,0 0 0,2-1 0,11 35 0,-4-28-53,0 0 0,2-1-1,1-1 1,38 53 0,-11-29-55,2-1-1,3-3 1,1-2 0,101 74 0,-66-63 51,2-4 1,2-3-1,141 58 1,-67-47 11,207 52 0,-152-63 164,2-10 0,280 17 0,-241-46 186,431-36-1,-501 4 115,0-8 1,-2-8-1,183-62 0,-251 59 145,-2-4 0,-2-5-1,-2-6 1,-3-4 0,167-121 0,-212 131-256,-3-3 0,71-79-1,-98 93-103,-1-2 0,-2-1-1,-1-1 1,38-78-1,-57 96-115,0 1-1,-2-1 0,0 0 0,-2-1 0,-1 0 1,4-49-1,-8 58-42,-1 0 0,-1-1-1,-1 1 1,0 0 0,-1 0 0,-1 0 0,0 1 0,-1-1 0,-1 1 0,0 0-1,-16-27 1,2 14-142,0 2 0,-2 0 0,-1 1 0,-1 1-1,-1 1 1,-1 1 0,0 1 0,-2 2 0,-1 1 0,-31-16-1,-21-4-729,-1 3 0,-138-39 0,89 39-1115,-1 7 1,-153-14-1,-84 21-6498,192 23 239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31.4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82 70 8065,'-7'-21'1571,"14"16"-46,-5 5-1305,-1 0-1,1-1 1,-1 1 0,1-1-1,-1 1 1,1-1-1,-1 0 1,1 1-1,-1-1 1,1 0 0,-1 0-1,0 0 1,2-2-1,9-9 4290,-10 10-3339,5-12-133,-4 9 988,-14 15-975,-1 3-809,0 1-1,1 1 0,0-1 0,1 2 1,1-1-1,1 1 0,0 1 1,1 0-1,1 0 0,-6 22 1,9-26-279,1-1 0,-1 1 0,2 0 1,0 0-1,0 0 0,2 0 1,-1 0-1,2 0 0,-1 0 1,2 0-1,0 0 0,0-1 1,1 1-1,11 22 0,-12-31-58,0 0 1,0-1-1,0 1 0,1 0 0,0-1 0,-1 0 0,1 0 0,0 0 0,0 0 1,6 2-1,41 17-557,-44-19 578,1-1 1,-1-1-1,1 0 0,0 0 1,0 0-1,0-1 0,-1 0 1,1 0-1,0-1 0,0 0 1,-1-1-1,13-3 0,6-1-86,9-2 64,1-2 1,-2-1-1,1-2 1,-2-1-1,37-21 1,-12 1 873,97-76 0,-119 73 1003,-33 33-1473,1 0 0,-1 0 1,1 0-1,0 0 0,0 1 1,9-7-1,-10 9 365,-4 6-538,0-1 0,0 0 0,-1 1 0,0-1 0,1 0 0,-1 0 0,-1 0 0,1 0 0,-5 6 0,-2 4 56,-16 36 165,-105 214-1467,58-80-6845,53-132 965,-3 2-4691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31.8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602 34 8669,'-4'0'547,"-1"-1"1,0 0-1,0 0 1,1 0 0,-1-1-1,1 0 1,-1 0-1,-6-4 1,6 4-89,0-1 0,0 1 0,0 0 1,0 0-1,0 0 0,0 1 0,0 0 1,-1 0-1,-4 0 0,2 1-225,0 1 0,0 1-1,1-1 1,-1 1 0,0 1 0,1-1 0,0 1 0,0 1-1,-1-1 1,2 1 0,-1 0 0,1 1 0,-10 7 0,-6 8 275,1 1 0,-22 26 0,10-6-303,1 1-1,3 1 0,1 1 1,3 2-1,1 1 1,-21 60-1,30-65-318,-6 16-317,-16 75 0,33-115 259,1-1-1,1 0 1,0 1 0,2 0-1,0-1 1,1 1-1,0-1 1,2 1 0,4 19-1,-4-30 90,-1-1 0,0 0 0,1 1 0,1-1 0,-1 0 0,1-1 0,5 8 0,61 65-851,-63-71 877,0-1 0,0 0 1,0-1-1,0 1 0,1-2 1,0 1-1,0-1 0,1 0 0,-1 0 1,12 2-1,-11-2 3,-4-3 51,-1 0-1,1 0 0,0 0 0,0 0 0,-1-1 0,1 0 1,0 0-1,0 0 0,-1-1 0,1 1 0,0-1 0,-1 0 1,1 0-1,0-1 0,-1 0 0,0 1 0,1-2 0,-1 1 0,0 0 1,5-4-1,-7 4 20,1 0 1,0-1-1,-1 1 1,1-1-1,-1 1 1,0-1-1,0 0 1,0 0-1,0 0 1,-1 0-1,1 0 1,-1 0-1,0 0 1,0 0-1,0-1 1,0 1 0,0-1-1,-1 1 1,1 0-1,-1-1 1,0 1-1,0-1 1,-1 1-1,1-1 1,-1 1-1,1-1 1,-3-4-1,0 0-62,0 0-1,-1 0 0,0 0 1,0 0-1,-1 0 1,0 1-1,-1 0 0,0 0 1,0 1-1,0-1 1,-1 1-1,1 1 1,-1-1-1,-1 1 0,1 0 1,-1 1-1,0 0 1,0 0-1,0 0 0,-1 1 1,1 1-1,-1-1 1,-13-1-1,-4 0-2406,1 2 0,-1 0-1,-37 4 1,44 1-3578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32.6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601 107 5264,'31'-17'1475,"-24"14"2992,6-46 2883,-13 48-7221,0-1-1,0 1 1,0 0 0,0-1 0,-1 1 0,1 0 0,0 0 0,-1-1-1,1 1 1,0 0 0,-1-1 0,1 1 0,-1 0 0,0 0 0,1 0 0,-1 0-1,0 0 1,0 0 0,0 0 0,0 0 0,0 0 0,0 0 0,0 0-1,0 0 1,0 0 0,0 1 0,0-1 0,-1 1 0,1-1 0,0 1 0,-2-1-1,1 0 496,-21-1 679,18 1-1082,0 1 1,-1-1 0,1 2 0,-1-1-1,1 1 1,-1-1 0,1 1-1,-6 3 1,8-3-174,-1 1-1,1 0 1,0 0-1,0 0 1,0 1-1,0-1 1,1 1-1,-1-1 1,1 1-1,-1 0 1,1 0-1,-2 4 0,-31 52 380,3 1 0,-30 80 0,20-42-335,-54 128-1509,-31 70-4965,59-176-632,56-101 4965,-24 42-6696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33.2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743 0 7601,'1'3'1528,"0"-1"-1324,-1 0 0,1 0 1,0 0-1,0 0 0,0 0 0,0 0 1,0 0-1,0-1 0,1 1 0,-1 0 1,0-1-1,1 1 0,0-1 0,1 2 1,31 5 1664,-25-6-1856,226 26 794,1-11 0,1-9 0,281-28 0,-463 16-785,213-10 165,-205 23 269,-60-8-410,1 0 1,-1 0-1,0 0 0,0 0 0,0 0 0,0 1 0,-1 0 1,1-1-1,0 1 0,-1 0 0,1 0 0,-1 1 0,0-1 1,1 0-1,-1 1 0,0-1 0,0 1 0,-1 0 0,1 0 0,-1 0 1,1 0-1,-1 0 0,2 5 0,-1 3 86,1 1-1,-1-1 1,-1 1-1,0 23 1,-4 9 87,-2 0 1,-1 0-1,-16 53 1,7-34-74,-72 242 151,27-109-149,-47 142-631,71-225 274,17-60 142,-2-1 0,-2-1 0,-2-1-1,-42 62 1,27-43 54,27-43 49,-2 0 0,-30 39-1,43-62-30,-1-1 0,-1 0 0,1 0-1,0 0 1,0 0 0,-1 0 0,1 0 0,-1-1-1,0 0 1,1 0 0,-1 0 0,0 0 0,-6 0-1,-61 3 21,42-3-35,-118 4-27,-157-16 1,105 1-286,-338-4-2175,179 14-2814,263 3 1589,13 5-1720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34.0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261 26 6613,'13'-11'10970,"-14"10"-10810,1 0 1,0 1-1,0-1 1,-1 0-1,1 0 1,0 1-1,-1-1 1,1 0-1,-1 0 1,1 1-1,-1-1 1,0 1-1,1-1 1,-1 0-1,1 1 1,-1-1-1,0 1 1,0-1-1,1 1 1,-1 0-1,0-1 1,0 1-1,1 0 1,-2-1-1,-4 5 181,1 0 0,0 0 0,0 1-1,0-1 1,0 1 0,-4 7 0,2-4 8,-26 29 915,2 2 0,-27 42 0,45-59-1271,0 1 0,2 0 0,0 0 0,2 1 1,-11 42-1,16-48-730,1 1 0,0-1 0,1 1 0,1 0 0,3 35 0,-1-45 226,0-1 1,1 1-1,0-1 0,1 1 0,-1-1 0,2 0 0,-1 0 0,1 0 0,0-1 1,1 1-1,0-1 0,0 0 0,1 0 0,11 10 0,-13-13 368,0-1 0,1 0 0,0 0 0,0-1 0,-1 1 0,2-1 0,-1 0 0,0 0 0,0-1 0,0 0 0,1 0 0,-1 0 0,1 0 0,-1-1 0,1 0 0,-1 0 0,1 0 0,-1-1 0,0 0 0,1 0 0,-1 0 0,0-1 0,0 0 0,1 0 0,6-4 0,6-2 260,-1-2 0,0 0-1,-1-1 1,0-1 0,24-23 0,-13 9 924,0-1 0,-2-1 0,34-48 1,-40 49 558,-4 7-774,-15 19 287,-9 9 933,1 0-1920,1 1 1,0 0-1,1 0 1,0 1-1,0-1 1,1 1-1,1 1 1,-1-1-1,2 1 1,-1-1-1,1 1 1,1 0-1,0 0 1,1 0-1,0 1 1,0-1-1,3 21 1,-1-24-218,0 1 1,0 0 0,1-1-1,0 1 1,0-1 0,1 1-1,0-1 1,1 0-1,0 0 1,0-1 0,1 1-1,0-1 1,0 0 0,1 0-1,-1 0 1,1-1-1,1 0 1,0 0 0,-1-1-1,2 0 1,-1 0-1,0 0 1,15 5 0,-3-3-1461,0 0 1,35 5-1,-37-9-646,1-1-1,0-1 1,25-1 0,-4-3-4215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34.4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931 21 9541,'28'-20'9974,"-32"20"-9038,-6 3-667,0 1 0,0-1 1,0 2-1,0-1 1,1 1-1,-1 1 1,2-1-1,-13 11 1,-3 6 235,-36 39 0,42-39-497,1 0 0,-16 31-1,18-28-441,-33 41 0,2-8-1109,33-38 752,-2-2-1,-1 0 0,-34 32 1,40-41 615,7-7 71,7-1 62,10 4 98,1-1 0,0-1 0,0 0 0,0-1 0,0 0 0,30-2 0,40 5 264,-83-5-314,15 2 49,0 1 1,0 0-1,-1 1 0,1 1 1,17 8-1,-33-12-43,1 0 0,0 0 0,-1 0-1,1 1 1,-1-1 0,1 0 0,-1 1 0,0-1 0,0 1-1,0 0 1,0-1 0,0 1 0,1 2 0,0-1 21,-23 9 116,13-9-138,0-1 1,-1 1-1,1-1 1,-1-1-1,1 1 0,-1-2 1,0 1-1,-16-2 0,-8-2-61,-32-8 0,36 5-9,-54-8-296,-143-28-1586,143 23 672,-96-24-6043,138 33 1872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6:34.8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137 38 3736,'-57'-9'560,"31"-2"-468,1 2-1360,-4 1 1132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16.2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1073 1667 8033,'0'0'14480,"0"-2"-13211,3-67 3136,-3 62-4188,1 0 0,-1 1 0,0-1 0,-1 0 0,1 0 0,-3-7 0,-1-12 136,-23-142 195,12-79-447,7 79-271,-39-397-573,26 318 532,20 209 174,1 28 14,0 1 0,0 0 0,-1 0 0,0 0 0,-5-16 0,6 24 22,0 1-1,0-1 1,0 1-1,-1-1 0,1 0 1,0 1-1,0-1 0,-1 1 1,1-1-1,-1 1 1,1-1-1,0 1 0,-1-1 1,1 1-1,-1-1 1,1 1-1,-1 0 0,1-1 1,-1 1-1,0-1 1,0 2 0,0-1 1,0 0 0,0 0 0,0 1-1,0-1 1,1 0 0,-1 1 0,0-1-1,0 1 1,0-1 0,0 1-1,1 0 1,-1-1 0,0 1 0,1 0-1,-1-1 1,0 1 0,1 0 0,-1 0-1,1 0 1,-1 0 0,1-1 0,-1 2-1,-13 24 12,1 0-1,1 0 1,1 2-1,-12 47 1,-24 138 131,29-124-82,-15 68 24,8 2 1,6 1-1,3 238 1,19-308-99,4-1 0,4 0 0,4 0 1,4-1-1,3-1 0,5-1 0,65 147 0,-54-161-57,3-2-1,88 115 0,122 109-124,-143-172 125,-100-113 73,5 5-6,-1 0-1,-1 1 0,0 0 0,14 27 1,-23-38 1,0 0 1,-1 0 0,1 0-1,-1 0 1,0 1 0,0-1 0,0 0-1,-1 1 1,1-1 0,-1 1-1,0-1 1,-1 0 0,1 1-1,-1-1 1,0 0 0,0 1-1,0-1 1,0 0 0,-1 0 0,1 0-1,-1 0 1,0 0 0,-1 0-1,-4 6 1,1-3 3,0-1 0,0 0 0,-1 0-1,0 0 1,0-1 0,0 0 0,-1 0 0,-11 5-1,-9 2-41,-33 9 0,40-14-3,-161 46-1644,-270 40 0,-89 23-3971,533-114 5346,-83 23-2350,32-15-4264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16.4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 0 12657,'-8'18'2188,"1"-1"-1,0 1 1,-6 33 0,8-21-263,-3 53 0,8-23-924,13 104 0,3-68-1513,-7-48-816,3 76 0,-12-118 1161,2 40-2077,-7 56 0,3-85 289,-1 1-1,-1-1 1,-10 28 0,-10 10-6677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16.6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63 11513,'16'-20'1632,"-9"6"-384,2-1-212,1 7-240,2 2-459,11 6-1978,2 0-3,-3 3-2208,10 8-2589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17.1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14 275 6561,'-2'2'1874,"1"0"-1560,-1 0-1,1 0 0,0 0 1,0 0-1,0 0 1,0 0-1,0 1 0,1-1 1,-1 0-1,1 1 0,-1-1 1,1 0-1,0 1 0,0-1 1,0 1-1,0-1 0,0 0 1,1 1-1,-1-1 0,1 0 1,-1 1-1,1-1 0,1 3 1,4 18 796,6 34-48,2 0-1,3-1 0,2-1 1,35 70-1,-36-90-974,2-2 1,0 0-1,2-1 0,2-2 1,1 0-1,1-1 0,47 39 0,-61-58-111,1 0-1,0-1 1,18 8-1,-28-15 3,1 0 0,-1 0 0,1-1 0,0 1 1,-1-1-1,1 0 0,0 0 0,0-1 0,0 1 0,0-1 0,-1 0 0,1 0 1,0 0-1,0 0 0,0-1 0,0 1 0,0-1 0,7-3 0,-3-1-3,0 0 0,0 0-1,-1-1 1,0 0-1,0 0 1,0-1 0,-1 0-1,10-13 1,40-71-119,-17 25 94,-37 62 61,1 0 1,0 1 0,-1 0-1,1-1 1,0 1 0,1 0-1,-1 0 1,0 0 0,1 1 0,0-1-1,-1 1 1,1 0 0,0 0-1,0 1 1,0-1 0,1 1-1,-1-1 1,0 1 0,1 1-1,-1-1 1,0 0 0,5 1-1,4 1 37,1 1 0,-1 1-1,0 0 1,0 0-1,20 10 1,19 4-1,-44-16-45,1 1-1,-1-1 1,0-1-1,0 0 1,1 0-1,-1 0 1,0-1-1,11-2 1,64-22 30,-63 18-21,-1 1-28,0-2 0,-1 0 0,0-1 1,0-1-1,-1 0 0,-1-2 0,0 0 1,0 0-1,-1-2 0,-1 0 0,0 0 0,-1-2 1,0 1-1,-1-2 0,-1 0 0,-1 0 1,-1 0-1,0-2 0,-1 1 0,-1-1 0,-1 0 1,0 0-1,3-24 0,-3 5-519,-3 0 0,0 1 0,-3-1-1,-1 0 1,-1 0 0,-10-43 0,8 61-383,-3-22-801,7 11-3912,2 12-1750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17.4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309 42 9873,'-19'-27'1975,"18"26"-1811,0 0 0,0 0-1,0-1 1,-1 1 0,1 0-1,-1 0 1,1 0-1,-1 0 1,1 1 0,-1-1-1,1 0 1,-1 1 0,0-1-1,1 1 1,-1-1-1,0 1 1,1 0 0,-1 0-1,0 0 1,0 0-1,1 0 1,-1 0 0,0 0-1,0 0 1,1 1 0,-1-1-1,0 1 1,1-1-1,-1 1 1,0 0 0,1 0-1,-1 0 1,1-1 0,0 1-1,-1 1 1,1-1-1,0 0 1,-2 1 0,-16 17 191,2 1 0,0 0 1,1 1-1,1 0 0,0 2 1,2 0-1,-19 45 1,9-7-607,-31 124 0,51-169-77,1-1 1,1 1 0,0 30-1,1-30 235,20-29 301,27-37 527,-38 37-378,1 2 1,0-1-1,1 2 1,1-1-1,-1 1 0,2 1 1,-1 0-1,26-12 0,-35 20-324,0 1-1,0 0 0,0 0 0,0 1 0,0-1 0,-1 1 1,1-1-1,0 1 0,0 0 0,0 0 0,-1 0 0,5 3 1,-4-2-184,1 0 1,-1 0-1,0 1 1,0 0-1,0 0 1,0-1-1,0 2 1,-1-1-1,1 0 1,-1 0-1,0 1 1,0 0-1,0-1 1,-1 1-1,1 0 1,0 5 0,2 6-3087,-1 1 0,2 29 1,-5-38 1708,3 13-5438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17.8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34 9177,'9'-32'11562,"-6"35"-11390,0 1 0,-1-1 0,0 1 0,0 0 0,0 0 0,2 5 0,-2-4-86,0 0 0,-1 1 0,1-1 0,-1 0-1,0 1 1,0 8 0,3 15 60,-3-23-125,0 0-1,-1 0 1,0 0-1,0 0 1,0 0-1,-1 0 1,0 1-1,0-1 1,0-1-1,-4 10 1,-5 28 30,5-18-54,-1 1 1,-2-1 0,0 0-1,-23 45 1,30-68-12,15-14-19,11-13 50,32-40-1,16-18-21,-40 51 0,74-65 751,-94 87-467,1 1 1,0 0 0,0 0 0,1 2-1,0 0 1,29-9 0,-19 11 8,1 0 0,-1 1-1,1 2 1,0 0 0,1 2 0,-1 1 0,0 1-1,0 1 1,26 8 0,-23-5-81,0 3 0,0 0 0,-1 2 0,0 1 0,-1 1 0,-1 1 0,41 29 0,-41-22-327,-1 1-1,-2 1 0,0 2 0,29 38 0,-31-33-2423,31 57 1,-49-81 1395,0 0 0,-1 0 0,0 0 0,0 0 0,0 0 0,-1 0 0,0 1 0,0 7 0,3 23-10014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18.3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35 7369,'0'-29'2245,"0"24"-386,0 8-40,2 10-1029,-1 1 0,2-1 1,0 0-1,0 0 0,1 0 1,1 0-1,6 12 0,5 16 374,104 277 3555,125 377-1263,-108-125-3496,-20 302-4625,-90-374-611,-16-168-2808,-8-179 180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19.0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308 2031 5424,'-9'-33'495,"6"24"-286,0-1 0,1 0 0,0 0 0,0 1-1,1-1 1,0-1 0,1 1 0,0 0-1,0 0 1,4-15 0,-1 14 23,1 0 0,0 1 0,1-1 0,0 1 0,0 0 0,1 0 0,1 0 0,0 1 0,0 0 0,14-13 0,-2 4 84,2 0 1,0 2 0,39-24-1,2 5 190,104-43-1,79-11 7,-226 82-478,857-260 758,15 39-517,-655 169-230,1769-418 69,-1742 416-100,-72 16 55,860-190-98,-1006 226 22,68-15-3,1 5-1,132-6 1,-231 25 4,1 0 0,0 1 1,0 1-1,-1 0 0,1 1 1,-1 1-1,28 9 0,-35-9 15,0 1-1,0-1 0,0 1 1,0 1-1,-1-1 0,1 1 1,-2 1-1,1-1 1,-1 1-1,0 0 0,0 1 1,-1-1-1,1 1 0,4 12 1,6 18 264,-2 1 1,-2 0 0,9 49-1,-17-70-172,33 204 1149,-22-112-670,88 596 1566,-27-6-1416,-41 4-389,-7 766-131,-34-1412-552,5-55 262,-4-2 36,0 0 1,0 0 0,1 0 0,-1 1 0,-8 3 0,-9 4-28,4-3 58,0 1 1,1 0 0,0 1 0,-26 17 0,12-7-43,-28 13 51,-1-3 0,-1-3 0,-85 23 0,-200 32-77,-592 95-380,618-117 390,-715 155 122,942-191-42,-874 211 139,-471 185 44,18 43-2914,1366-443 2246,-146 46-1350,150-51-146,0-3 0,-52 5 0,24-12-4372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21.9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92 201 6685,'0'-3'83,"-1"-2"125,1 1 0,-1-1-1,0 0 1,0 1 0,-1-1 0,0 1-1,1-1 1,-1 1 0,-1 0 0,1 0-1,-1 0 1,1 0 0,-1 0-1,-4-4 1,0 1 500,1-2 0,-1 1 0,2-1 0,-1 0 0,1 0 0,0 0 0,1-1 0,0 0 0,1 0 0,0 0 0,-2-16 0,4 24 108,3 7 13,29 89 447,113 341 1703,60 225-4219,-48-145-3796,-36-178-3690,-82-246 2432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22.2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45 379 9209,'-36'-98'1451,"34"91"-1256,0-1 1,0 0 0,1 1-1,0-1 1,0 0 0,1 0-1,0 0 1,1 0 0,-1 0-1,2 0 1,-1 1 0,1-1-1,0 0 1,0 1-1,1-1 1,0 1 0,1 0-1,-1 0 1,2 0 0,-1 0-1,0 1 1,1 0 0,1 0-1,-1 0 1,1 0 0,6-4-1,-1 0-55,1 2 0,0-1 1,1 1-1,0 1 0,0 0 0,0 1 0,1 1 0,0 0 0,0 0 0,1 2 0,-1 0 0,20-2 0,-12 5-83,0 1 0,-1 1-1,1 0 1,-1 2 0,0 1 0,0 0-1,0 2 1,0 0 0,-1 1 0,31 18 0,-14-4-27,-1 1 0,-1 2 0,-1 1 0,44 44 0,-50-41-10,-1 0 0,-1 2-1,-2 0 1,22 38-1,-36-53-15,18 28 2,-2 1 0,-2 1 0,28 75 0,-44-96-13,-1 1 0,-1 0-1,-1 1 1,-1-1-1,-2 1 1,0 0 0,-2 0-1,-1 0 1,-1-1-1,-1 1 1,-2-1 0,0 1-1,-2-1 1,-1-1-1,-1 1 1,-1-1 0,-1-1-1,-1 0 1,-30 43-1,9-22-269,-2-1 0,-77 74 0,-98 66-1350,157-141 1138,-143 109-1999,64-57-2581,78-56 41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22.5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 0 6037,'-42'91'1730,"39"-83"-1366,0 0 0,0 0 0,1 0 0,0 0 0,0 0 0,1 1 0,0-1 0,1 0 0,0 1 0,0-1 0,1 1 0,0-1 1,0 0-1,5 15 0,-1 0 18,-2-13-184,-1-1-1,2 1 1,-1-1 0,1 0 0,1 0 0,0 0-1,0-1 1,1 1 0,11 12 0,-6-8-59,1-1 1,0-1-1,0 0 1,28 17-1,-31-23-129,0 0-1,0-1 0,0 0 1,0-1-1,0 0 0,1-1 0,-1 0 1,1 0-1,0-1 0,-1 0 1,1 0-1,0-1 0,0-1 0,-1 0 1,1 0-1,0-1 0,16-5 1,-10 1 7,1 0 1,-2-1 0,1-1 0,-1 0 0,0-1 0,-1-1 0,0 0 0,-1-1 0,17-17 0,13-16 752,1 3 0,78-57 0,-117 95-717,0 1 0,-1-1 1,1 1-1,0 0 0,0 1 0,1-1 1,-1 1-1,0 0 0,0 0 0,1 1 1,-1 0-1,0 0 0,0 0 1,1 0-1,-1 1 0,0 0 0,0 0 1,1 0-1,-1 1 0,0 0 1,6 3-1,10 5-169,-1 1 0,0 1-1,29 23 1,-24-17-418,80 64-3420,-42-19-2079,-28-25-111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22.8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1 306 10889,'21'-11'1285,"-16"9"-1073,-1-1 0,0 1-1,1 0 1,-1 0 0,1 1 0,-1-1-1,1 1 1,0 0 0,0 1 0,-1-1 0,11 1-1,13 1 272,1 2-1,0 1 1,-1 1-1,33 10 1,-45-10-386,1 1 0,-1 1 0,0 0-1,-1 1 1,0 1 0,0 0 0,-1 1 0,17 16 0,-24-20-72,-1 1-1,0 0 0,-1 1 1,0-1-1,0 1 0,-1 0 1,1 1-1,-2-1 0,1 1 1,-1-1-1,2 14 0,-2-7 53,0 0-1,-2 0 0,0 0 1,0 0-1,-4 29 0,2-40 269,5-25-166,12-85-340,39-185-4560,-45 252 3699,21-65-3851,-4 42-640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23.2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16 133 6517,'-15'37'2944,"14"-34"-1839,2 1-192,0 2-698,-1 0 0,2 0 0,-1 1-1,1-1 1,0-1 0,0 1 0,0 0 0,1 0 0,0-1-1,0 0 1,0 1 0,1-1 0,0 0 0,0-1 0,0 1 0,8 6-1,12 8 10,36 40-1,-56-56-322,-1 1 0,1-1 0,0 0 0,1 0 0,-1 0 0,0-1 0,8 4 0,-4-2 76,-5-3-82,34-40-96,-33 32 265,1 1 0,-1 0 0,1 0 0,0 0 0,0 1 0,1 0 0,0 0 0,0 0 0,0 1 0,0-1 0,1 2 0,0-1 0,-1 1 0,1 0 0,1 0 0,10-2 0,3 0 77,0 2 0,1 0 0,-1 2 0,0 0 0,37 4 0,109 24 131,-26-3-53,-90-18-191,-10 0-21,1-1 0,0-3 0,48-2 0,-78-1-1,0-1 0,0 0 0,1 0-1,-2-2 1,1 1 0,0-1 0,-1-1 0,1 0-1,-1-1 1,-1 0 0,1 0 0,-1-1 0,0 0-1,-1-1 1,13-13 0,38-54-207,-49 57 99,2 1 0,1 0 0,0 1 0,0 1 0,2 0-1,19-14 1,-22 20 3,-9 6 53,-1 0 0,1 1 0,0-1-1,0 1 1,0 0 0,0 0 0,0 0-1,0 0 1,1 1 0,-1 0 0,0 0-1,1 0 1,-1 0 0,1 1 0,0 0 0,-1-1-1,8 2 1,77 2-4932,-74-3 3932,-8 0-643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23.4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5845,'12'8'1172,"-2"4"-264,2-4-764,1 1-1148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23.7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309 0 8157,'-19'13'1258,"0"1"0,2 1 0,-1 0 0,-18 22 0,24-23-863,2 1 0,0 0 0,1 0 0,0 1 0,1 0 0,-6 17 0,-45 148-9,37-92-2637,-12 99 1,28-161 1747,5-23 464,0 0 0,-1 0 0,1 0 0,1 0 1,-1 0-1,1 0 0,-1 0 0,1 1 0,0-1 0,1 0 0,-1 0 0,1 0 1,1 6-1,19-24 1002,3-8-87,28-35 1,-30 32-32,38-33 1,-37 39-211,1 2 0,49-27 0,-65 40-576,0 1-1,0 0 0,0 0 0,1 1 0,-1 0 0,1 1 1,0 0-1,-1 0 0,1 1 0,0 0 0,0 0 1,-1 1-1,1 0 0,0 1 0,-1 0 0,1 0 1,-1 1-1,0 0 0,0 0 0,0 1 0,0 0 1,-1 0-1,13 10 0,-8-5-428,-1 0 1,0 1 0,0 0-1,-1 1 1,15 20-1,-17-21-639,-2 1-1,1 0 1,-1 0-1,-1 1 1,0 0-1,4 15 1,2 24-6483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24.1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38 126 3640,'-32'-46'844,"32"23"-316,4 0 509,-4 3-753,3 6-140,-16 28-3637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24.3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1 4664,'0'0'1284,"-1"5"-143,-5 28-281,2-1 0,1 2-1,2-1 1,5 60-1,4-22 212,22 87 0,5-26 184,93 226 1,89 114-777,-123-274-1073,36 70-1622,-40-91-4078,-65-132 1863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25.2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521 3481 8257,'-2'-1'84,"1"0"0,-1 0 1,0 0-1,1 0 0,-1-1 1,0 1-1,1 0 0,0-1 1,-1 0-1,1 1 0,0-1 1,0 0-1,0 1 0,0-1 1,0 0-1,0 0 0,0 0 1,1 0-1,-1 0 0,1 0 1,-1 0-1,1 0 0,0 0 0,0 0 1,0 0-1,0 0 0,0 0 1,0 0-1,0 0 0,1 0 1,0-3-1,2-7 93,-1 1 0,2 0 0,-1 1 0,1-1 0,7-11 0,2-1 67,1 1 1,0 1-1,27-29 0,62-56 241,-74 77-381,76-69 169,4 5 0,188-124-1,273-115 82,429-120-35,42 94-164,811-133-369,32 155-590,-1488 308 714,-196 17 64,232-42-1,-246 13-255,329-118 1,-232 43 97,-200 71 456,-1-3-1,141-108 1,-127 90 1073,-93 64-795,-6 2-530,0 1 0,0 0-1,0 0 1,0 0-1,0 0 1,1 1-1,-1-1 1,1 1 0,-3 2-1,4-4-9,-6 8 31,1-1 0,0 1-1,1 0 1,-1 0 0,2 1-1,-1 0 1,1 0 0,1 0-1,0 0 1,0 0 0,1 1-1,0 0 1,0 12 0,1 13 210,2 1 1,8 54 0,-5-59-110,83 487 1205,-28-198-1010,161 970 818,-132-788-868,17-23-83,-101-466-194,1 1 0,0-1 1,1-1-1,1 1 0,0-1 0,1 0 1,16 21-1,-20-29-11,1 0 1,0-1 0,0 1-1,0-1 1,0-1-1,1 1 1,0-1-1,-1 1 1,1-2-1,0 1 1,1-1-1,-1 0 1,0 0-1,1 0 1,-1-1-1,1 0 1,-1 0-1,1-1 1,-1 0-1,9-1 1,32-14-210,-69-3-63,16 17 271,-1 0 1,0 0 0,0 1 0,1 0 0,-1 0 0,-7 1-1,-1 0 3,-54 5-74,0 3 0,-91 23-1,112-21-34,-1304 289-849,5 29 748,-569 174 114,-249 118 130,43 123-430,1368-447-1229,255-97-2368,313-135-1546,144-51 1010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25.9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147 1746 6005,'-11'5'618,"0"-1"1,1-1-1,-1 0 1,0 0-1,-1-1 1,1-1-1,-12 1 1,-21 3 2715,42-4-2582,6-5-306,47-39-81,2 2 0,80-46-1,129-57-205,-147 84-127,452-214-427,18 30-347,568-169-1368,20 53-3929,-815 255 1539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28.0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30 829 6717,'0'-2'196,"0"0"1,0 0-1,0 0 1,0 0-1,0 0 1,-1 0-1,1 0 1,0 1-1,-1-1 1,0 0-1,1 0 1,-1 0-1,0 0 1,0 1-1,0-1 1,0 0-1,0 1 1,0-1-1,-1 1 0,1-1 1,0 1-1,-1 0 1,1-1-1,-1 1 1,1 0-1,-1 0 1,-5-3 5289,9 10-4454,5 15-579,2 1 0,0-1 0,2-1-1,20 32 1,66 77 473,-23-33-458,216 266 675,-285-356-1109,-3-4 8,0 1 0,0 0 0,0-1 0,0 0 0,0 1 0,1-1 0,-1 0 0,1 0 0,-1 0 0,1 0 0,0-1 0,0 1 0,0-1 0,0 0 0,0 0 0,0 0 0,0 0 0,0 0 0,0-1 0,0 1 0,1-1 0,-1 0 0,0 0 0,4 0 0,2-2 11,0 0-1,0 0 1,-1-1-1,1 0 1,-1 0-1,1-1 1,-1 0 0,0 0-1,0-1 1,-1 0-1,10-9 1,12-12 74,37-42 1,-39 39-146,338-379-1471,184-186-4560,-251 329-1426,-154 156 179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28.4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13 115 5837,'-2'1'210,"1"1"1,0 0 0,0 0 0,0-1 0,0 1-1,0 0 1,0 0 0,0 0 0,1 0 0,-1 0-1,1 0 1,-1 0 0,1 0 0,0 0 0,0 0 0,0 0-1,0 0 1,0 0 0,0 0 0,1 1 0,-1-1-1,1 0 1,-1 0 0,1 0 0,0-1 0,-1 1 0,1 0-1,0 0 1,1 0 0,-1-1 0,0 1 0,0 0-1,1-1 1,1 2 0,3 4 28,1-1 0,0 0 1,0 0-1,0 0 0,1-1 0,15 8 0,9 3 26,1-1 0,1-1 0,47 11 0,-67-21-262,0-2 0,0 0 1,0-1-1,0 0 0,0-1 0,0 0 0,0-1 1,0-1-1,0-1 0,0 0 0,26-9 0,18-12-691,-2-3-1,57-37 0,32-29-3971,-24 12-1617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08.1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1 8197,'-19'11'1616,"-3"-14"-264,6-5 428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7:57.7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236 98 5264,'5'-13'568,"0"0"280,1 2 3416,-7 9-4022,0 0 1,0 0-1,1 0 1,-1 0-1,1 0 1,-1 0-1,1 0 1,0 0-1,0 0 0,0 0 1,0 0-1,0 0 1,0 0-1,1-1 1,-1 1-1,1 0 1,-1 0-1,1 1 1,2-5-1,2-10 4461,-23 21-3788,10-1-650,0 0-1,1 1 0,-1-1 1,1 2-1,0-1 0,1 1 1,-1 0-1,1 0 1,-8 11-1,-44 64 1847,57-80-2102,-12 22 455,0 1-1,2 1 1,0 0-1,2 0 0,0 1 1,-7 44-1,7-16 139,3-1 0,1 75-1,6-66-682,3 0 0,3-1 0,3 1 0,2-2 0,30 89 0,16-6-3698,-35-98 174,29 43 0,-28-58-2748,-6-15-4059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7:58.1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831 1 10573,'0'0'8212,"1"3"-7321,24 42 407,52 71 0,-12-18-857,46 70 30,195 227 0,-165-241-338,-81-94-102,-4 3 0,86 122 1,-133-170-29,-1 0 1,0 0 0,-1 1 0,0 0 0,-2 0 0,0 0 0,0 1 0,1 20 0,-5-24 0,0-1 1,-1 1 0,-1-1-1,0 1 1,0-1 0,-1 1 0,-1-1-1,0 0 1,-1 0 0,0 0 0,-1-1-1,-7 13 1,-3 0-12,0 0 1,-2-1-1,-1 0 0,-1-2 0,-1 0 1,-1-1-1,-25 19 0,-175 111 18,-268 121 78,127-75-394,322-173 208,-202 120-718,180-102-672,-96 83 0,143-110 527,0 0 0,-21 28 0,32-36 215,0 0 0,0 0-1,1 0 1,0 0 0,0 1 0,-2 7 0,4-10-349,0 0 0,1 0 0,-1 0 0,1 0 0,0 1-1,0-1 1,1 5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7:58.4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703 75 9925,'0'-2'-41,"-4"-9"1854,2-1 0,-1 1-1,0-19 1,2 30-1735,1-1 1,0 1-1,-1-1 0,1 0 1,-1 1-1,1 0 1,0-1-1,-1 1 0,1-1 1,-1 1-1,1-1 1,-1 1-1,1 0 0,-1-1 1,0 1-1,1 0 1,-1 0-1,1-1 0,-1 1 1,0 0-1,1 0 1,-1 0-1,0 0 0,1 0 1,-1 0-1,0 0 1,-16-1 536,14 3-531,0-1-1,0 1 0,0 0 1,0 0-1,1 0 1,-1 0-1,0 0 1,1 0-1,-4 5 1,-5 5 95,-161 161 885,58-55-778,33-40-152,27-28-283,1 2 0,3 3 0,-43 61 0,119-111-99,-16-6 235,-1 0 0,0 0 1,1-1-1,-1 0 0,0-1 1,0 0-1,12-6 0,63-37-32,-59 31 36,129-81 19,66-37 496,-217 131-477,1 1-1,-1-1 0,0 1 1,0-1-1,1 1 1,-1 0-1,1 0 0,-1 0 1,1 1-1,-1-1 0,1 1 1,0 0-1,-1 0 1,1 0-1,-1 1 0,8 1 1,-9-1-16,0 0 1,0 1-1,0-1 1,0 1-1,0 0 0,0-1 1,-1 1-1,1 0 1,-1 0-1,1 0 1,-1 0-1,0 0 1,1 1-1,-1-1 1,0 0-1,0 1 0,-1-1 1,1 0-1,0 1 1,-1-1-1,0 1 1,1-1-1,-1 1 1,0 2-1,1 12-230,1 0 1,0 0-1,1-1 1,2 1-1,-1-1 0,2 0 1,0 0-1,1 0 1,11 18-1,-15-29-40,0-1 0,1 0-1,-1 0 1,1-1 0,0 1 0,0-1 0,0 1 0,0-1-1,1-1 1,-1 1 0,1 0 0,0-1 0,9 3 0,-5-2-702,1-1 1,-1 0-1,1-1 1,-1 0 0,1-1-1,18 0 1,30-6-6283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7:58.6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19 9593,'4'-16'2283,"-4"16"-2215,0 0-1,0 0 0,0 0 0,0 0 0,0 0 1,0 0-1,0 0 0,0-1 0,0 1 1,0 0-1,-1 0 0,1 0 0,0 0 1,0 0-1,0 0 0,0 0 0,0-1 1,0 1-1,0 0 0,0 0 0,0 0 1,0 0-1,0 0 0,-1 0 0,1 0 1,0 0-1,0 0 0,0 0 0,0 0 1,0 0-1,0 0 0,-1 0 0,1 0 1,0 0-1,0 0 0,0 0 0,0 0 0,0 0 1,0 0-1,0 0 0,-1 0 0,1 0 1,0 0-1,0 0 0,0 0 0,0 0 1,0 0-1,0 0 0,0 0 0,-1 0 1,1 0-1,-1 1 162,-1 0 1,1 1-1,-1-1 0,1 1 1,0-1-1,-1 0 1,1 1-1,0 0 0,0-1 1,0 1-1,0 0 1,1 0-1,-2 1 0,-2 18 275,0 0-1,1-1 0,1 1 1,1 0-1,1 0 0,3 29 1,-2-29-244,26 260 1189,-5-65-3081,-18 3-4568,-7-153 1151,0-3-2903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7:58.9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0 269 9005,'38'-19'448,"-2"0"316,1 2 0,52-16-1,77-10 1631,267-33 0,-150 32-1482,-252 38-696,-15 2 71,0 1 1,27-2-1,-59 18-99,10-6-155,-123 97 75,7-7-179,84-65 25,11-10 27,0 1-1,2 1 1,1 1-1,-27 37 1,51-61 20,1 1 1,0-1-1,0 0 0,0 0 1,0 0-1,0 0 1,0-1-1,1 1 0,-1 0 1,0 0-1,0-1 0,1 1 1,-1 0-1,0-1 1,2 1-1,-2-1 1,5 2 12,-1 0 1,1 0-1,0 0 0,1-1 0,-1 0 0,0-1 1,0 1-1,12-1 0,57-13 160,-5 0 8,71-8 105,-81 14-178,1 2 0,119 5-1,-95 12-1596,-67-8 502,1-1-1,-1-1 1,1-1 0,0 0 0,0-2 0,22-2-1,12-5-2502,-3-1-1404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7:59.1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26 7421,'-16'-14'2208,"32"3"8245,-3 19-10021,0 1-236,-1-1-520,4 4-640,3 8-476,0 0-605,-9 0-2611,9 11-3641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00.9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26 115 6353,'-1'-11'1933,"1"10"-1261,0 0 0,-1 0 0,1 0 0,0 0 0,-1 0 0,1 0 0,-1 0 0,1 0 0,-1 0 0,0 0 1,1 0-1,-1 0 0,0 1 0,1-1 0,-1 0 0,-1 0 0,-12-7 2744,14 4-5327,0 0 1817,0 0 0,1 0 1,-1 0-1,1 0 0,0 0 0,0 1 0,3-7 0,-2 9 463,18-17-2475,-6-2-7850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01.2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35 129 7093,'-34'5'9751,"63"-24"-5537,2 6-3491,1 2 1,0 1-1,0 1 0,1 2 0,38-3 1,-32 4-455,212-18-1183,-108 14-2562,-115 8 2077,8 0-1874,-12-3-2389,-5-1-2297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01.4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89 11461,'-3'-3'393,"1"-1"95,-1 1 0,0 0 1,1 0-1,-2 0 1,1 1-1,0-1 0,0 1 1,-1 0-1,0-1 0,1 2 1,-1-1-1,-7-2 0,-20-9 1444,28 12-145,6-1-1410,0-1-325,1-1 0,0 1 0,0 0 0,1 1-1,-1-1 1,1 1 0,-1 0 0,1 0 0,0 0 0,0 0 0,0 1 0,0 0 0,10-1 0,9 0 42,42 1 1,-51 2-60,489 16-927,-241-3-1454,-81-2-1722,-182-12 4084,18 0-1280,5-3-4990,-9-1 797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01.6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104 21 10385,'29'-17'2130,"-23"14"1649,-8 6-2035,-35 89 3754,-13 58-2214,36-97-3047,2 1 0,2 1 0,-4 96 0,15 9-3934,11-2-6095,-3-86-1503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02.2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54 103 12853,'-29'29'1893,"27"-27"-1681,0 1 1,-1-1-1,1 1 0,0-1 1,1 1-1,-1 0 0,0 0 0,1 0 1,-1 0-1,1 0 0,0 0 1,0 1-1,0-1 0,1 0 1,-1 0-1,1 1 0,0-1 0,0 0 1,0 1-1,0-1 0,0 0 1,1 1-1,-1-1 0,1 0 1,0 0-1,0 1 0,3 4 0,0 0-132,0 0 0,1 0 0,0 0 0,1-1 0,0 0 0,0 0 0,0 0-1,8 5 1,4 2-260,1-1-1,0 0 1,0-2-1,1 0 1,1-2 0,33 12-1,-17-10-271,1-1-1,0-1 0,40 2 1,-59-9 334,0-1 0,0-1 0,-1-1-1,21-2 1,-29 1 145,0 0 0,0-1 0,0 0-1,-1 0 1,1-1 0,-1 0 0,0 0-1,0-1 1,15-12 0,-18 12 162,0 0 0,-1-1-1,0 0 1,0 0 0,0 0 0,0 0-1,-1-1 1,0 0 0,-1 0 0,1 0 0,-2-1-1,1 1 1,-1-1 0,0 1 0,0-1-1,-1 0 1,0 1 0,0-1 0,-1 0 0,-1-12-1,-2 6 1617,-6 30-277,7-11-1707,-13 28 804,2 0 1,-16 67-1,-5 77 263,31-165-842,-12 78 237,-7 42 84,-50 169 0,41-210-216,-59 123 1,65-165-102,-2-1-1,-3-1 1,-65 79 0,93-124-60,-1 0 0,1 0 1,-1 0-1,1-1 0,-1 1 0,0-1 0,1 0 1,-1 0-1,0 0 0,0 0 0,0 0 0,0-1 0,0 1 1,0-1-1,0 0 0,0 1 0,0-2 0,0 1 1,0 0-1,0-1 0,0 1 0,-5-2 0,7 1-1,-1 1-7,1-1-1,-1 1 0,1-1 0,-1 1 1,1-1-1,0 0 0,-1 1 0,1-1 1,0 0-1,0 0 0,0 0 0,0 0 0,-1 0 1,1 0-1,1-1 0,-1 1 0,0 0 1,0 0-1,0-1 0,1 1 0,-1-1 1,1 1-1,-1 0 0,1-1 0,-1-2 1,-2-4-106,0-1-12,1 0 0,0 0 0,0 0-1,1 0 1,0-1 0,1 1 0,0 0 0,0 0 0,1-1 0,0 1 0,1 0-1,0 0 1,1 0 0,5-15 0,7-13-370,2 0 0,24-36 0,-33 59 400,20-33-300,3 2 0,2 2 0,1 0 0,2 3 0,60-53 0,226-157-1643,-90 76 1111,-173 126 781,90-98 1,-119 113 251,-3-2-1,33-53 1,-47 68 145,-2-2 1,-1 1-1,-1-1 0,-1-1 0,0 0 1,4-27-1,-10 37-94,1 4 189,-2-1 0,1 0 0,-1-1 0,-1-10 0,0 21-308,0 0-1,0-1 0,0 1 0,0 0 1,0 0-1,0-1 0,0 1 0,0 0 1,0 0-1,0 0 0,0-1 1,0 1-1,0 0 0,0 0 0,0-1 1,0 1-1,0 0 0,0 0 0,-1 0 1,1 0-1,0-1 0,0 1 0,0 0 1,0 0-1,-1 0 0,1 0 0,0-1 1,0 1-1,0 0 0,-1 0 0,1 0 1,0 0-1,0 0 0,0 0 0,-1 0 1,1 0-1,0 0 0,0 0 0,0 0 1,-1 0-1,1 0 0,0 0 0,0 0 1,-1 0-1,1 0 0,0 0 1,0 0-1,-1 0 0,1 0 0,0 0 1,0 0-1,0 0 0,-1 0 0,1 1 1,-17 13 792,-13 23 104,16-15-452,1 0 0,0 0 1,-13 38-1,-21 77 587,38-108-875,-175 512 1120,116-296-3588,45-152 364,20-81 1271,-1 0 168,1-1 0,1 1-1,0 0 1,0 14 0,2-21-319,1 0 0,-1 0-1,1 0 1,0-1 0,0 1 0,0 0-1,1-1 1,3 7 0,-5-10 657,0-1-85,0 1 0,1-1 0,-1 1-1,0 0 1,1-1 0,-1 1 0,0-1 0,1 1 0,-1-1 0,1 1 0,-1-1 0,1 1-1,-1-1 1,1 0 0,-1 1 0,1-1 0,-1 0 0,1 1 0,0-1 0,-1 0-1,2 1 1,28-4-7737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02.8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0 200 11821,'0'0'3853,"5"2"-2341,173 53 2096,-53-20-2679,-98-26-782,115 42 326,-127-44-407,-1 0 0,1 1-1,-1 0 1,-1 1 0,0 1 0,24 22-1,-36-31-62,0 1 0,0-1 0,0 0 0,0 1 0,0-1 0,-1 1 0,1-1 0,0 1 0,-1-1 0,1 1 0,-1-1 0,1 1 0,-1-1 0,0 1 0,1 0 0,-1-1 0,0 1 0,0 0 0,0-1 0,-1 1 0,1 0 0,0-1 0,-1 1 0,1-1 0,-1 1 0,1-1 0,-1 1 0,0-1 0,1 1 0,-1-1 0,0 1 0,0-1 0,0 0 0,0 0 0,0 1 0,-2 0 0,-2 3 2,-1 0-1,1 0 0,-1-1 1,1 0-1,-2 0 1,1-1-1,-7 4 0,-83 23 64,92-28-70,20-15-375,0 4 140,0 2-1,0 0 1,0 1-1,1 1 1,21-5-1,27-8-386,2-6-239,89-43 1,-130 53 821,0-1 0,-1-2 0,-1 0-1,0-1 1,-1-2 0,20-22 0,-23 21 289,-2-1-1,28-43 1,-40 54-24,0 0 0,0-1 0,-1 1 0,-1-1 0,0-1 0,-1 1 0,0 0 0,2-20 0,-5 28-231,0-7 397,-14 16-63,10-2-310,0 0-1,0 0 1,1 0-1,-1 1 1,1-1-1,0 1 0,0 0 1,0 0-1,1 0 1,-1 0-1,-3 9 1,-16 56 85,14-40-75,4-16-20,-36 138 91,39-145-95,0 0 0,1-1 0,0 1 0,0-1 1,0 1-1,1-1 0,-1 1 0,1-1 0,1 1 1,-1-1-1,1 1 0,0-1 0,0 0 0,5 8 0,-5-11 0,-1 1-1,1-1 0,-1 0 1,1 0-1,0-1 0,0 1 1,0 0-1,0-1 0,0 1 1,0-1-1,0 1 0,1-1 1,-1 0-1,0 0 0,1 0 1,-1 0-1,1-1 0,-1 1 1,1-1-1,0 1 0,-1-1 1,1 0-1,-1 0 0,1 0 1,-1 0-1,1-1 0,0 1 1,-1-1-1,1 1 0,3-2 1,15-6-1,0-2 0,-1 0 0,37-24 0,54-49 39,-6 4-34,104-57 8,-205 133-14,0 1-1,1 0 1,-1 0 0,1 0 0,-1 1-1,1-1 1,4 0 0,2 0 2,-10 3 2,-1 1 1,1-1-1,-1 1 0,0 0 1,1-1-1,-1 1 1,0 0-1,0-1 1,0 1-1,0 0 1,0-1-1,-1 4 0,-1 4 41,0 0-1,-1 0 0,0 0 0,0 0 0,-1-1 1,0 0-1,-1 1 0,-10 13 0,-54 64 614,52-66-478,-58 66 601,12-15-76,-98 143-1,157-208-1009,0 0 0,0 0 0,1 1 0,-1-1 0,2 1 0,-1 0 0,1 0 0,0 0 0,0 1 0,1-1 0,0 0 0,0 14 0,1-20 154,0-1 0,0 1 0,0 0 0,0-1 0,0 1 0,1 0-1,-1-1 1,0 1 0,0 0 0,1-1 0,-1 1 0,0-1 0,1 1-1,-1-1 1,1 1 0,-1 0 0,1-1 0,-1 0 0,1 1 0,-1-1-1,1 1 1,0 0 0,19 0-5134,-19-1 4966,40-3-9878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03.0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 10861,'16'-5'8261,"-4"25"-11050,1 0 925,0-3-2296,3 14-3165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03.1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0 9957,'-32'12'1992,"16"-4"-272,10 4-308,-4 2-272,13 12-183,7 14-173,22-3-416,2-6-376,59 32-1496,-36-37 151,3-3-439,0-12-2160,1 1-2785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03.3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102 235 7733,'-51'-26'1612,"22"15"-248,20-4 36,-4-2 720,13-6-1420,3 3-596,13 0-640,19-8-700,-3 2-656,9 3-1460,19-2-1681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03.4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0 152 9701,'0'0'4852,"0"-18"-2379,4 1 1887,21 6-2752,32-9-388,26 6-184,31-1-616,32 4-824,22-3-464,23-4-796,25 4-880,6 14-3449,10 6-5220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06.4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220 59 4376,'-2'0'226,"-1"-1"1,1 0-1,-1 0 0,1 0 0,0 0 0,-1-1 0,1 1 0,0 0 0,0-1 0,0 0 0,0 1 0,0-1 0,0 0 1,1 0-1,-1 0 0,1 0 0,-1 0 0,1-1 0,0 1 0,0 0 0,0-1 0,-2-4 0,3 5 762,-11-4-88,10 6-758,0-1 0,0 0 0,1 1 0,-1-1 0,0 0 0,0 1 0,0-1 0,0 1 0,0-1 0,0 1 0,0 0 1,0-1-1,0 1 0,0 0 0,0 0 0,-2-1 0,-4 4-63,0 1 0,1-1 1,-1 1-1,1 0 1,0 0-1,0 1 0,0 0 1,0 0-1,1 1 1,0-1-1,0 1 0,1 0 1,-8 12-1,2 0 3,0 0 1,1 0-1,2 1 1,-8 23-1,13-33-71,0-1 0,0 1 0,1 0 0,1 0 0,-1-1 0,1 1 0,1 0 0,-1 0 0,2 0 0,2 10 0,-3-15-6,0 0 0,0 0-1,0 0 1,1-1 0,0 1 0,0 0 0,0-1 0,0 0 0,0 1 0,1-1-1,-1 0 1,1 0 0,0-1 0,0 1 0,0 0 0,0-1 0,0 0 0,1 0 0,-1 0-1,1 0 1,-1 0 0,1-1 0,0 1 0,5 0 0,-2 0-7,0-1 0,-1 0 0,1-1 0,0 0 0,-1 0 0,1 0 0,0-1 0,-1 0 0,1 0 0,-1-1 0,1 1 0,9-5 0,-12 4 1,-1 0-1,1-1 1,-1 1 0,0-1-1,1 1 1,-1-1 0,0 0-1,-1 0 1,1 0 0,0-1-1,-1 1 1,0-1 0,0 1-1,0-1 1,0 0 0,-1 0-1,1 0 1,-1 0-1,0 0 1,0 0 0,1-7-1,-1-3-19,0 0 0,-1-1 0,-1 1 0,0 0 0,-1 0 0,0 0 0,-1 1 0,0-1-1,-1 1 1,-1-1 0,0 1 0,-1 0 0,-1 1 0,-8-14 0,14 26-9,0-1-1,0 1 1,0-1 0,0 1 0,0 0 0,0-1 0,0 1 0,0 0 0,0 0-1,0 0 1,0 0 0,0-1 0,0 1 0,0 1 0,0-1 0,0 0-1,-1 0 1,0 1 0,-1-1-73,1 0 22,0 0 0,0 1 0,0-1 0,0 0 0,0 1 0,0-1 0,1 1 0,-1 0 1,0 0-1,0 0 0,0 0 0,1 0 0,-1 0 0,0 0 0,1 1 0,-1-1 0,1 0 0,-1 1 0,1-1 1,0 1-1,0 0 0,0-1 0,0 1 0,0 0 0,0 0 0,0 0 0,0-1 0,1 1 0,-1 3 1,-2 5-792,1 1 0,0-1 0,1 1 0,0 12 0,1-21 681,-1 39-4444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06.8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237 191 6149,'-6'1'1124,"1"0"0,0 1 0,0-1 0,-1 2 0,1-1 0,0 0 0,-8 6 1,7-3-434,-1 0 1,1 1 0,0-1 0,-8 11 0,3-1-133,1 0 0,1 0 0,-14 32 0,22-45-287,23 2-72,-20-3-195,0 0 0,0-1 0,-1 1 0,1-1-1,0 1 1,0-1 0,0 0 0,0 0 0,0 0-1,0 0 1,0 0 0,-1 0 0,1-1 0,0 1 0,0-1-1,0 1 1,3-2 0,6-3 0,-1-1 0,0 0 0,0 0-1,0-1 1,0 0 0,-1-1 0,0 0 0,-1 0 0,0-1-1,0 0 1,-1 0 0,0-1 0,6-11 0,-10 15-34,1-1 1,-1 0-1,0 0 1,-1 0-1,0 0 0,0-1 1,0 1-1,-1 0 1,0-1-1,-1 1 1,1-1-1,-1 0 0,-1 1 1,1-1-1,-2 1 1,1 0-1,-1-1 1,0 1-1,0 0 0,-1 0 1,-5-11-1,5 14-20,0 0 1,0 0-1,0 0 0,0 0 0,-1 0 0,0 1 0,0 0 0,0 0 0,0 0 1,0 0-1,-1 0 0,1 1 0,-1 0 0,0 0 0,1 0 0,-1 1 1,0-1-1,0 1 0,0 0 0,0 1 0,-9-1 0,0 1-257,0 0 1,0 1-1,0 1 0,1 0 0,-1 1 0,-23 8 1,31-10-92,0 1 0,0 1 1,0-1-1,1 1 0,-1 0 1,1 0-1,0 1 0,0 0 1,0-1-1,-5 6 1,27-1-4974,0-2 467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07.4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0 164 9825,'9'-6'2315,"7"-4"-591,1 0-679,-1 0 0,1 1 0,30-12 0,7 7-523,0 2 1,56-4 0,114-2-92,-130 12-223,749-25 469,-729 39-952,-110-8-83,-5 4-751,0-1 622,-1 0 0,0 0-1,1 1 1,-1-1 0,0-1 0,-1 1 0,1 0-1,0 0 1,-1-1 0,-4 4 0,-1 2-3850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07.9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445 166 6745,'-10'-6'404,"2"1"496,0 1 0,0-2 0,-13-11 0,19 14-641,-1 0 1,1 0 0,-1 0 0,1 0 0,0-1 0,0 1 0,1-1-1,-1 1 1,1-1 0,0 0 0,0 1 0,-1-7 0,-17-66 3130,19 74-3027,1 7-237,8 30 109,2 0 1,2 0 0,1-1-1,1-1 1,2-1 0,38 56-1,152 167 717,-169-213-910,-21-22 2,0 0-1,-1 1 0,-1 1 1,16 32-1,-26-46-36,-1 2-1,-1-1 1,0 0-1,0 1 1,-1 0-1,0-1 1,-1 1 0,0 0-1,0 0 1,-1 0-1,-1 0 1,1 0-1,-2-1 1,-3 18 0,-3-2-8,-1-1 0,-2 0 0,0 0 0,-1-1 0,-1-1 0,-2 0 0,-22 27 0,-135 133-639,143-154 455,-196 169-1763,-12 13-6168,177-146 1032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32.4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602 475 2956,'-55'15'628,"53"-14"-555,-1 0 0,1 0 0,0 0 0,-1 1 0,1-1 0,0 1 0,0-1 0,0 1 0,0 0 0,0 0 0,1-1 0,-1 1 0,-2 4 0,3-4-14,0-1 0,0 1 0,0-1 0,0 0 0,0 0 0,0 1 0,-1-1 0,1 0 0,0 0 0,-1 0 0,1 0 0,0 0 0,-1-1-1,1 1 1,-1 0 0,0-1 0,1 1 0,-1-1 0,-2 1 0,-12 0 589,-1-1 0,0 0-1,-30-5 1,14 1 338,-7-1 370,0 2-1,-1 1 1,1 2-1,-1 2 0,-45 9 1,80-10-1161,0 1 0,0 0 0,0 0 1,0 0-1,1 1 0,-1 0 0,-8 6 0,13-8-164,0-1 1,0 1-1,0 0 0,0 0 0,1-1 1,-1 1-1,0 0 0,0 0 0,1 0 1,-1 0-1,0 0 0,1 0 0,-1 0 1,1 0-1,-1 1 0,1-1 1,0 0-1,-1 0 0,1 0 0,0 0 1,0 0-1,0 1 0,0-1 0,0 0 1,0 0-1,0 0 0,0 1 0,1-1 1,-1 0-1,0 0 0,1 0 0,-1 0 1,1 0-1,-1 0 0,1 0 0,-1 0 1,1 0-1,0 0 0,0 0 1,-1 0-1,1 0 0,0 0 0,0 0 1,0-1-1,0 1 0,0 0 0,2 0 1,4 4 35,0 0 1,0-1 0,0 0 0,1 0 0,-1-1-1,1 0 1,0 0 0,0-1 0,14 2-1,10 0 102,41 1-1,-58-5-131,443-15 515,0-38-370,-361 40-152,232-29 36,1717-191 229,1891-27 149,-3720 247-343,242-5-65,-429 17-228,1 2 0,-1 1 0,1 1 0,-1 2 0,51 14 0,-108 5-3622,19-21 2536,0 0 0,0-1-1,0 0 1,0 0 0,-15 0 0,18-1-37,-20 2-5065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34.1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87 144 8125,'-2'-9'677,"-1"1"0,1-1 1,-1 1-1,0 0 0,-1 0 1,0 0-1,0 0 0,-1 1 1,0 0-1,-12-13 0,-17-23 12385,35 46-11482,60 182-820,39 132 468,-25 6-666,-15 149-9147,-56-369 4268,-6-38-3334,1-42-1579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34.4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381 1 10821,'0'0'1976,"-2"1"-236,0 0-1558,0 0 1,1 0 0,-1 0-1,0 0 1,1 1 0,-1-1-1,1 0 1,0 1 0,-1-1-1,1 1 1,0-1 0,0 1-1,0 0 1,0-1 0,0 1 0,0 0-1,1 0 1,-2 3 0,1 0 61,1 1 1,-1 0 0,1 0 0,0 0 0,2 10-1,1 1 17,1-2 0,0 1 0,2 0 0,-1-1 0,2 0 0,0 0-1,0-1 1,20 27 0,-7-14-96,2-1 0,0 0 0,36 29 0,-2-9 28,2-2-1,69 39 1,134 62 26,22 13-164,-226-123-21,-3 3 1,92 83-1,-136-111-33,1 0-1,-2 1 1,0 0 0,0 0 0,-1 1-1,0 0 1,-1 1 0,0 0-1,-1 0 1,-1 0 0,0 0 0,-1 1-1,0 0 1,-1 0 0,0 0 0,-2 1-1,1-1 1,-2 0 0,0 1 0,-1-1-1,0 0 1,-1 1 0,0-1 0,-1 0-1,-1 0 1,-6 15 0,-2-4-24,-1 0 0,0-1 0,-2-1 0,-1 0 0,-1-1 0,0 0 0,-2-2 0,-39 35 0,-18 5-149,-94 59 0,160-112 155,-353 218-953,147-93 16,-108 63-2364,80-50-3527,151-88-975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34.8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772 17 8997,'-29'-6'1437,"17"3"-459,1 0 1,-2 1-1,1 1 1,-23-1-1,23 4-579,-1 0 0,1 1 0,-1 0 0,1 1-1,0 0 1,0 1 0,1 0 0,-1 1 0,1 1 0,-18 12 0,0 5-10,1 0 0,2 2 0,-27 31-1,-62 92 86,71-89-566,-16 29-1415,-56 109 0,100-169 1062,-7 18-604,22-45 794,16-13 657,50-49 982,18-14 74,-71 66-1310,-1-1 0,2 2 0,-1 0 0,1 0 0,26-8 1,-22 10-78,1 1 1,-1 0-1,1 2 1,0 0-1,0 1 1,0 0-1,0 2 1,0 0-1,-1 1 1,1 1-1,0 1 1,20 6-1,-13-1-748,-1 1 0,0 1 0,-1 1-1,0 0 1,-1 2 0,-1 1-1,34 29 1,-48-36-643,0-1 0,0 1 0,9 13 0,-9-10-528,15 18-4572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34.9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 10065,'-4'0'2148,"20"11"12,0 9-360,13 20-283,-13-6-313,-1 12-260,8 8-168,2 1-172,-3 8-124,1 2-284,-8 1-540,-5 3-776,-7-4-548,-3-5-821,-3 3-2283,0 0-3745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35.3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1 303 10501,'0'0'1471,"2"0"-230,28 4-429,0-1 0,1-2 0,55-5 1,389-50-199,33-53-1073,-320 63 405,-24-1 341,-97 24 248,88-15 0,-163 58-425,-7-3-82,-1 0 0,-1-1 0,-1-1-1,0-1 1,-23 17 0,18-15-57,-213 193-61,116-100-2249,143-116 2011,9-8 739,32-17-1,-40 18 349,1 1 0,0 0 1,32-7-1,-55 17-690,0 0-1,0 1 1,0-1 0,0 1-1,1-1 1,-1 1-1,0 0 1,0 0 0,0 0-1,1 0 1,-1 0-1,0 1 1,0-1 0,0 1-1,1-1 1,-1 1-1,0 0 1,0 0 0,0 0-1,0 0 1,0 0-1,-1 0 1,1 1 0,0-1-1,0 0 1,-1 1-1,1 0 1,-1-1 0,1 1-1,-1 0 1,0 0-1,0 0 1,0-1 0,0 1-1,0 1 1,0-1-1,0 0 1,-1 0 0,1 0-1,-1 0 1,1 0 0,-1 1-1,0 2 1,0 8 69,0 0 0,0 0 0,-1-1 1,-1 1-1,0-1 0,-4 15 0,-28 91-1306,8-37-5676,19-54 2007,14-8-2585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35.5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43 13909,'-19'-11'2653,"35"8"-685,0 3-544,9-6-408,-6 3-528,16 0-312,25-5-588,-6 2-724,7 3-660,-4 6-545,3 9-2319,0 5-3645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35.6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77 118 12277,'-51'26'3884,"38"-15"-2431,1-2 1191,28-26-2996,15-15-748,17 12-832,3-11-289,3-1-1999,16 1-3229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35.8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4 138 11977,'12'11'2132,"-18"-25"-320,-3 3 2989,37 5-4181,29-11-140,-3 5-308,16-2-500,22 3-620,22-7-744,20-2-716,18 3-2481,23 9-3856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37.6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68 360 4568,'1'-7'470,"-1"-1"-1,1 1 0,-1-1 0,0 1 0,-1-1 0,0 1 0,0-1 1,-5-13-1,4 11 232,0-1 0,0 1 0,0-15 0,1 0 918,-1-1 1,-2 0-1,-7-29 0,2 7 1564,8 43-2724,-1 0-1,1-1 1,-1 1 0,0 0-1,-4-7 1,6 11-428,0 1 0,0 0 0,-1 0 1,1 0-1,0-1 0,0 1 0,0 0 0,0 0 1,0 0-1,0 0 0,0-1 0,0 1 1,0 0-1,-1 0 0,1 0 0,0 0 1,0 0-1,0-1 0,0 1 0,0 0 0,-1 0 1,1 0-1,0 0 0,0 0 0,0 0 1,-1 0-1,1 0 0,0 0 0,0 0 0,0 0 1,-1-1-1,1 1 0,0 0 0,0 0 1,0 0-1,-1 1 0,1-1 0,0 0 0,0 0 1,0 0-1,-1 0 0,1 0 0,0 0 1,0 0-1,0 0 0,0 0 0,-1 1 0,-2 22 896,30 413 3848,0-47-3866,-27-54-1746,-1-37-1711,-1 55-2685,2-330 4521,0 110-2890,6-43-3422,0-37-2152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37.9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22 9509,'1'-12'402,"1"3"1683,17 21 55,148 106 2287,-12-11-3236,-34-12-808,-5 5 0,178 197 0,-269-268-447,-1 2 0,-1 1 0,-1 1 1,-2 0-1,27 65 0,-41-82 49,0 1 1,-1 0-1,-1 1 1,0-1-1,-2 1 1,0 0-1,-1-1 1,-1 1-1,0 0 0,-1 0 1,-1 0-1,-1-1 1,-1 1-1,-10 31 1,-1-15-10,0-1 0,-2-1 0,-2-1 1,-1 0-1,-1-1 0,-1-2 0,-32 32 0,-198 168-382,191-178 133,-146 110-1157,21-19-1595,72-38-2577,75-62-789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38.4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114 142 6517,'-1'-2'242,"1"0"0,0-1 1,-1 1-1,1 0 0,0 0 1,0 0-1,0-1 0,1 1 0,-1 0 1,0 0-1,1 0 0,-1 0 1,1 0-1,0 0 0,0 0 1,0 0-1,0 0 0,0 0 1,2-2-1,6-13 1213,-8 15-597,-1 1-782,0-1 0,1 1 0,-1 0-1,1-1 1,-1 1 0,1 0 0,-1 0 0,1-1 0,0 1 0,-1 0 0,1 0-1,0 0 1,1-1 0,-1 1 159,0 0-1,0 0 0,0-1 1,0 1-1,0 0 0,-1 0 1,1 0-1,0-1 0,-1 1 1,1 0-1,-1 0 0,0-1 1,1-1-1,-36 9 1109,16-7-1096,17 1-228,1 0 0,-1 0-1,0-1 1,1 1 0,-1-1-1,1 1 1,-1-1 0,0 1-1,1-1 1,-1 0 0,1 0-1,0 0 1,-1 0 0,1 0 0,0 0-1,-1 0 1,1 0 0,0 0-1,0-1 1,0 1 0,0 0-1,0-1 1,-1-2 0,1 2 228,-4-7-27,-4-3 2234,-8 94-1197,4 1 1,-5 151-1,19-193-1835,3 1 0,16 75-1,12 15-3914,-24-100 2642,5 16-4119,0-7-3748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38.6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72 10665,'-13'-54'1960,"4"36"3253,40 27-6045,27 20-625,-11 2-783,4 3-1616,9 15-2613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39.6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15 715 10337,'20'-14'960,"22"-17"2192,90-48-1,-26 31-1920,-25 11-556,128-77 0,-189 100-623,-1-1 1,0-1 0,-1 0-1,32-38 1,-44 47-39,-3 4-8,0-1 1,0 1 0,0-1-1,0 0 1,-1 0-1,0 0 1,0 0-1,0 0 1,0 0 0,0-1-1,-1 1 1,1-7-1,-1 9-6,-1 1 0,-1-1 0,1 0 0,0 1 0,0-1 0,0 1 0,-1-1 0,1 1 0,-1-1 0,1 1 0,-1-1 0,0 1 0,0-1 0,0 1 0,1 0-1,-1-1 1,0 1 0,-1 0 0,1 0 0,0 0 0,0 0 0,0 0 0,-2-1 0,-2-1 0,-1 1 1,1 0-1,-1 0 0,1 0 0,-1 1 1,0 0-1,0 0 0,0 0 1,0 1-1,1-1 0,-1 2 0,0-1 1,-10 2-1,-19 6 128,1 1 1,0 2-1,1 1 0,0 2 1,0 1-1,-42 27 1,32-14 120,1 2 1,2 2-1,-68 70 1,89-82-174,2 1 0,0 1 0,1 0 0,2 1 0,-15 31 0,23-41-33,0 1 0,0 1 0,1-1 0,1 1 0,1 0 0,0 0 0,1 0 0,0 0 0,1 1 0,2 27 0,1-35-36,0 1-1,1 0 0,-1 0 1,2-1-1,-1 1 1,1-1-1,0 0 0,1 0 1,0-1-1,0 1 1,1-1-1,0 0 0,0-1 1,0 1-1,1-1 1,0 0-1,1-1 0,-1 0 1,10 5-1,8 4 1,1-2-1,0-1 1,1 0-1,50 11 1,-7-7-72,1-3 1,125 5 0,147-24-355,-229-2 78,186-40 0,-229 32 252,0-4-1,-1-2 0,110-55 1,-144 58 74,-1-1 1,-2-2-1,0-2 1,-1 0-1,-2-2 1,-1-2 0,-1-1-1,-1 0 1,-2-2-1,-1-1 1,36-67-1,-50 77 78,-1 1-1,0-2 1,-2 1-1,-1-1 0,-1 0 1,-1 0-1,-1-1 1,-1 1-1,-1-1 1,-4-48-1,6 31 50,-2 37-91,0-1-1,0 0 0,-1 1 0,1-1 1,-1 0-1,-1 1 0,1-1 0,-3-10 1,2 14-17,1 1 0,-1-1 0,1 0 1,0 0-1,-1 0 0,1 0 0,0 0 1,0 0-1,0 0 0,0 0 0,1 0 1,0-3-1,1 0 4,0 1 0,0-1 1,0 1-1,1-1 0,0 1 0,0 0 0,4-5 0,-5 7 44,1 2-66,8 0 27,-1 0 0,0 1 0,0 1 1,1 0-1,11 3 0,-20-4-31,68 2-7,-62-3 26,-5 0-3,0 0-1,0 1 1,0-1-1,-1 1 1,1-1-1,0 1 1,0 0-1,-1 0 1,1 0-1,-1 0 1,1 0-1,-1 1 1,3 1-1,-2-2 505,-4 3-480,-49 221 395,4-28-347,41-164-54,1 1 0,1-1 0,2 1 0,3 35 0,-1-58-21,1 1 0,0-1 0,1 0 1,0 0-1,0-1 0,1 1 0,0-1 0,1 1 1,0-1-1,1-1 0,14 19 0,-15-21-24,2-1-1,-1 0 1,1 0-1,0 0 1,0-1-1,1 0 1,-1-1-1,1 1 0,0-1 1,1-1-1,-1 0 1,1 0-1,-1 0 1,1-1-1,14 1 0,0-1-44,-1-1 0,1-1 0,-1 0 0,1-2 0,-1-1 0,0-1 0,0-1 0,33-11 0,-26 4 29,0-1 0,0-1-1,-2-1 1,0-1 0,39-32 0,-25 13 60,-1-3 0,-2-1 0,-1-2 0,-3-1 0,-1-2 0,48-85 0,-71 111 8,-3 7 26,0 0-1,-1-1 1,0 1 0,-1-1-1,-1 0 1,0 0 0,0-1-1,3-21 1,-7 33-39,0-1-1,1 1 1,-1 0 0,0 0-1,0-1 1,0 1-1,0 0 1,-1 0 0,1 0-1,0-1 1,0 1-1,-1 0 1,1 0 0,-1 0-1,1 0 1,-1 0-1,1 0 1,-1 0 0,0 0-1,0 0 1,1 0-1,-1 0 1,0 0 0,0 0-1,0 0 1,0 1-1,0-1 1,0 0 0,0 1-1,0-1 1,0 1-1,0-1 1,0 1 0,-1-1-1,1 1 1,0 0-1,0 0 1,0-1 0,-1 1-1,1 0 1,0 0-1,0 0 1,0 0 0,-1 1-1,1-1 1,-1 1-1,-4 0 29,0 1-1,0 0 0,0 0 0,1 1 0,-1-1 1,1 1-1,0 1 0,-8 5 0,-4 5 4,1-1-1,1 2 1,0 0-1,1 1 1,1 0-1,0 1 1,1 1-1,1 0 0,1 0 1,0 1-1,1 0 1,2 1-1,-12 41 1,18-58-81,1 1 0,-1 0 0,0 0 0,1 0 0,0 0 0,0-1 0,0 1 0,1 0 0,-1 0 0,1 0 0,0 0 0,0-1 0,0 1 0,0 0 0,1-1 0,0 1 0,-1-1 0,1 1 1,0-1-1,1 0 0,-1 0 0,1 0 0,-1 0 0,1 0 0,0-1 0,0 1 0,0-1 0,0 0 0,1 0 0,-1 0 0,0 0 0,1 0 0,0-1 0,-1 0 0,1 1 0,4-1 0,41 9-1162,-1-2 0,99 1 1,100-17-1716,-46-1-238,-60 9-891,9 5-2159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40.4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266 949 8001,'11'-3'39,"5"1"4853,-15 5-2077,-8 6-1023,-7 6-588,1 0 1,1 0-1,1 1 1,0 1-1,-12 25 1,-37 100 1396,34-76-1713,1-3-630,4 1 0,2 1 1,3 1-1,3 1 0,3 0 0,-2 82 1,12-133-459,0 1 1,2-1-1,0 0 1,1 0 0,8 29-1,-8-36 3,0-1-1,1 1 1,0-1-1,0 0 1,1 0-1,0 0 1,0 0-1,1-1 1,0 0-1,1 0 1,7 7-1,-11-12 94,-1-1-1,1 1 0,0-1 0,-1 0 1,1 0-1,0 0 0,0 0 0,0 0 1,0 0-1,0-1 0,0 1 0,-1-1 0,1 0 1,0 0-1,0 0 0,4-1 0,42-13-778,-42 12 711,3-2 7,-1 0 0,0-1 0,0 0 0,-1-1 0,0 1 0,0-2 1,0 1-1,-1-1 0,0 0 0,0 0 0,0-1 0,-1 0 0,0-1 1,-1 1-1,0-1 0,0 0 0,5-15 0,-3 5-2,-1 0-1,0-1 1,-2 0-1,0 0 0,-2 0 1,0 0-1,-1-35 1,-7-3-109,-3 0 0,-29-104-1,-7-44-116,40 168 137,2 0-1,2 0 0,1 0 1,2 0-1,2 0 0,1 0 1,2 1-1,2-1 1,1 2-1,2-1 0,1 1 1,2 1-1,1 1 0,37-57 1,-9 25-345,4 1 0,108-114 0,-114 137 521,2 3 1,2 2-1,1 1 0,88-49 1,-112 73 237,0 1 0,1 1 0,0 0 0,0 2 0,1 1 1,45-7-1,-58 13-15,-1 0 0,1 1 0,0 0 0,-1 1 1,1 0-1,0 1 0,-1 0 0,0 1 0,0 0 0,1 1 0,-2 0 1,1 1-1,0 0 0,-1 1 0,0 0 0,-1 0 0,11 10 0,-5-2 123,-2 0-1,0 1 0,-1 1 0,0 0 0,-1 1 0,-1 0 1,-1 0-1,0 1 0,-1 0 0,-1 1 0,-1 0 0,5 26 1,0 8 409,-3 1 0,-3 0 0,-1 72 0,-9-5 816,-36 196 0,32-264-1256,-108 490 1214,-16 108-1902,118-492-95,15-132 335,0-1 0,2 0 0,9 51 0,-9-68 118,0-1 1,1 1-1,0-1 0,1 0 0,-1 0 0,1 0 1,1-1-1,0 1 0,0-1 0,0 0 0,1-1 0,0 1 1,0-1-1,8 6 0,-5-6-68,0 0 0,1-1 0,-1 0 0,1 0 0,0-1 0,0 0 0,0-1 0,1 0 0,-1-1 0,16 2 0,-8-3-89,1-1 0,0 0 1,0-1-1,0-1 0,-1-1 0,1 0 0,-1-1 1,0-2-1,0 0 0,0 0 0,-1-2 0,27-15 1,-38 20 190,-1-1 1,0 1-1,0-1 1,-1 0-1,1-1 1,-1 1-1,0-1 1,0 1-1,0-1 1,-1 0-1,0-1 0,0 1 1,0-1-1,2-6 1,-4 7 53,0 1-1,0 0 1,0-1 0,-1 1-1,0 0 1,0-1 0,0 1-1,-1 0 1,1-1-1,-1 1 1,0 0 0,0 0-1,-1 0 1,1 0 0,-1 0-1,0 0 1,0 0 0,0 0-1,-1 0 1,-4-5 0,-5-5 134,0 1 1,0 1-1,-2 0 1,-28-20 0,-66-32 557,42 27-228,32 16-211,-119-77 730,136 85-864,0-1-1,1 0 1,1-1 0,0-1 0,1 0 0,-16-25 0,25 33-107,0-1 0,1 1 0,0-1 0,1 0-1,-1 0 1,2 0 0,-1 0 0,2-1 0,-1 1 0,1-1-1,0 1 1,1-1 0,0 1 0,1-1 0,0 1 0,0-1-1,1 1 1,0-1 0,1 1 0,0 0 0,0 0 0,1 0-1,0 1 1,1-1 0,6-8 0,6-6-231,0 0 1,1 2 0,1 0-1,2 2 1,0 0 0,0 1-1,35-21 1,52-27-2225,2 5 0,3 5 0,157-54 0,-94 48-4048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40.6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0 11217,'-38'55'2232,"29"-41"-252,-7 66 2253,16-49-3397,9 24-172,-2-7-136,5-2-248,4 3-348,7 5-756,-4-3-456,-7-5-416,-2 5-469,-10 4-2491,-10-7-3641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40.7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 4316,'9'-46'1821,"4"52"-1401,0 3-336,-4 5-372,7 3-617,-9 17-707,2 35 760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41.0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0 212 6245,'30'-14'1865,"0"0"1,0 2 0,1 1-1,50-11 1,0 0 624,-62 18-2230,0 0-1,22-1 1,-20 3-156,0-1 0,30-8 0,-45 9-53,0 0-1,0 0 1,-1 0 0,1-1-1,-1 0 1,1 0 0,-1-1-1,0 0 1,0 0 0,-1 0-1,1 0 1,6-9-1,-8 9 23,0 1-1,-1 1 1,1-1-1,0 0 0,0 0 1,1 1-1,-1 0 0,0 0 1,1 0-1,-1 0 0,1 0 1,0 1-1,0-1 0,0 1 1,-1 0-1,1 0 0,0 1 1,0-1-1,0 1 0,0 0 1,0 0-1,0 0 0,0 0 1,6 2-1,9 2-54,-1 1 0,0 1 0,-1 1 1,19 8-1,-9-3-137,157 59-5553,-111-43-927,-32-12 261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41.8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644 813 8673,'16'-12'5901,"-13"10"-4590,15-16-68,-11 10-914,1 1 0,0 1 0,12-10 0,29-19 44,-2-2-1,-2-2 1,-1-3 0,41-49-1,-56 54-320,-1-2 0,-2-1 1,-1-1-1,-3-1 0,22-54 0,-40 87-41,8-20 49,10-32-1,-19 50 31,-1 0-1,0 0 0,0 0 0,-1 0 0,-1 0 0,-1-20 1,-1 22 99,-4 10-43,-10 22 90,1 2-24,2 2-1,0 0 1,-11 38 0,-22 95 700,25-82-523,-136 426 1415,104-341-1446,-141 371 326,104-296-610,-71 166-503,-32 91-1298,183-469 1455,1 2 1,2-1-1,-7 46 0,13-70 217,1 0 1,0 1 0,0-1-1,0 0 1,0 1 0,0-1-1,1 1 1,-1-1 0,1 0-1,0 1 1,0-1 0,0 0-1,1 0 1,-1 0-1,1 0 1,-1 0 0,1 0-1,0 0 1,0-1 0,1 1-1,-1-1 1,0 1 0,1-1-1,-1 0 1,1 0-1,0 0 1,0 0 0,0 0-1,0-1 1,0 0 0,0 1-1,0-1 1,1 0 0,5 1-1,4 0-73,-1-1-1,0 0 1,1-1-1,-1 0 0,1-1 1,-1 0-1,0-1 1,16-5-1,-2 0-3,-1-2 1,0-1-1,-1-1 0,0-2 0,-1 0 1,0-1-1,22-18 0,-20 12 67,-1-1 0,-1-1 0,0-1 0,-2-1 0,30-44-1,-39 50 69,-2-1-1,0 0 0,-1 0 0,0-1 1,-2 0-1,-1-1 0,6-24 0,-10 32 19,-1-1 0,0 1 0,0 0 0,-1 0 0,-1-1 0,0 1-1,-1 0 1,-1 0 0,0 0 0,0 0 0,-1 0 0,-11-21 0,3 12 14,-2 0 0,0 2-1,-1-1 1,-2 2 0,0 0 0,0 1 0,-38-29 0,-155-94 64,194 132-95,-97-56 28,44 26 103,-85-62 0,147 96-133,1 0-1,0 0 1,0-1 0,0 0-1,1 0 1,0 0 0,0-1 0,1 0-1,0 0 1,-7-13 0,10 16-11,0 1 0,1-1 0,-1 1 0,0-1 0,1 1 0,0-1 0,0 1 0,0-1 0,0 0 0,1 1 1,-1-1-1,1 1 0,0-1 0,0 1 0,0 0 0,1-1 0,-1 1 0,1 0 0,0 0 0,0 0 0,0 0 0,0 0 1,0 0-1,1 1 0,-1-1 0,5-3 0,8-7-140,2 0-1,-1 1 1,2 1 0,27-14 0,83-30-996,-72 32 591,410-184-3749,-345 146 3312,199-137 0,64-66 1576,-124 99 3137,-258 165-3641,-1 1-1,0-1 1,0 0-1,0 1 1,0-1-1,-1 1 1,1 0-1,0-1 1,0 1-1,0 0 1,0-1-1,-1 1 0,1 0 1,0 0-1,0 0 1,-1-1-1,1 1 1,-1 0-1,1 0 1,-1 0-1,1 0 1,-1 0-1,1 2 1,-1-3 26,2 4-8,-1 0-1,0 0 0,0 0 0,0 0 1,0 0-1,-1 0 0,1 0 0,-1 0 1,0 0-1,0 0 0,0 0 0,-2 5 1,-15 54 727,8-37-522,-7 31 167,-105 413 1445,115-427-1853,3-1 0,1 1 1,7 82-1,-5-119-78,1 0 0,0 0-1,0 0 1,1 0 0,0 0 0,0 0 0,0 0-1,1 0 1,-1-1 0,1 0 0,1 1-1,-1-1 1,1 0 0,0 0 0,0-1 0,0 1-1,1-1 1,-1 0 0,1 0 0,9 5-1,-8-6-7,1 0-1,0 0 0,0-1 0,0 0 0,0 0 0,1-1 1,-1 0-1,0 0 0,1 0 0,-1-1 0,0 0 1,1-1-1,-1 0 0,0 0 0,1 0 0,12-5 0,-8 2 12,-1 0 0,1-1 0,-1-1 0,0 1 0,-1-2 0,1 1 0,-1-2 0,-1 1 0,1-1 0,-1-1 0,0 1 0,-1-2 0,14-19 0,-14 15 8,0-1 1,-1 0 0,0-1-1,-1 1 1,-1-1 0,-1 0-1,0-1 1,-1 1 0,2-30-1,-3 7-63,-2-1-1,-1 1 1,-9-54 0,6 71-170,-1 1 1,0 0 0,-2 0-1,0 1 1,-1 0 0,-1 0-1,-21-31 1,23 41-176,-1 0 0,0 1 0,-1 1 0,0-1-1,-14-10 1,21 18 178,0 0 1,0-1-1,0 1 0,-1 0 0,1 0 1,0 0-1,0 1 0,-1-1 0,1 0 0,-1 1 1,1-1-1,0 1 0,-1 0 0,1 0 0,-4 0 1,-8 7-3809,4 12-2314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42.1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1 140 7573,'80'-85'2073,"-74"79"-1818,0 1-1,0 0 0,1 0 1,-1 0-1,1 1 1,0 0-1,1 1 0,-1-1 1,1 1-1,-1 1 1,1 0-1,0 0 0,0 0 1,0 1-1,0 0 1,0 0-1,0 1 0,0 0 1,0 1-1,0 0 1,0 0-1,0 1 0,0-1 1,13 7-1,0 0-2,-1 1-1,-1 1 0,1 1 1,-2 1-1,0 1 1,0 0-1,20 21 1,-14-12-125,-2 1 0,0 2 1,-2 0-1,0 1 1,-2 1-1,20 40 0,-32-55-107,0 1 0,0 0-1,-2 0 1,0 0 0,0 0-1,-1 1 1,-1-1 0,0 1-1,-1 0 1,0 0 0,-1 0-1,-1-1 1,0 1 0,-1 0-1,0 0 1,-1-1-1,-7 19 1,6-23-13,0-1 0,-1 0-1,0 0 1,0 0 0,-1 0-1,0-1 1,0 0 0,-1 0 0,1 0-1,-2-1 1,1 0 0,-1-1 0,0 0-1,-10 6 1,12-8-6,0 0 1,0-1-1,-1 1 0,1-1 0,0-1 1,-1 1-1,1-1 0,-1 0 0,0-1 1,1 1-1,-1-1 0,1-1 0,-1 1 1,0-1-1,1 0 0,-1-1 0,1 1 1,0-1-1,-1-1 0,-5-2 0,10 3-6,0 1-1,0 0 0,1-1 0,-1 0 0,1 1 0,-1-1 0,1 0 0,0 0 1,0 1-1,0-1 0,0 0 0,0 0 0,0-1 0,0 1 0,1 0 0,-1 0 1,1 0-1,-1 0 0,1-1 0,0 1 0,0-3 0,4-41-236,-1 34 46,1 0-1,0 1 1,1-1 0,0 1-1,1 0 1,0 0 0,1 1-1,8-11 1,69-74-2064,-70 82 1899,16-19-570,71-69-4190,-26 38-474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42.8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1 5120,'-1'1'362,"0"0"0,0 0-1,1 0 1,-1 0 0,1 0-1,-1 0 1,1 0 0,-1 0-1,1 0 1,-1 0-1,1 1 1,0-1 0,0 0-1,-1 2 1,3 23 957,-1-19-1271,0-1-1,1 0 1,0 1-1,0-1 1,5 9-1,15 27 417,-18-33-397,0-1 0,0 0 0,1 0-1,-1 0 1,2-1 0,-1 0 0,1 0 0,0 0-1,8 6 1,-13-12 4,1-1-1,0 1 0,0-1 1,0 1-1,-1-1 1,1 1-1,0-1 0,0 0 1,0 0-1,0 0 1,0 0-1,0 0 0,0 0 1,-1-1-1,1 1 1,0-1-1,0 1 0,0-1 1,-1 0-1,1 0 1,0 1-1,2-3 0,48-31 1327,-32 20-943,-18 13-427,0-1-1,1 0 1,-1 1 0,0-1-1,1 1 1,-1 0 0,1 0-1,-1 0 1,1 0 0,0 1-1,-1-1 1,1 1 0,0-1 0,0 1-1,-1 0 1,1 0 0,0 0-1,0 0 1,-1 1 0,1-1-1,0 1 1,-1 0 0,1-1-1,-1 1 1,1 0 0,-1 1-1,1-1 1,-1 0 0,1 1 0,-1-1-1,0 1 1,0 0 0,3 3-1,8 11-295,0 0 1,-1 2-1,-1-1 0,10 22 0,26 39-2181,-5-14 1064,-40-61 1701,1-4-195,1 0 1,0-1 0,-1 1 0,0-1 0,1 1 0,-1-1-1,0 0 1,0-1 0,0 1 0,5-5 0,-3 2 67,43-35 845,-29 23-624,1 0 0,26-15 0,-22 17-226,1 2 0,0 0 0,1 1-1,1 2 1,0 1 0,34-8 0,-48 15-140,0 0-1,1 0 1,-1 2 0,0-1 0,1 2-1,-1 0 1,1 0 0,-1 1 0,0 1 0,0 0-1,0 1 1,0 0 0,0 1 0,-1 1 0,16 9-1,-27-15-44,128 73 56,-111-65-54,0-1-1,1 0 1,0-2 0,0 0-1,35 4 1,-17-6 48,63 6-460,-89-7 161,1 0 1,-1 0-1,1 1 1,-1 1-1,21 9 1,-20-4-685,-1 0-1,0 0 1,-1 1 0,14 17 0,-19-22 733,-3-3 138,1-1 0,-1 1 0,1 0 0,0-1 0,0 0 0,-1 0 0,1 0 0,0 0 0,0 0 0,0 0 1,0-1-1,0 1 0,1-1 0,-1 0 0,3 0 0,-2 0 4,3 0 190,0-1 1,0 0-1,0 0 1,0 0-1,0-1 0,-1 0 1,1 0-1,0-1 1,-1 0-1,1 0 1,-1-1-1,0 1 1,0-2-1,5-4 1,10-8 690,-2-1 1,21-24 0,-38 40-777,15-17 1040,27-38 0,-39 48-815,0 1-1,0-1 1,-1 0 0,0 0-1,-1 0 1,0 0-1,3-15 1,-6 21-108,-13-3-6,11 6-232,-1 0 0,1 0 0,0 0 1,-1 1-1,1-1 0,0 0 0,-1 1 0,1 0 1,0 0-1,0 0 0,0 0 0,0 0 0,0 0 1,0 0-1,0 0 0,0 1 0,0-1 0,1 1 1,-1 0-1,0-1 0,1 1 0,-2 2 0,-2 1-326,1 0-1,0 1 0,0-1 0,0 1 0,1-1 0,0 1 0,-4 9 0,-8 28-1962,18-40 2235,-1-1 1,1 0-1,0 1 0,0-1 1,0-1-1,0 1 1,5 2-1,-7-4 143,0 0-1,0 1 1,1-1 0,-1 0 0,0 1-1,0-1 1,0 0 0,1 0 0,-1 0-1,0 0 1,0 0 0,0 0-1,1-1 1,-1 1 0,0 0 0,0-1-1,2 1 1,2-2 79,14-1 479,-1-2 1,0 0-1,23-10 1,-8 3 173,-26 10-616,0-1 0,0 2 0,0-1 0,0 1 1,1 0-1,-1 0 0,0 1 0,1 0 0,-1 0 0,8 2 0,-11-1-262,0 0 0,0 0-1,-1 1 1,1-1 0,0 1 0,-1 0 0,1 0 0,3 3 0,-3-2-637,-1 0 0,1 0 1,-1 1-1,0-1 0,0 1 0,0 0 1,4 7-1,-1 0-5161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43.2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124 0 6053,'4'11'1588,"-8"15"64,-12-3-132,4 8-300,-1-2-200,7 5-204,-7 4-172,4 4-64,-1 4-464,0 0-600,1 0-524,-1-6-732,4 0-1772,-3 0-1969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43.5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1 109 9677,'61'-30'1555,"-41"20"-977,1-1-1,0 2 0,0 1 0,38-9 1,121-5 204,-151 21-1083,1 1 1,-1 2-1,1 0 0,33 9 0,-57-10 258,-1 2 0,1-1 0,-1 0 1,1 1-1,-1 0 0,0 0 0,0 1 0,0-1 0,-1 1 0,1 0 0,-1 0 0,0 1 0,0-1 0,0 1 1,-1 0-1,1 0 0,-1 0 0,-1 1 0,1-1 0,-1 1 0,1-1 0,-2 1 0,1 0 0,-1 0 0,2 10 1,-2-5-367,1-1 0,-2 1 0,1-1 1,-2 0-1,1 1 0,-1-1 1,-1 1-1,0-1 0,0 0 1,-1 0-1,0 0 0,-1 0 1,0-1-1,-7 12 0,1-4-2758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43.6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7 106 4620,'-7'-45'2421,"17"30"-1357,-1 1 2368,-5-3-3156,2 3-216,-28 14-8949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44.4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1 6117,'-2'36'1628,"2"-35"-1409,0 1 0,-1-1 0,1 1 0,0-1 0,0 1 0,-1-1 0,1 1 0,-1-1 0,1 0 0,-1 1 0,0-1 0,1 0 0,-2 2 0,-5 15 1955,-1 41-1073,2 0 1,6 116 0,1-162-1205,1-1 0,1 0 0,0 0 0,0-1 0,1 1 0,1-1 0,0 1 0,1-1 0,10 15 0,-12-20 42,1 1 0,0 0 0,0-1-1,1 0 1,0 0 0,0-1 0,0 0 0,1 0 0,-1 0 0,1-1 0,1 0-1,-1 0 1,0-1 0,1 1 0,8 1 0,-10-5 75,0 1 0,-1-1-1,1 0 1,0-1 0,-1 1 0,1-1 0,-1 0 0,1-1-1,-1 1 1,1-1 0,-1 0 0,0-1 0,0 1 0,5-4-1,-2 1 56,-1 1-1,1-1 1,-1-1 0,0 0-1,-1 1 1,0-2-1,0 1 1,7-11-1,-8 8-16,0-1 0,-1 1 0,-1-1 0,0 0 0,0-1 0,-1 1 0,0 0 0,-1-1 0,0 1 0,-1-1 0,0 0 0,0 1 0,-1-1 0,-1 1 1,-4-18-1,2 12-60,0 0 1,-1 0-1,-1 0 1,-1 1 0,0 0-1,-1 0 1,0 1 0,-2 0-1,-12-15 1,18 25-159,0 0 0,0 0 0,0 0 0,-1 1 1,1 0-1,-1 0 0,0 0 0,0 1 0,0-1 1,-10-2-1,13 4-93,-1 1 0,1-1 0,-1 1 0,1-1 0,-1 1 0,0 0 0,1 0 0,-1 0 0,1 1 0,-1-1 0,1 0 0,-1 1 0,1 0 0,0-1 0,-1 1 0,1 0 0,0 0 0,-1 1 0,1-1 0,0 0 0,0 1 0,0-1 0,0 1 0,-2 2 0,-7 12-4323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44.8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34 5276,'-14'-19'1247,"14"19"-1195,0 0 1,0-1 0,0 1 0,1 0 0,-1-1 0,0 1-1,0-1 1,0 1 0,0 0 0,0-1 0,0 1-1,1 0 1,-1-1 0,0 1 0,0 0 0,1 0 0,-1-1-1,0 1 1,0 0 0,1 0 0,-1-1 0,0 1 0,1 0-1,-1 0 1,0 0 0,1-1 0,-1 1 0,0 0 0,1 0-1,-1 0 1,0 0 0,1 0 0,-1 0 0,1 0-1,-1 0 1,0 0 0,1 0 0,18-4 1917,-2 2-1477,-1 1 1,0 1-1,17 3 1,-29-3-322,16 26 461,-20-21-595,0-1-89,1 1 0,-1 0 0,1 0 0,0-1 0,0 1 0,0 0 0,1-1 0,0 1 0,0-1 0,2 5 0,-3-9 30,0 0-1,-1-1 0,1 1 0,0 0 1,0 0-1,0 0 0,-1 1 0,1-1 0,0 0 1,0 0-1,-1 0 0,1 1 0,0-1 1,0 0-1,-1 1 0,1-1 0,0 0 0,0 2 1,1-1-13,0 0 0,-1-1 0,1 1 0,0 0 0,-1 0 0,1-1 0,0 1 0,0-1 0,-1 0 0,1 0 0,4 1 0,9-2-363,0 0 0,1 1 0,27 5 0,0 5-4207,-28-6 1845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52.3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245 132 3168,'12'-9'1860,"-24"-2"-1672,5 0 89,-9 2 119,1 3-16,-4-8-56,3 0-64,0 2-56,0 1-220,-9 2-24,5 1-340,-18-1-1569,-19 0 261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52.8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131 167 6157,'-1'-14'863,"0"-1"0,1 1 0,1-1 0,1 1 0,0-1 0,1 1 0,5-19 0,-3 4 4571,-8 26-3376,-4 16-157,3 3-1094,0 0 0,0 0 1,2 1-1,-1 21 0,-3 24 450,-83 694 4159,62 5-10453,37-593 620,13-26-5283,-6-83-1325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53.5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29 772 12557,'-23'19'2122,"18"-15"-326,31-17 734,21-5-1491,77-18 0,-45 14-687,782-167-911,-238 64-1046,-285 33 1004,-261 66 430,-1-4-1,91-49 1,-128 58 210,70-42 283,-94 54-77,0-2 0,-1 0-1,0-1 1,21-23-1,-34 33 624,-4 7-430,-14 23-160,1 2-1,1 0 1,1 1-1,2 1 1,1 0-1,-7 36 1,-27 207 247,38-220-402,-50 739-1020,56-772 779,0 3-121,3 39 0,-1-59 206,-1-1 0,1 1 0,0 0 1,0 0-1,0 0 0,1-1 0,0 1 0,0 0 1,0-1-1,0 0 0,1 1 0,0-1 1,0 0-1,3 4 0,-3-6 19,1 0 0,-1 0 0,0-1 0,1 1 0,-1-1 0,1 0 0,-1 1 0,1-2 0,0 1 0,-1 0 0,1-1 0,0 0 0,0 0-1,-1 0 1,1 0 0,0 0 0,0-1 0,-1 0 0,1 1 0,0-2 0,5-1 0,11-4-28,-1-1-1,29-17 1,141-90 47,33-17 287,-182 111-200,2 2 0,0 1 0,70-18 0,-94 32-69,0 0 0,0 1 0,1 1 0,-1 1 0,1 1 0,-1 1 0,1 0 0,-1 1 0,0 1-1,23 6 1,-18-1-8,0 1 0,-1 0 1,0 2-1,-1 1 0,0 0 0,-1 1 0,25 21 0,55 59-7,-73-65-165,2 0-1,2-3 1,58 40 0,-81-60 146,0-1-1,1-1 1,0 1 0,-1-1 0,1-1 0,0 0 0,1 0 0,-1 0-1,0-1 1,0-1 0,1 0 0,-1 0 0,0-1 0,1 0 0,-1 0 0,0-1-1,0 0 1,0-1 0,0 0 0,-1 0 0,1-1 0,-1 0 0,10-7 0,6-5 24,0-1 0,-1-1 0,-1-1 0,-1-1 1,-1-1-1,21-27 0,-1-1 95,-2-3 0,-3-1 0,33-65 0,-63 107-49,-1 0 0,0 0-1,-1-1 1,-1 1 0,2-13 0,-3 22-48,-1 0-1,0 0 1,0 0 0,0 0-1,0 0 1,0 0-1,0 0 1,-1 0 0,1 0-1,-1 0 1,1 0 0,-1 0-1,0 0 1,0 0 0,0 0-1,-1-2 1,0 3-6,1 1-1,0-1 1,-1 0 0,1 1 0,-1-1 0,1 1-1,0-1 1,-1 1 0,1 0 0,-1-1-1,1 1 1,-1 0 0,1 0 0,-1 0 0,1 0-1,-1 0 1,1 1 0,-1-1 0,1 0-1,-1 1 1,1-1 0,-1 1 0,1-1 0,0 1-1,-3 1 1,-7 4 1,1-1 0,0 1 0,1 1-1,-1 0 1,1 1 0,1-1 0,-1 2 0,2-1-1,-1 1 1,1 0 0,-8 13 0,-6 13-677,-30 68-1,49-99 628,1 0 0,-1 0-1,1 0 1,0 0 0,0 0 0,1 1-1,-1-1 1,1 0 0,0 0 0,0 1-1,0-1 1,1 0 0,-1 0 0,1 0-1,0 0 1,0 1 0,1-1-1,-1 0 1,1-1 0,0 1 0,0 0-1,0 0 1,0-1 0,1 1 0,0-1-1,-1 0 1,5 4 0,8 6-27,0 0 0,1-1 0,0 0 0,28 13 0,-12-6 16,66 38-349,-83-50-970,-1 0 0,0-1 0,1-1 0,29 7 0,-39-12-2410,6-2-1800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53.7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24 8745,'26'-23'10853,"-39"37"-9101,0 18-304,7 16-216,3 7-228,0 5-208,3 14-452,9 0-788,17 78-1792,-14-78-24,-2-3-396,6-5-2889,12 3-4504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53.9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69 14141,'3'-20'2132,"41"20"-327,10-11-437,10 8-292,12 0-264,16 0-380,26 1-296,15-10-500,16 4-516,16 2-384,16 6-148,16 6-213,9-6-311,4 0-2212,-7 0-3141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54.4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744 132 8869,'-36'-41'1547,"-11"-13"3614,45 51-4695,0 0 0,0 1 1,0-1-1,0 0 0,0 0 0,1 0 1,-1 0-1,1 0 0,0-1 1,-1-2-1,-3 8 769,-9 6-851,0 0-1,0 1 1,1 0 0,1 1-1,0 0 1,0 1-1,1 0 1,0 1-1,-10 15 1,-81 131 858,83-126-1025,-78 139 416,-120 288 0,202-419-871,1 0 0,2 2-1,-8 51 1,17-74 49,1 0 0,1 0 0,0 0 0,2 1-1,0-1 1,1 0 0,1 0 0,1-1 0,10 31 0,-11-40 76,1 0 1,0-1 0,1 0 0,0 0-1,0 0 1,0 0 0,1-1-1,1 0 1,-1 0 0,1-1 0,0 0-1,12 8 1,-7-6-56,1-1 0,0-1-1,0 0 1,1-1 0,0 0 0,0-1 0,20 3-1,5-2-163,1-2-1,0-2 1,0-1-1,0-3 1,39-7-1,-6-2 68,-1-3-1,0-4 1,-1-2-1,81-38 1,-95 33 178,0-2 0,-3-3 0,0-3-1,-2-2 1,58-52 0,-93 74 153,-2-1 1,0 0-1,-1-1 0,0-1 1,-1 0-1,16-31 0,-28 46-52,0 0 0,0 0-1,-1 0 1,1 0 0,-1 0 0,1 0 0,-1 0-1,0 0 1,0 0 0,0-1 0,0 1-1,0 0 1,-1 0 0,1 0 0,-1 0 0,1 0-1,-1 0 1,0 0 0,1 0 0,-1 0 0,0 0-1,0 1 1,-1-1 0,1 0 0,0 1-1,-1-1 1,-2-2 0,1 1 1,0 0 0,0 0 0,-1 1 0,1 0-1,-1-1 1,0 1 0,1 1 0,-1-1 0,0 0 0,0 1 0,0 0 0,-5-1 0,-2 1-3,0 1 1,0 0 0,0 1 0,0 0 0,-1 0 0,1 1-1,1 1 1,-1 0 0,0 0 0,1 1 0,-1 1 0,1-1 0,0 2-1,-16 10 1,20-11-102,-1 0-1,1 0 0,0 0 0,1 1 1,-1 0-1,1 0 0,0 1 0,1-1 1,0 1-1,0 0 0,0 0 0,1 0 1,0 1-1,0-1 0,1 1 0,-1-1 1,2 1-1,-1 0 0,1 0 1,1 0-1,0 13 0,0-18 69,0 0 1,1 0-1,0 0 0,0 0 0,0 0 1,0-1-1,0 1 0,0 0 0,1-1 1,-1 1-1,1-1 0,0 1 0,0-1 1,0 0-1,0 0 0,0 1 1,0-2-1,1 1 0,-1 0 0,1 0 1,-1-1-1,1 1 0,3 0 0,7 4 139,1-1-1,0-1 1,24 5 0,-4-1 226,-24-5-213,-1 0-1,0 1 0,-1 0 0,1 0 0,-1 1 0,1 0 0,-1 1 1,-1 0-1,14 12 0,-12-7-249,0-1 0,-1 1 1,0 1-1,-1-1 0,0 1 1,7 19-1,-5-8-1223,10 21-5705,-9-26-637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54.9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21 10149,'-10'-20'11869,"11"22"-11761,0 1 1,0-1-1,0 1 0,0-1 1,1 0-1,-1 1 0,1-1 1,-1 0-1,5 4 0,10-3-65,-1 1 0,1 1 0,-1 1 0,1 0-1,-2 1 1,1 0 0,-1 1 0,0 1 0,24 20-1,-20-12-245,-1 0 0,-1 1 0,0 1 0,-2 1 0,0 0 0,-1 0 0,-1 2 0,-1-1 0,-1 1 0,-1 1 0,9 35 0,-16-52 101,-1-1 0,0 1 0,0 0 1,0 0-1,0-1 0,-1 1 1,0 0-1,0 0 0,-1 0 0,0 0 1,0-1-1,0 1 0,-3 8 0,3-11-38,-2-4 81,2 1 73,0 0 0,0 0 0,0-1 0,0 1-1,-1 0 1,1-1 0,0 1 0,0-1 0,0 1 0,0-1-1,0 0 1,0 1 0,0-1 0,0 0 0,1 1 0,-1-1 0,0 0-1,0 0 1,1 0 0,-1 0 0,0 0 0,1 0 0,-1 0-1,1 0 1,-1 0 0,1 0 0,0 0 0,-1 0 0,1-1 0,0 1-1,0 0 1,0 0 0,0 0 0,0 0 0,0 0 0,0-1 0,0 1-1,0 0 1,0 0 0,1 0 0,-1 0 0,0 0 0,1-2 0,1-3 67,0-1 1,1 0 0,-1 1 0,1-1 0,1 1-1,-1 0 1,1 0 0,0 0 0,7-7 0,50-49 538,-27 30-341,126-113 1270,-131 123-879,1 1 0,0 2 0,67-32 1,-88 48-527,-1-1 1,1 2 0,1-1-1,-1 1 1,0 0 0,1 1-1,15-1 1,-20 2-96,0 1 1,-1-1-1,1 1 1,-1 0 0,1 0-1,0 0 1,-1 1-1,0 0 1,1 0-1,-1 0 1,0 0-1,0 0 1,0 1-1,0 0 1,-1 0-1,1 0 1,4 6 0,1 2-99,0 1 1,-1 0 0,-1 1 0,0 0 0,0 0-1,-2 1 1,1 0 0,4 19 0,1 17-1464,5 55 0,-8-41-471,-2-27 622,1 9-3695,23 86-1,-3-58-3119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55.2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220 1 11477,'-16'14'8882,"16"-9"-6840,-19 147 3408,-7 83-2950,16-157-2058,-28 109 0,-36 71-1600,58-205 520,11-37 321,2-10 156,0 1 1,1-1 0,0 1-1,1-1 1,-1 1 0,1 0-1,0-1 1,1 1 0,0 0-1,0 0 1,0 0 0,1-1-1,2 11 1,-2-16 133,0 1 0,0 0 0,1-1 0,-1 1 1,0-1-1,1 0 0,-1 1 0,1-1 0,-1 0 0,1 0 0,0 0 0,-1 0 0,1 0 0,0 0 0,0 0 1,0-1-1,0 1 0,0-1 0,0 1 0,0-1 0,-1 0 0,1 0 0,3 0 0,50-2-184,-43 0 136,127-10-200,151 7 1,-235 7 320,0 3 1,-1 3 0,0 1 0,0 4 0,90 31-1,-130-38-27,0 0 1,0 1-1,-1 0 0,1 1 0,19 16 0,-31-23-19,0 1 0,0 0 1,0 0-1,0 0 0,0 0 0,0 0 0,0 0 0,-1 0 0,1 1 1,-1-1-1,0 1 0,1-1 0,-1 1 0,0-1 0,-1 1 0,1 0 1,0 0-1,-1-1 0,0 1 0,1 0 0,-1 0 0,0-1 1,0 1-1,-1 0 0,1 0 0,-1-1 0,1 1 0,-1 0 0,0 0 1,0-1-1,0 1 0,0-1 0,0 1 0,-1-1 0,1 0 0,-1 1 1,0-1-1,1 0 0,-4 3 0,-5 5-34,0-1-1,-1 0 1,0 0-1,-1-1 1,0 0-1,0-1 1,0-1-1,-1 0 1,-21 7-1,-17 3-365,-61 11-1,87-22 257,-209 37-2202,78-19-3805,137-20 4844,-2-2-3339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55.6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59 11421,'0'0'2313,"4"1"-265,15 1-1044,0 0-1,-1-1 1,25-2 0,19 1 36,256 10 1272,-189-8-2012,-90 0-213,-4-1 31,0-1 1,43-5 0,-76 5-119,0 0 0,0 0 1,0-1-1,0 1 1,0-1-1,0 0 0,1 1 1,-2-1-1,1 0 1,0 0-1,0-1 0,0 1 1,3-3-1,-5 4 2,1-1 0,-1 1 0,0-1-1,1 0 1,-1 1 0,0-1 0,0 0-1,1 1 1,-1-1 0,0 0 0,0 1 0,0-1-1,0 0 1,0 1 0,0-1 0,0 0-1,0 1 1,0-1 0,0 0 0,0 0-1,-1 1 1,1-1 0,0 1 0,0-1 0,-1 0-1,1 1 1,-1-2 0,-1-1-5,-1 0 0,1 1 0,-1-1 1,0 1-1,0 0 0,0-1 0,0 1 0,0 1 1,0-1-1,0 0 0,-1 1 0,1-1 0,0 1 1,-6-1-1,-16-2-3,0 1 0,-1 0 0,1 2 0,-36 4 0,7 2 68,-53 13 0,65-8-46,1 1-1,-57 23 1,83-28 2,1 0 0,-1 2 1,2-1-1,-1 2 0,1 0 0,0 0 1,1 1-1,0 1 0,-18 20 0,27-27-19,1-1 0,-1 1 0,1 0 0,0-1 0,0 1 0,1 0 0,-1 0 0,1 0 0,-1 1 0,1-1 0,1 0 0,-1 0 0,0 1 0,1-1 1,0 0-1,0 1 0,1 5 0,1-5-14,-1 1 0,1 0 0,0-1 0,1 1 1,-1-1-1,1 0 0,0 0 0,1 0 0,-1 0 1,1 0-1,5 5 0,7 4-105,0-1-1,0 0 1,2-1 0,-1-1-1,39 18 1,18 4-746,123 34 0,88 7-1283,-253-67 1864,432 89-3929,-148-44-1664,-132-25-191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56.1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19 156 7001,'-3'-4'427,"1"0"0,0 0 0,0-1 1,0 0-1,0 1 0,1-1 0,0 0 1,0 1-1,0-1 0,0 0 0,1 0 1,0 0-1,0 0 0,1-9 0,0-3 1180,3-17 2256,-3 32-3774,-1 1 1,1-1 0,0 1 0,0-1 0,0 1-1,0 0 1,0-1 0,0 1 0,0 0-1,0 0 1,0-1 0,1 1 0,-1 0 0,0 0-1,1 0 1,-1 1 0,1-1 0,2-1 0,-3 2-25,0-1-1,0 1 1,0 0 0,0 0 0,0-1 0,0 1 0,0 0 0,0 0 0,1 0 0,-1 0 0,0 0 0,0 1 0,0-1 0,0 0 0,0 0 0,0 1 0,0-1 0,0 1 0,0-1 0,0 1 0,0-1 0,0 1 0,0-1 0,1 3 0,1-1 16,-1 1-1,1 0 1,-1 0 0,0 1 0,0-1 0,0 0 0,2 5-1,2 5 55,-2 1 1,7 26-1,-7-17-22,-2 0 0,0 0-1,-2 0 1,0 0 0,-2 1 0,0-1 0,-9 33 0,-53 153-242,55-185 63,7-17 14,-1 0 0,2 0 0,-1 0 0,1 0 0,0 0-1,0 1 1,1 12 0,0-18 42,0 0 0,0 0 0,1 0 0,-1 1 0,1-1-1,0 0 1,-1 0 0,1 0 0,0 0 0,0 0 0,1-1 0,-1 1-1,0 0 1,1 0 0,-1-1 0,1 1 0,-1-1 0,1 1 0,-1-1-1,1 0 1,0 1 0,0-1 0,0 0 0,0 0 0,0 0 0,0-1-1,0 1 1,2 0 0,5 1-4,0-1 0,0 0 0,0-1 0,0 0 0,-1 0 0,1-1 0,17-3 0,70-22-26,-53 14 32,168-53 9,-120 34 23,182-35 0,-264 65-19,0 0 1,0 0-1,0 1 0,0 1 1,0-1-1,-1 1 1,1 1-1,0 0 1,0 0-1,13 6 0,-19-7-4,0 0 0,-1 1 0,1-1 0,-1 1 0,1-1 0,-1 1 0,0 0 0,1 0-1,-1 0 1,0 0 0,0 0 0,-1 1 0,1-1 0,0 0 0,-1 1 0,0-1 0,1 1-1,-1 0 1,0-1 0,0 1 0,0 0 0,-1 0 0,1 0 0,-1 0 0,0 0 0,1-1 0,-1 1-1,0 0 1,-1 0 0,1 0 0,-1 0 0,1 0 0,-2 4 0,-17 84-150,20-91 147,0 1 0,0-1-1,0 1 1,0-1 0,0 0 0,0 1 0,-1-1-1,1 0 1,0 0 0,0 0 0,0 1 0,0-1-1,0 0 1,0 0 0,0-1 0,0 1 0,0 0-1,0 0 1,1-1 0,-1 1-1,31-6 6,-1-2 0,0-1 0,0-1 1,48-24-1,-25 11 93,213-71 1713,-263 92-1752,1 1 1,-1 0-1,0 0 0,0 0 0,1 1 0,-1-1 0,0 1 0,1 0 1,-1 0-1,0 1 0,8 1 0,2 1 79,-6-2-83,-1 1 0,1 0 0,-1 0-1,0 1 1,1 0 0,-1 0 0,-1 0-1,1 1 1,0 0 0,7 7 0,6 6-484,31 35 1,-41-40-335,0-1-1,1 0 1,0-1 0,0 0-1,1 0 1,0-1-1,1-1 1,0 0 0,17 7-1,14-2-4928,3 1-3478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57.4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4 280 9461,'3'0'395,"0"0"0,0 0-1,0 0 1,0-1 0,-1 0 0,1 1 0,0-1 0,0 0 0,-1 0-1,1-1 1,0 1 0,-1 0 0,1-1 0,2-2 0,37-15 1723,28 11-998,-53 7-958,0-1-1,0 0 1,0-2 0,30-8-1,-46 11-161,1 0-1,-1 0 1,0 0-1,1 0 1,-1 0-1,0 0 0,1 0 1,-1 0-1,0-1 1,0 1-1,0-1 1,0 1-1,0 0 0,0-1 1,-1 1-1,2-3 1,-2 4-1,0-1 0,0 1 0,0-1 0,1 0 1,-1 1-1,0-1 0,0 1 0,0-1 0,0 0 0,0 1 1,0-1-1,0 1 0,0-1 0,0 1 0,-1-1 1,1 0-1,0 1 0,0-1 0,0 1 0,-1-1 0,1 1 1,0-1-1,-1 1 0,1-1 0,0 1 0,-1-1 0,1 1 1,0 0-1,-1-1 0,1 1 0,-1-1 0,1 1 1,-1 0-1,1 0 0,-1-1 0,1 1 0,-1 0 0,0 0 1,1 0-1,-1-1 0,1 1 0,-1 0 0,1 0 0,-1 0 1,0 0-1,1 0 0,-2 0 0,-10 0-4,0 0 0,0 1 0,1 1 0,-1-1 0,0 2 0,0 0 0,1 0 0,0 1 0,-1 0 0,1 1 0,1 1 0,-1-1 0,1 2 0,0-1 0,1 2 0,-1-1 0,1 1 0,1 0 0,-1 1 0,2 0 0,-14 20 0,16-22 7,0 0 0,1 0 0,0 1-1,0 0 1,1 0 0,0 0 0,1 0 0,0 1 0,0-1 0,0 1 0,1-1 0,0 1 0,1-1 0,0 1 0,1 0 0,-1-1-1,2 1 1,-1-1 0,1 1 0,0-1 0,1 0 0,0 0 0,0 0 0,1 0 0,0 0 0,0-1 0,1 1 0,0-1 0,0-1 0,11 12-1,2-2 1,0-1-1,1-1 1,0 0-1,1-2 1,0 0-1,1-1 0,1-1 1,43 14-1,-14-10 29,0-2 1,101 10-1,-123-19 86,-1-2 0,1 0 0,0-2 0,-1-2 0,1 0 1,45-12-1,-59 10-47,-1 0 0,0 0 0,0-2 0,0 1 0,-1-2 1,0 0-1,-1 0 0,0-1 0,0-1 0,-1 0 0,0-1 1,0 0-1,-1 0 0,10-16 0,-8 7-14,0-1 0,-1-1 0,-1 0 0,-2 0 0,0-1 0,-1 0 0,-1 0 0,3-31 0,-8 50-57,-1 0 1,0 1 0,0-1 0,-1 1-1,1-1 1,-1 0 0,0 1 0,0-1 0,0 1-1,0 0 1,-1-1 0,-1-2 0,2 3-13,-5 2-173,3 2 134,-1 0 1,0 0-1,0 0 1,1 1-1,-1-1 0,0 1 1,1 0-1,0 0 0,-1 1 1,1-1-1,0 1 1,0-1-1,0 1 0,1 0 1,-1 0-1,1 0 1,-1 0-1,1 1 0,0-1 1,0 1-1,1-1 0,-3 7 1,-58 199-3870,61-207 4048,64 8 528,483-6 1656,-259 11-1780,-279-15-512,1-1 1,-1 1-1,1-1 1,10-3-1,-16 3-17,0 0 0,0 0-1,-1 0 1,1 0-1,0 0 1,-1-1 0,1 1-1,-1-1 1,0 0-1,0 1 1,1-1 0,-1 0-1,0 0 1,-1-1-1,1 1 1,0 0 0,0-1-1,1-3 1,5-18 21,-7 18-4,-1-14-11,1 13-2,-1-1 0,1 1 1,0-1-1,1 1 0,0-1 0,0 1 1,0 0-1,1 0 0,0 0 1,0 0-1,1 1 0,5-8 1,5-4-10,1 0 0,28-25 0,2-3-11,89-84 1255,-132 128-620,40-13-515,11-6 170,-49 20-217,-2 1-140,57 16 51,-57-15 173,20-4 6,-18 1-107,0 1-1,0-1 1,0 0 0,0 0 0,-1 0-1,1 0 1,0-1 0,-1 0-1,6-4 1,-9 6-42,2 0 119,11-28-54,-17-1-59,1-5 179,3 31-183,-21 17 14,15-10 16,0 1 1,0 0-1,0 0 1,1 0-1,0 1 1,0 0-1,0 0 1,0 0 0,1 1-1,-7 11 1,6-7 19,0 0-1,1 0 1,1 1 0,0-1 0,0 1 0,-1 15 0,2-13 38,1 0-1,0 0 0,1 1 0,0-1 1,1 0-1,0 0 0,1 0 1,1 0-1,0-1 0,1 1 0,0-1 1,1 1-1,7 12 0,17 31 374,47 66 0,10 16-108,-82-130-335,0-1-1,-1 1 1,0 0-1,0-1 1,-1 1-1,0 1 0,0-1 1,-1 0-1,0 0 1,0 1-1,-1-1 1,0 0-1,-1 11 0,-2-9 1,1 0-1,-1 1 0,-1-2 1,0 1-1,0 0 0,-1-1 1,0 0-1,-1 0 0,0 0 1,-9 9-1,-6 6-313,-1 0 1,-1-2 0,-1 0-1,-43 29 1,14-18-2558,-80 38-1,60-42-5524,59-22-273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57.8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468 4 6061,'-3'-1'985,"0"1"1,0-1 0,0 1 0,-1-1 0,1 1 0,0 0 0,0 0-1,0 0 1,-6 2 0,-29 11 2716,20-2-3270,0 0 0,-16 14 0,20-14 899,-10 9-573,0 0-1,1 2 1,2 1-1,-25 32 1,15-13 121,-45 83-1,65-104-814,1 0 0,1 1 0,0 0-1,2 0 1,-7 32 0,13-45-133,-1 0 0,2 0 1,-1 0-1,1 0 0,1 0 0,-1 0 0,2-1 0,-1 1 0,1 0 0,0 0 1,1-1-1,0 1 0,0-1 0,1 0 0,0 0 0,1 0 0,6 9 0,0-4-55,1-1-1,0 0 0,1-1 0,1 0 0,-1-1 1,2 0-1,-1-1 0,1-1 0,0 0 1,1-1-1,0-1 0,0 0 0,1-1 0,30 5 1,-2-4 11,0-1 1,0-3-1,1-1 1,65-8-1,22-12 830,139-39 0,-265 56-637,4 0 102,-1 0-1,1 1 1,20 0 0,-28 1-155,-3 0-25,0 0 0,1 0-1,-1 0 1,0 0 0,0 0 0,0 0 0,0 0 0,0 0 0,1 0 0,-1 0-1,0 0 1,0 0 0,0 0 0,0 0 0,0 0 0,0 0 0,1 0 0,-1 0 0,0 0-1,0 0 1,0 0 0,0 0 0,0 1 0,0-1 0,1 0 0,-1 0 0,0 0 0,0 0-1,0 0 1,0 0 0,0 0 0,0 0 0,0 1 0,0-1 0,0 0 0,1 0-1,-1 0 1,0 0 0,0 0 0,0 1 0,0-1 0,0 0 0,0 0 0,0 0 0,0 0-1,0 0 1,0 1 0,0-1 0,0 0 0,0 0 0,0 0 0,0 0 0,0 0-1,-1 0 1,1 1 0,0-1 0,0 0 0,0 0 0,0 0 0,0 0 0,0 0-1,-3 17-287,0 0-1,-1-1 0,0 0 1,-1 0-1,-10 19 0,-44 79-5155,42-84 3172,-1 8-3300,7 1-3330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58.1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0 5825,'12'2'1013,"0"0"0,0 0 0,0 2 0,18 6 0,-26-8-764,0 0 0,0 0 0,0 0 0,-1 0 0,1 1 0,0-1 0,-1 1 0,0 0 0,0 0 0,0 0 0,0 1 0,0-1 0,-1 1 0,1 0 0,-1-1 0,3 9 0,0 5 303,0 1 1,-2 0-1,0-1 1,-1 1-1,-1 31 0,-10 91 916,4-96-1269,-3-2 0,-1 1 0,-2-1 0,-2-1 0,-1 0 0,-2-1 0,-2 0 0,-2-1 0,-46 66 0,-13 19-75,79-124-124,0 0 0,0 0 0,-1 0 0,1 0 0,0 0 0,0 0 0,0 0 0,0 0 0,0 0 0,-1 0 0,1 0 0,0 1 0,0-1 0,0 0 0,0 0 0,0 0 0,0 0 0,-1 0 0,1 1 0,0-1 0,0 0 0,0 0 0,0 0 0,0 0 0,0 1 0,0-1 0,0 0 0,0 0 0,0 0 0,0 1 0,0-1 0,0 0 0,0 0 0,0 0 0,0 0 0,0 1 0,0-1 0,0 0 0,0 0 0,0 0 0,0 0 0,0 1 0,0-1 0,1 0 0,-1 0 0,0 0 0,0 0 0,0 0 0,0 1 0,0-1 0,0 0 0,1 0 0,-1 0 0,0 0 0,0 0 0,0 0 0,1 0 0,13-4 1,18-15 4,-8-2-13,-1-1 1,22-29 0,2-1-13,47-42-913,137-108 0,-153 143-960,3 4 1,130-67-1,-68 46-3893,-87 51 117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58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2 645 4812,'3'10'671,"2"0"-1,-1 0 0,1-1 0,1 1 0,0-1 0,0-1 0,14 15 0,-17-20-469,1 0 0,-1 0 0,1-1-1,0 0 1,0 0 0,0 0 0,0 0 0,0 0 0,0-1 0,0 0-1,1 0 1,-1 0 0,0 0 0,1-1 0,-1 1 0,1-1 0,-1 0-1,1-1 1,-1 1 0,0-1 0,1 0 0,4-1 0,5-3 16,0-1 0,0 0 1,-1-1-1,0-1 0,0 0 1,-1-1-1,0 0 1,-1 0-1,0-1 0,0-1 1,-1 0-1,0-1 0,-1 1 1,15-27-1,-16 24-123,0 1-18,-1 1-1,0-1 1,-1 0-1,0 0 1,-1-1-1,-1 0 1,0 0-1,0 0 1,-2 0-1,2-26 1,-5 0-65,0 38-9,1-1-1,-1 1 0,1-1 1,-1 1-1,0-1 1,0 1-1,0 0 1,0-1-1,0 1 0,-1 0 1,1 0-1,-1 0 1,1 0-1,-1 0 1,0 0-1,0 1 0,0-1 1,0 0-1,0 1 1,0 0-1,0-1 1,0 1-1,-1 0 0,-2-1 1,-2-1 2,0 1-1,0 0 1,0 0-1,0 1 1,0 0 0,-15-1-1,6 3 10,-1 0 0,0 2 0,0 0 0,1 0-1,-1 2 1,1 0 0,0 0 0,0 2 0,1 0-1,0 1 1,0 0 0,1 2 0,0-1 0,1 2-1,-19 17 1,27-22-12,1-1 0,0 1 0,0 0 0,0 0 0,1 0 0,0 1 0,0-1-1,1 1 1,-1 0 0,2-1 0,-1 1 0,1 0 0,0 0 0,0 0 0,0 7 0,1-8 2,1-1 0,-1 1 0,1-1 0,0 0 0,0 0 0,0 1 0,1-1 0,-1 0 0,1 0 1,1 0-1,-1 0 0,1-1 0,0 1 0,4 5 0,3 2 12,1 0-1,0-1 1,16 13-1,9 4-2,2-1 0,0-3 0,2 0 0,79 32 0,182 47 70,-189-72 213,213 31 1,-277-57-168,1-1 1,0-3-1,0-2 1,0-2 0,0-2-1,0-2 1,49-15-1,-76 15-80,-1 0-1,-1-2 1,1-1-1,-1 0 1,-1-1-1,20-15 1,-26 16-30,-1 0 1,0-1-1,-1 0 1,0-1-1,-1 0 1,0-1-1,-1 0 1,0 0-1,7-16 1,-13 24-13,-1 0 0,0-1 0,0 1 0,-1 0 0,1-1 0,-1 1 0,0-1 0,-1 0 0,0 1 1,1-1-1,-2 1 0,1-1 0,-1 0 0,0 1 0,-1-7 0,1 9-4,-1 0 1,1 0-1,-1-1 0,0 1 1,1 0-1,-1 0 0,-1 1 0,1-1 1,0 0-1,-1 1 0,1-1 1,-1 1-1,0 0 0,0 0 0,0 0 1,0 0-1,0 0 0,0 1 1,0-1-1,-1 1 0,1 0 0,0 0 1,-1 0-1,-3 0 0,-5 0 1,1 1 1,-1 0-1,1 1 0,-1 0 0,1 0 0,-1 1 0,1 1 1,0 0-1,0 1 0,0 0 0,1 0 0,-13 8 0,-6 4 11,1 1 0,1 1 0,-28 25-1,39-29-43,1 0 1,0 0-1,1 1 0,1 1 0,0 1 0,-14 24 0,23-34-1,1 0 0,-1 0-1,1 0 1,0 1-1,1-1 1,0 1 0,0 0-1,0-1 1,1 1-1,0 0 1,1 0 0,0 0-1,0 0 1,1 0 0,0 0-1,0 0 1,1-1-1,0 1 1,5 13 0,-5-17 14,0 1 0,1-1 1,0 1-1,0-1 0,0 0 0,0 0 1,1 0-1,0-1 0,-1 1 1,1-1-1,0 0 0,1 0 1,-1 0-1,1-1 0,-1 1 0,1-1 1,0 0-1,0 0 0,0-1 1,0 0-1,0 1 0,0-2 1,0 1-1,0-1 0,0 1 1,6-2-1,1 1 0,0-1 1,0-1-1,0 0 0,-1-1 1,1 0-1,0-1 1,-1 0-1,0-1 0,0 0 1,12-8-1,7-7-24,-2-2-1,-1 0 1,48-51-1,62-92-8,-36 39 11,154-150-92,-94 106 573,-125 131-221,124-126 983,-150 157-933,-7 10 19,-11 18 126,3-10-391,-17 34 216,-3-2 1,-42 58-1,-13 19-83,-112 230-1202,110-166-2168,17 6-4604,42-103-926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58.9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0 11789,'-10'32'7637,"7"-21"-8293,0 4-776,-23-7-641,-8 12-2355,8 0-3425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8:59.7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293 42 7597,'-6'-5'555,"-1"0"1,-1 1 0,1 0-1,-1 0 1,0 1-1,1 0 1,-1 0 0,-1 1-1,1 0 1,-15-2-1,-8 2 2421,-49 2-1,38 1-1706,5 2 223,37-3-1476,0 1 1,-1-1-1,1 0 0,0 0 1,0 0-1,0 0 0,0 0 1,-1 0-1,1 0 0,0 1 1,0-1-1,0 0 0,0 0 1,0 0-1,-1 0 0,1 1 1,0-1-1,0 0 0,0 0 1,0 0-1,0 1 0,0-1 1,0 0-1,0 0 0,0 0 1,0 1-1,0-1 0,0 0 1,0 0-1,0 0 0,0 1 1,0-1-1,0 0 0,0 0 1,0 0-1,0 1 0,0-1 1,0 0-1,0 0 0,0 0 1,0 1-1,1-1 0,-1 0 1,0 0-1,0 0 0,0 0 1,0 1-1,0-1 0,1 0 1,-1 0-1,0 0 0,0 0 0,0 0 1,1 0-1,-1 0 0,0 1 1,0-1-1,0 0 0,1 0 1,-1 0-1,10 5 250,-1 0 0,1-1 0,19 5 0,72 16 108,0-5-1,143 11 1,-139-20-647,904 82-6290,-489-49-575,-128-10-1505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00.0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5473,'18'0'9921,"-1"2"-4436,1 0-3147,8 4-3391,13 1 1637,688 97-391,-241-40-4185,-116-15-2467,-55-6-3047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03.4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95 272 2932,'0'0'1850,"-2"-2"-1548,0 1 1,0-1-1,1 1 0,-1-1 1,1 1-1,0-1 1,-1 0-1,1 0 1,0 0-1,0 0 0,-1-3 1,6-7 299,0-1 1,1 1-1,8-14 1,-12 24-126,12-40 3260,-13 39-3692,0-1-1,1 1 0,0 0 0,-1 0 0,1 0 1,0 0-1,0 0 0,1 0 0,-1 1 1,3-6-1,-1 4-46,-2 2 184,25-8-155,-24 9 1216,28-43-196,-28 42-197,15-23-103,-17 24-730,1 0 1,-1 0-1,1 0 1,-1 0-1,1 1 0,-1-1 1,1 0-1,0 0 1,-1 0-1,1 0 1,0 1-1,0-1 1,0 0-1,0 1 0,-1-1 1,2 0-1,-1 1 25,-1 0-1,0 1 0,1-1 1,-1 0-1,0 0 0,1 1 1,-1-1-1,0 0 0,1 1 0,-1-1 1,0 0-1,0 1 0,0-1 1,1 1-1,-1-1 0,0 0 1,0 1-1,0-1 0,0 1 1,0-1-1,0 1 0,0-1 1,0 0-1,0 1 0,0-1 0,0 1 1,-3 50 897,-32 154 285,7-61-480,-8 77-187,-37 242-259,25 0-5015,45-397 594,6 77-1,8-52-4718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04.1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21 6477,'6'-20'2471,"-6"20"-2394,0 0 0,0 0 0,0 0 0,0 0 0,1 0 0,-1 0 0,0 0 0,0 0 0,0 0 0,0-1 0,0 1 0,0 0 0,1 1 0,-1-1 0,0 0 0,0 0 0,0 0 0,0 0 0,0 0 0,0 0 0,1 0 0,-1 0 0,0 0 0,0 0 0,0 0 0,0 0 0,0 0 0,0 0 0,0 0 0,0 0 0,0 1 0,1-1 0,-1 0 0,0 0 0,0 0 0,0 0 0,0 0 0,0 0 0,0 0 0,0 0 0,0 1 0,0-1 0,0 0 0,0 0 0,0 0 0,0 0 0,0 0 0,0 0 0,0 1 0,0-1 0,0 0 0,0 0 0,0 0 0,0 0 0,0 0 0,0 0 0,0 0 0,0 1 0,0-1 0,0 0 0,0 0 0,-1 0-1,3 24 4472,-1-6-4793,-1-14-329,22 322 4116,-5-112-2476,10 134 56,10 504-63,-91-270-1946,-41-1-1368,-16 126-5818,102-611 4043,8-9-2057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04.8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74 3344,'-13'-22'952,"13"22"-892,-1-1 0,1 0-1,0 0 1,-1 1 0,1-1 0,0 0 0,0 0 0,0 1 0,0-1 0,0 0 0,0 0 0,0 1 0,0-1-1,0 0 1,0 0 0,0 1 0,1-1 0,-1 0 0,0 1 0,0-1 0,1 0 0,-1 1 0,1-1 0,0-1-1,0 0 168,10-25 2307,-4 23-915,2 17-974,13 38 1047,-12-30-1094,-1 1 0,-1 0-1,-1 1 1,5 30 0,4 83 480,-5 1 0,-7 0 0,-6 1 1,-25 175-1,-139 534-2118,148-771 516,-68 310-1840,75-324 230,4 0 1,1 0 0,7 123-1,1-171 773,0 0 0,1 0 0,9 26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05.3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260 72 5533,'-39'3'526,"28"-3"-311,1 0 1,-1 1-1,1 1 1,-1 0-1,1 0 1,0 1-1,0 0 1,0 0 0,-16 9-1,15-6 180,0 0 0,0 1 0,1 0 1,0 0-1,0 1 0,-13 13 0,22-19-334,-1 0-1,0 0 1,1 0 0,0 0 0,-1 0-1,1 1 1,0-1 0,0 0 0,0 1-1,0-1 1,1 1 0,-1-1 0,1 1-1,-1-1 1,1 5 0,1-4-41,-1 0 0,1-1 1,0 1-1,0-1 0,0 1 0,0-1 0,0 0 1,1 1-1,-1-1 0,1 0 0,-1 0 0,1 0 1,0 0-1,0 0 0,0 0 0,0-1 0,0 1 1,4 2-1,6 2 28,1 0 0,-1-1 0,1-1 0,0 0 0,1 0 0,-1-1 0,1-1 0,18 1 0,-18-1-22,94 8 134,126-3 1,119-20-98,-272 9-40,1201-71 78,64-3 203,-810 53-125,771-45-106,-972 37-5586,-284 26 152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05.7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554 99 4536,'-38'-4'411,"-77"-12"1257,-184-26 1611,249 36-2844,45 5-343,0 1 0,1-1 1,-1 0-1,0 0 0,1 0 1,-1-1-1,1 1 0,-1-1 0,-5-4 1,24 2-51,0 1 0,0 0 0,0 1 0,0 1 0,0 0 0,17 1 0,-4-1 0,744 19 333,-696-14-351,3017 250-581,-3012-245 333,503 60-300,-5 30-3987,-449-70 1324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06.1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72 6593,'-10'-23'3976,"33"14"-2356,-1-2-48,10 5-144,18-2-147,-12 2-353,16 0-52,10 6-240,12 0-156,13-3-444,19 3-804,13 3-956,2-3-1101,8 6-1239,27 0-2997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06.7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0 154 7569,'12'-18'1104,"0"0"1,1 0-1,30-29 1,-37 42-761,1-1 0,0 1 0,0 0 0,0 1 0,0 0 0,0 0 0,1 0 0,0 1-1,0 0 1,0 1 0,0-1 0,0 2 0,15-2 0,-6 2-166,0 2 0,0 0 1,-1 1-1,1 1 0,-1 1 0,1 0 0,-1 1 0,0 0 0,-1 2 0,1 0 1,-1 0-1,-1 2 0,1 0 0,18 15 0,-6-2-49,0 2-1,-2 1 1,0 1-1,-2 1 1,38 56-1,-51-67-106,-1 0 0,0 0-1,-1 1 1,-1 1 0,-1-1 0,0 1-1,5 37 1,-9-41-9,-1 0-1,0 0 1,-1 0-1,-1 1 1,0-1 0,-1 0-1,-1 0 1,0 0-1,-1-1 1,0 1-1,-8 14 1,2-7-7,-2 0 0,0-1 1,-1-1-1,-1 0 0,-1 0 0,-30 27 1,-115 83 3,56-49 126,102-79-145,3-1 7,-1 0 0,0 0 0,1 0 1,-1 0-1,0 0 0,1 0 0,-1 1 0,0-1 0,0 0 0,1 0 0,-1 0 1,0 0-1,1 0 0,-1 1 0,0-1 0,0 0 0,0 0 0,1 1 0,-1-1 1,0 0-1,0 0 0,0 1 0,1-1 0,-1 0 0,0 1 0,0-1 0,0 0 1,0 0-1,0 1 0,0-1 0,0 0 0,0 1 0,0-1 0,0 0 0,0 1 1,0-1-1,0 0 0,0 1 0,0-1 0,0 0 0,0 1 0,0-1 0,0 0 1,0 0-1,-1 1 0,1-1 0,0 0 0,0 1 0,0-1 0,0 0 0,-1 0 1,1 1-1,0-1 0,0 0 0,-1 0 0,1 0 0,0 1 0,0-1 0,-1 0 1,1 0-1,0 0 0,-1 0 0,1 0 0,0 0 0,0 1 0,-1-1 0,1 0 1,0 0-1,-1 0 0,1 0-3,9 2-109,0 1 0,0-2 1,0 1-1,0-1 0,0 0 0,0-1 1,0 0-1,18-3 0,17-8-256,0-1 0,-1-3 0,56-26 0,117-72-553,-64 31 419,-148 79 523,0 1 1,0 0 0,0 0 0,1 0 0,-1 1 0,1-1-1,-1 1 1,1 0 0,-1 0 0,1 1 0,6-1 0,-9 2-5,1 0 1,-1 0 0,1 0 0,-1 0 0,0 1 0,0-1 0,1 0 0,-1 1 0,0 0 0,0 0 0,-1-1 0,1 1 0,0 0 0,-1 0 0,1 0 0,-1 1 0,1-1-1,-1 0 1,0 1 0,0-1 0,1 3 0,5 12 42,2-1-1,0 0 1,0-1 0,2 0-1,0-1 1,20 21-1,-21-26-41,1 0 0,-1-1 0,1 0 0,1-1 0,-1-1 0,1 0 0,0 0 0,1-1-1,24 7 1,-13-6 2,-1-1 0,1-1-1,0-1 1,1-1 0,-1-2-1,0 0 1,0-1 0,1-1-1,-1-2 1,0 0 0,25-9-1,-43 11 2,-1 0 0,0 0 0,-1-1 0,1 1-1,0-1 1,-1 0 0,6-5 0,-8 6-8,0 0 1,0 0-1,-1 0 1,1 0-1,-1 0 0,1 0 1,-1-1-1,0 1 1,0 0-1,0-1 0,0 1 1,0-1-1,-1 1 1,1-1-1,-1 0 1,1 1-1,-1-5 0,-1-5 2,-1-1 0,0 1 0,-1-1 0,0 1 0,-1 0 0,0 0 0,-1 0 0,0 1 0,-1-1 0,0 1 0,-1 1 0,-9-13 0,-4-3-271,-2 1 0,-1 1-1,-37-31 1,41 39-261,-1 2-1,0 0 1,-25-12-1,32 20-453,1 0-1,-1 1 1,0 0-1,0 1 1,-1 1 0,1 0-1,-15-1 1,6 5-3716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07.0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202 1 7785,'8'31'2119,"-6"-25"-1629,0 1 0,0-1 0,-1 0 0,1 1 0,-2-1-1,1 1 1,-1 0 0,0-1 0,-1 9 0,-23 100 2381,-70 195 0,65-219-2475,4 1 0,-13 101 0,34-175-520,2 0 0,0 1 0,2-1 0,2 37 0,-1-50-177,0 1 1,0-1-1,1 0 1,-1 0 0,1 0-1,1 0 1,-1 0-1,1-1 1,3 7 0,-3-8-278,0 0 1,0 0 0,0 0 0,0-1-1,0 1 1,1-1 0,-1 1-1,1-1 1,-1 0 0,1 0 0,0-1-1,0 1 1,5 1 0,20 3-6466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07.1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87 8873,'-12'-40'1996,"24"25"1376,-2 4-2008,0-1 1369,5 7-2341,1 2-496,0 6-1008,3 2-693,3 7-2775,13 11-3565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07.5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655 20 12073,'16'-20'7881,"-20"21"-6985,-5 0-727,1 1-1,0 0 1,0 1 0,0 0-1,0 1 1,0-1 0,-9 7-1,-54 40 357,38-26-287,8-5-116,0 0 0,1 1 0,1 2 0,1 0 0,-35 48 0,48-57-104,0 0 1,1 1 0,1 1-1,0-1 1,1 1 0,1 0 0,0 0-1,1 1 1,1 0 0,0-1-1,1 1 1,1 0 0,0 0-1,2 18 1,13 61-28,-7-58-4,-1 0 0,-3 0 0,0 0 0,-4 48 0,-1-72-101,0 0 1,-1 0 0,0-1 0,-1 1 0,-1-1 0,0 1 0,0-1 0,-1-1 0,-1 1 0,0-1 0,0 0 0,-1-1-1,-1 0 1,0 0 0,0-1 0,-1 0 0,-15 11 0,6-6-591,-49 36-3510,22-23-2344,30-18-846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07.9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 8225,'6'-3'370,"0"-1"1,0 1 0,0 0 0,0 0-1,0 0 1,1 1 0,-1 0-1,1 0 1,0 1 0,12-1 0,-13 2-260,-1 0 0,1 1 0,-1 0 1,1 0-1,-1 0 0,0 1 1,1 0-1,-1 0 0,0 0 0,0 1 1,0 0-1,-1 0 0,7 4 1,-2 0-79,-1 0 1,0 1-1,0-1 0,-1 1 1,0 1-1,0-1 1,-1 1-1,0 1 1,0-1-1,-1 1 1,0 0-1,-1 0 1,0 0-1,-1 1 1,0-1-1,-1 1 1,0 0-1,1 12 1,-3 0-43,0 1 0,-1-1 0,-2 1 0,0-1 0,-1 0 0,-2 0 0,-10 29 0,-10 26 19,3 2-1,-13 85 1,32-136-74,1 0 0,1-1 0,1 1 0,1 0 0,2 0 0,1 0 0,1 0-1,2-1 1,13 42 0,-15-60 74,1 1-1,0-1 1,0 0-1,1 0 1,0-1-1,1 0 1,0 0 0,1 0-1,0-1 1,16 13-1,-20-18 97,1 1 0,0-1 0,0 0-1,0 0 1,0-1 0,1 0 0,-1 0 0,1 0 0,0 0-1,-1-1 1,1 0 0,0 0 0,0 0 0,0-1 0,-1 0-1,1 0 1,0-1 0,0 1 0,0-1 0,-1-1 0,1 1-1,11-5 1,14-10 479,-29 15-522,0 0 1,0-1-1,0 0 1,0 1-1,-1-1 1,1 0-1,-1 0 1,1 0-1,-1 0 1,0 0-1,0 0 1,0 0-1,0 0 1,0-1-1,0 1 1,0 0-1,-1-1 0,1-4 1,1-45 450,-2 49-460,-2-26 136,-2 1 0,0 0 0,-2 0 0,-10-28-1,-44-108-4401,49 138 2237,8 11-2166,8 1-2207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08.1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10029,'3'39'778,"1"0"701,-3-1 0,-2 40-1,-3 304 4856,7-299-5880,-2-14-70,4-1 0,22 117-1,-27-180-392,2 0 1,-1-1-1,0 1 0,1 0 1,0-1-1,0 1 0,1-1 1,-1 1-1,1-1 0,5 6 1,-6-8-167,0 0 0,0-1 0,1 1 0,-1-1 0,1 1 0,0-1 0,-1 0 0,1 0 0,0 0 0,-1-1 0,1 1 0,0 0 0,0-1 0,0 0 0,0 0 0,-1 0 0,1 0-1,0 0 1,5-2 0,22-8-3806,-12-2-1464,-5-3-1731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09.2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2206 4 4316,'-39'-1'622,"27"-1"-293,0 2 0,0 0-1,0 0 1,0 1-1,-19 4 1,21-1-59,0 0 1,1 1-1,-1 0 0,1 1 0,0 0 1,1 0-1,-1 0 0,1 1 1,1 1-1,-11 11 0,6-7 57,-32 35 444,2 2 1,2 1-1,-33 57 0,-91 176 1086,108-181-1334,-55 96 457,-462 804 1663,386-698-2269,-163 285 209,288-473-473,4 2 0,6 2 0,-65 228 0,108-316-101,3 1 0,0 0 0,3 0 0,0 0 0,2 0 1,2 0-1,6 47 0,-5-67-4,1 0 1,0 0-1,1 0 1,0-1-1,1 1 1,0-1 0,1 0-1,1 0 1,0-1-1,0 0 1,1 0-1,1-1 1,-1 0 0,2 0-1,-1-1 1,2 0-1,-1-1 1,1 0-1,0-1 1,23 12 0,-9-9-14,0-1 0,1-1 0,0-1 0,0-1 0,1-2 0,0 0 0,31-1 0,194-14-21,-206 7 29,60-5-15,227-11-97,-276 20 102,-1 3-1,1 2 1,104 23-1,-137-20-7,0 0-1,0 2 1,-1 1-1,0 0 1,-1 2 0,0 0-1,-1 2 1,-1 0-1,0 1 1,-1 2-1,-1 0 1,30 37 0,-24-22-263,0 1 1,-3 2 0,0 0 0,-3 1 0,-1 0 0,-2 2-1,13 49 1,-25-78 85,-1 0 0,0 0 0,0 0 0,-1 0 0,-1 1 0,1-1 0,-2 0 0,-1 14 0,0-16 23,0-1 1,0 0-1,-1-1 1,1 1 0,-1 0-1,-1-1 1,0 0 0,1 1-1,-2-1 1,1-1-1,-1 1 1,-9 8 0,-3 1-243,-1-1 0,0 0 0,-1-2 0,0 0 0,-41 17 0,-110 30-3310,141-50 2638,-64 21-2795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10.2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168 36 7685,'7'-3'980,"0"0"1,-1-1 0,0 0-1,0 0 1,0-1 0,9-8-1,-17 45 3395,-30 180 1780,7-44-4152,3-10-806,-40 312-623,6-2-8415,36-293-1400,18-102 454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10.4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1 209 8021,'28'-86'2156,"7"63"-520,0 3-224,3-3-172,4 6-244,-1 0-256,7 3-99,9 5-169,108 18-768,-105-1-589,0 9-531,-2 9-28,-8 3-444,-2 11-1472,-3 17-1681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10.5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64 6729,'-29'14'3304,"42"-8"-2096,19 5-256,12-11-176,17 0-584,15-8-548,22-4-356,7 1-288,6-9-472,7 0-1372,6-3-949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11.2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145 842 5028,'-1'-4'94,"-16"-38"2160,16 39-2030,-1 1-1,1 0 0,-1 0 0,0 0 0,0 0 0,0 0 0,0 1 1,0-1-1,0 0 0,0 1 0,-1-1 0,1 1 0,0 0 0,-4-1 1,4 2-41,0 1 1,-1 0-1,1 0 1,0 0-1,0 0 1,0 0-1,0 0 1,1 1-1,-1-1 1,0 1-1,0-1 1,1 1-1,-1 0 1,1 0-1,-2 3 1,-5 6 90,2 1 1,-1 0 0,2 1-1,0-1 1,0 1-1,1 0 1,-3 20-1,1-1 205,-3 66 0,10-62-395,1 0 0,2-1 1,2 1-1,1-1 1,22 63-1,-27-91-90,1 1-1,0-1 1,1 0-1,-1 0 1,1 0-1,1-1 1,-1 1-1,1-1 1,0 0-1,9 7 1,-10-10 2,0 0 0,0 0 1,0-1-1,1 0 0,-1 1 1,1-2-1,-1 1 1,1 0-1,0-1 0,0 0 1,-1 0-1,1-1 0,0 1 1,0-1-1,0 0 1,9-1-1,7-3 4,0-1 0,-1-1 0,1 0 0,29-15 1,5-1 2,5 3 38,0 2 1,1 3-1,1 3 1,0 2-1,1 3 0,0 3 1,70 5-1,-95 0 29,148 1 639,-180-4-676,-1 0 0,1 0 0,-1-1 0,0 0 0,1 0 0,-1-1 0,0 1 0,0-1 0,0 0 0,-1-1 0,1 1 0,-1-1 0,0 0 0,0 0 0,7-9 0,6-8 135,-1-2 0,13-24-1,-21 33-116,51-105 412,-37 70-263,-20 47-192,-1 1 0,0-1-1,0 0 1,0 0 0,-1 1-1,1-1 1,0 0-1,-1 0 1,1 0 0,-1 0-1,0 0 1,1 0 0,-1 0-1,0 0 1,0 0-1,0 0 1,-1 0 0,1 0-1,0 0 1,-1 0 0,1 0-1,-2-3 1,0 4-3,1 0 0,-1 0 0,1 0 0,-1 0 0,1 0 0,-1 1 0,1-1 0,-1 0 0,1 1 0,-1-1 0,0 1 0,0 0 0,1-1-1,-1 1 1,0 0 0,1 0 0,-1 0 0,0 0 0,-3 1 0,-8 2 8,0-1 0,1 2 0,-1 0 0,-22 10 1,-36 25-242,-68 50-1,136-87 141,-1 1-1,0 0 1,1 1-1,-1-1 1,1 1-1,0-1 1,-3 5-1,-3 4-185,10-12 242,-1 1 1,1-1 0,0 1 0,-1 0-1,1-1 1,0 1 0,-1-1-1,1 1 1,0-1 0,0 0 0,-1 1-1,1-1 1,0 0 0,0 1-1,0-1 1,1 0 0,-2 0 24,6 0-64,0 0 0,0 0 0,0-1 0,0 1 0,0-1 0,0-1 0,0 1 0,0-1 0,0 0 0,-1-1 0,10-4 0,-1 0-27,9-3 42,-1-1-1,0 0 1,-1-2-1,0-1 1,-1-1 0,-1 0-1,0-2 1,-1 0 0,-1-1-1,-1-1 1,26-37 0,-17 15 121,-2 0 0,-1-2 0,-3-1 0,-1 0 0,13-55 0,73-293 1542,-65 254-645,-39 137-944,0-1-1,0 1 0,1 0 0,-1 0 0,0 0 1,1-1-1,-1 1 0,1 0 0,-1 0 0,1 0 1,0 0-1,0 0 0,-1 0 0,1 0 0,0 0 1,0 0-1,0 1 0,0-1 0,0 0 0,0 0 1,0 1-1,0-1 0,0 1 0,0-1 0,1 1 1,-1-1-1,0 1 0,0 0 0,0 0 0,2-1 1,-1 2-3,-1-1 1,1 0 0,0 1-1,-1 0 1,1-1 0,-1 1-1,1 0 1,-1 0 0,1 0-1,-1 0 1,0 0 0,0 0-1,1 0 1,-1 0 0,0 0-1,0 1 1,0-1 0,0 0-1,0 1 1,1 1 0,6 15 45,0 1 0,0-1 0,-2 1 0,0 1 0,-2-1 0,4 26 0,4 127-100,-9-122-117,-3 2-195,-7 56 1,3-56-249,2 59-1,2-107 567,1-1 0,-1 1 0,0-1 0,1 1 0,0-1 0,0 0 0,0 1 0,0-1 0,4 6 0,-5-8 27,1 0-1,0 0 1,0 0-1,0 0 0,0-1 1,0 1-1,0 0 1,0-1-1,0 1 1,0 0-1,0-1 0,0 1 1,0-1-1,0 0 1,1 1-1,-1-1 1,0 0-1,0 0 0,0 0 1,1 0-1,-1 0 1,0 0-1,0 0 1,0 0-1,1 0 1,-1 0-1,0-1 0,0 1 1,0-1-1,2 0 1,20-9 34,0-1 0,-1-1 0,-1-1 0,26-21 0,15-9-7,-57 40-15,12-8 46,0 0-1,0 1 0,1 0 1,0 2-1,1 0 1,0 1-1,26-6 0,-41 12-63,-1 1 0,0-1 0,1 1 0,-1-1 0,0 1 0,1 0-1,-1 0 1,1 1 0,-1-1 0,0 1 0,1-1 0,-1 1 0,0 0-1,0 0 1,0 1 0,0-1 0,0 1 0,0-1 0,0 1 0,0 0-1,0 0 1,-1 0 0,1 1 0,-1-1 0,0 1 0,1-1 0,-1 1-1,-1 0 1,1-1 0,0 1 0,0 0 0,-1 0 0,0 1 0,0-1-1,0 0 1,1 6 0,0 0-371,-1 0 0,-1 1 0,1-1-1,-2 1 1,1-1 0,-1 1 0,-1-1-1,0 0 1,0 1 0,0-1 0,-8 16 0,-9 13-3856,0 1-2473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11.3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1 175 4740,'76'-92'1281,"-67"64"-377,4 13-400,-7 1 140,1-3 36,15 14-816,-3-3-628,-3 12-1500,16 14-341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11.9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413 29 10345,'-9'-5'459,"0"1"1,0 0-1,0 1 1,-1 0-1,1 0 1,-1 1-1,0 0 1,1 1-1,-1 0 1,0 0-1,0 1 1,0 1-1,-14 1 0,16 0-315,0 0 0,1 0 0,-1 0 0,1 1-1,0 0 1,0 0 0,0 1 0,0 0 0,1 0-1,-1 1 1,1 0 0,0 0 0,0 0 0,1 1-1,0-1 1,0 2 0,-7 10 0,-3 10-316,2 1 0,1 1 0,1 0-1,-10 43 1,6-21-773,7-25 363,-2-1-1,-25 48 1,34-71 828,18 1-67,70 21-7,-42-10-1317,83 12 1,-97-21 119,0-2 0,1-1 0,-1-2 0,50-5-1,-58 3 578,-12 1 342,-1-1-1,1 1 1,-1-2-1,12-3 1,57-24 190,-64 22-28,0-1 0,0 0 0,0-1 0,-1 0 0,-1-1 0,0-1 0,0 0 0,-1-1 0,-1 0 0,14-19 0,29-32 17,-44 53-33,1 2 1,0 0-1,0 0 0,1 1 0,0 0 0,25-11 0,-25 13-32,-11 5 29,-1 0 1,1 1-1,0-1 1,0 1-1,0-1 1,0 1-1,0-1 1,0 1-1,0-1 1,0 1-1,0 0 1,0 0-1,0 0 1,0-1-1,0 1 1,0 0-1,0 0 1,0 0-1,0 0 1,0 1-1,0-1 1,0 0-1,0 0 1,0 1-1,0-1 1,0 0-1,0 1 1,0-1-1,1 2 1,-1-1 149,1 0 1,-1 0 0,0 0 0,0 1-1,0-1 1,0 0 0,0 1 0,0-1-1,-1 1 1,1-1 0,0 1 0,-1 0-1,1-1 1,-1 1 0,1 0 0,-1-1-1,0 1 1,0 3 0,1 4-340,1-9 213,-1 0 0,0 1 0,0-1 1,1 0-1,-1 0 0,0 1 0,1-1 1,-1 0-1,0 0 0,1-1 1,-1 1-1,0 0 0,0 0 0,1-1 1,1 0-1,-2 1 33,35-4 326,0 2 0,1 1 0,0 2 0,42 6 0,-30-2-1979,69-3 0,-20-7-4003,-40 5 435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12.2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89 5821,'0'0'5524,"13"-6"-3584,-1 1-32,14 2-259,21-6-209,14-2-220,21-1-332,20 1-184,28 2-252,26 1-268,25 2-548,9 0-740,13 4-532,4 4-540,-4 10-2657,-13 2-3800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13.0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166 1 10413,'-10'9'714,"0"0"0,0 1 0,1 0 0,1 0 0,0 1 0,0 0-1,1 1 1,0 0 0,1 0 0,-8 24 0,-2 12 539,-15 77-1,26-100-1094,-2 16-2,2 1 0,1-1 0,3 1 0,1-1 0,2 1 1,2 0-1,2-1 0,16 60 0,-19-90-175,1-1 0,0 0-1,0 0 1,1 0 0,1 0 0,-1-1 0,2 0-1,-1 0 1,1 0 0,0-1 0,1 0 0,0-1-1,0 1 1,1-2 0,0 1 0,0-1 0,0 0-1,18 7 1,-15-8 0,-1-1 0,2-1 0,-1 0 0,0 0 0,1-1 0,-1 0 0,1-1 0,-1-1 0,1 0 0,0-1 1,-1 0-1,1-1 0,-1 0 0,1-1 0,-1-1 0,12-4 0,-9 2 11,-1-1 1,0-1-1,0 0 1,-1-1-1,0 0 1,0-1 0,-1 0-1,-1-1 1,1 0-1,-2-1 1,0-1-1,0 1 1,-1-2-1,-1 1 1,0-1 0,-1 0-1,0-1 1,6-21-1,-7 16-1,-1-1-1,-1 1 0,-1-1 0,0 0 1,-2 0-1,0 0 0,-2 0 1,0-1-1,-2 1 0,0 1 0,-1-1 1,-1 0-1,-11-28 0,5 23-1,0 1 0,-2 0-1,-1 0 1,-1 2-1,-1 0 1,-25-27 0,29 37-86,0 0 0,-2 0 0,1 1 0,-2 1 0,1 0 0,-1 1 0,-1 1 1,0 1-1,0 0 0,-30-10 0,40 16-1,1 1 0,0 0 0,-1 0 0,1 1 1,-1-1-1,1 1 0,0 0 0,-1 0 0,1 1 0,-1 0 1,1 0-1,0 0 0,-1 1 0,1-1 0,0 1 0,0 0 0,0 1 1,0-1-1,-6 6 0,5-4-213,1 2 0,-1-1 0,1 0 0,0 1 0,1 0 1,-1 0-1,1 0 0,0 1 0,1 0 0,-1-1 0,1 1 0,1 1 0,-4 11 1,-4 43-3937,6 8-2437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13.9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146 15 5513,'-6'2'329,"-1"1"0,1 0 1,0 0-1,0 1 0,0 0 1,1 0-1,-1 0 0,1 1 1,0-1-1,0 2 0,1-1 1,-1 0-1,1 1 0,0-1 1,-4 10-1,0 1 137,1 0 0,0 0 0,1 1 0,0 0-1,-2 18 1,3-8-262,0 0 0,2 0 0,2 0 0,0 0 0,1 1 0,2-1 0,1 0 0,12 50 0,-10-61-226,0 0 0,1 0 0,1-1 0,0 0 0,1 0 0,0-1 0,2 0 0,-1 0 0,2-1-1,0 0 1,0-1 0,1 0 0,1-1 0,0 0 0,24 14 0,-25-18 45,0 0 0,1-2-1,-1 1 1,1-2 0,0 0 0,0 0 0,1-1 0,-1-1-1,1 0 1,0-1 0,-1 0 0,1-1 0,0-1-1,-1 0 1,1-1 0,-1 0 0,1-1 0,-1-1-1,0 0 1,0 0 0,-1-2 0,1 1 0,-1-2 0,0 0-1,-1 0 1,1-1 0,17-17 0,4-9 185,-2-3 0,-2 0 0,-1-2 0,32-61 0,-48 80-17,8-9-66,-18 26-61,-5 2-237,-1-1 1,0 1 0,0-1-1,-1 1 1,1 0-1,0 1 1,0-1 0,0 1-1,-1 0 1,1 0-1,0 0 1,0 0 0,0 1-1,-1 0 1,1 0-1,0 0 1,0 0 0,0 1-1,0-1 1,-5 4-1,-7 1-589,15-6 707,-1 1 0,1-1 0,-1 1 1,1 0-1,0-1 0,-1 1 0,1 0 0,0 0 0,0 0 1,0 0-1,0 0 0,0 0 0,0 0 0,0 0 1,0 0-1,0 0 0,0 1 0,0-1 0,1 0 1,-1 1-1,1-1 0,-1 1 0,1-1 0,-1 2 0,1 0 52,0-1 0,0 1 1,0 0-1,1-1 0,-1 1 0,1 0 0,-1-1 0,1 1 0,0-1 0,0 1 0,0-1 0,0 1 0,4 4 0,4 6 25,0 1 0,1-1 1,0 0-1,1-1 0,1-1 1,0 0-1,0 0 0,1-1 1,0 0-1,1-2 0,0 1 1,1-2-1,22 10 0,-31-15-28,-1 0-1,0-1 1,1 1-1,-1-1 0,1 0 1,0 0-1,-1-1 1,1 0-1,0 0 0,0 0 1,-1-1-1,1 1 0,-1-1 1,1-1-1,-1 1 1,1-1-1,-1 0 0,0 0 1,1-1-1,-1 1 1,0-1-1,4-3 0,-3 0 22,1 0 0,-1 1-1,-1-2 1,1 1-1,-1-1 1,0 0 0,-1 0-1,1 0 1,-1 0 0,-1-1-1,0 0 1,0 0-1,0 0 1,1-9 0,4-18 64,1-10 25,2 1 0,1 0 0,25-53 0,-17 55 458,3 1 1,55-76-1,-53 94 73,-22 24-567,35 1 146,-38-2-213,1 1 1,0-1-1,-1 0 1,1 1 0,-1-1-1,1 1 1,-1-1-1,0 0 1,1 1-1,-1-1 1,1 1 0,-1-1-1,0 1 1,1 0-1,-1-1 1,0 1-1,0-1 1,1 1 0,-1-1-1,0 1 1,0 1-1,0-1 2,1 0-1,-1 0 1,0 0-1,1 0 1,-1 0-1,0-1 1,1 1-1,-1 0 1,1 0-1,-1 0 1,1 0 0,0-1-1,-1 1 1,1 0-1,0-1 1,0 1-1,-1 0 1,1-1-1,0 1 1,0-1-1,1 1 1,71 5-228,-70-6 198,29-3-108,-11 1 229,-1 0-1,1-1 1,-1-1 0,32-10 0,-25 6 340,47-7 1,-17 11 8,-55 4-427,0 1 1,0-1-1,0 1 1,-1-1 0,1 1-1,0 0 1,0-1-1,-1 1 1,1 0-1,0 0 1,-1 0-1,1 1 1,-1-1-1,1 0 1,-1 0 0,0 1-1,0-1 1,1 1-1,-1-1 1,0 1-1,0 0 1,0-1-1,-1 1 1,1 0-1,0 0 1,0 3 0,1 7-6,-1 1 1,0 0 0,-1 0 0,-1 0 0,0 0 0,-3 18 0,3-28-98,2-1-29,-1 0 109,1-1 1,-1 0 0,1 0 0,-1 0 0,1 0 0,-1 0 0,1 0 0,-1 1 0,1-1 0,0 0 0,0-1 0,0 1 0,0 0 0,-1 0 0,1 0 0,0 0 0,0-1 0,0 1 0,1 0 0,-1-1 0,0 1 0,0-1 0,0 0 0,0 1 0,1-1 0,-1 0 0,1 1 0,3-2-4,-1 0 0,1 0 0,-1-1 0,0 1 0,1-1 0,-1 0 0,6-4 0,-2 1-10,1 1 0,1 0 0,-1 0 0,0 1 0,1 1 1,0-1-1,0 1 0,-1 1 0,1 0 0,0 0 0,0 1 0,12 1 0,-20 0-19,-1 0 0,1-1-1,0 1 1,0 0 0,0 0-1,-1 0 1,1 0 0,0 0-1,-1 0 1,1 1 0,-1-1-1,0 0 1,1 1 0,-1-1-1,0 1 1,0-1 0,0 1-1,0 0 1,0 0 0,0-1-1,0 1 1,-1 0 0,1 0-1,-1 0 1,1 0 0,-1 3-1,1 4-196,0 0-1,-1 0 1,-1 0-1,-1 12 0,1-18 189,-2 16-650,-1 0 0,-1 0 0,-1-1 0,-1 1 0,-9 17 0,-1 4-2569,6-8-199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14.6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908 175 4020,'0'0'1089,"-9"-25"2815,12-35-1303,-4 51-1919,1-1-1,0 1 1,1 0 0,0 0 0,1-1 0,-1 1 0,6-15 0,-84 229 4552,-182 448 776,52-105-4479,50-141-3240,1 8-4968,117-307 3253,26-43-2524,8-14-3154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14.8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1 10077,'-1'9'719,"0"1"-1,1 0 1,1 0 0,-1 0-1,2 0 1,-1-1 0,6 17 0,-2-3 138,-2-16-655,-1 1 0,1-1 0,0 0 1,1 1-1,0-2 0,0 1 1,0 0-1,1-1 0,0 0 0,0 0 1,0 0-1,1 0 0,11 7 0,9 6 227,2-1 0,31 15 1,-55-31-411,86 44 581,99 33 0,105 24-201,-223-80-387,1042 300-4658,-357-147-3855,-489-118 2199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14.9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1055 52 7917,'-165'-46'2296,"117"40"-304,-9 9-92,0 9-188,-4 8-279,1 3-273,-4 8-292,-2 9-176,2 11-136,4 4-180,-7 2-568,-3 9-676,1 2-1072,-4 6-3385,0 1-4268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15.7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72 8653,'0'-59'2577,"0"47"3067,1 15-4106,15 167 3549,-1-16-3578,-4-64-1258,4 0-1,52 169 1,59 61-3558,-45-169-783,-52-105 14,42 50-1,-27-44-3149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16.2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395 30 10565,'-19'-20'3148,"20"20"-3008,0-1-1,1 0 1,-1 1-1,1-1 1,-1 1-1,0-1 1,1 1 0,-1 0-1,1 0 1,0-1-1,-1 1 1,3 1-1,3-2 152,58-3 256,0 3-1,0 3 1,74 11 0,-38-2-414,2704 190-939,-1234-141 371,4-45-455,-1470-16 830,25 0-132,133 16 1,-241-12 169,0 0 0,0 1 0,0 2 0,28 10-1,-45-14 17,1 1-1,0 0 1,-1 0-1,0 1 0,0-1 1,0 1-1,0 0 0,6 8 1,-8-9 2,-1 0 0,0 0 0,0 0 0,0 1 0,0-1 0,-1 1 0,1-1 0,-1 1 0,0-1 0,0 1 0,0 0 0,-1 0 0,1-1 0,-1 1 0,0 5 0,-1 0 8,-1 1 1,0 0-1,0-1 0,-1 1 1,0-1-1,-1 0 1,0 0-1,0 0 0,-1 0 1,-7 9-1,-10 14 141,-34 35 1,42-50-103,-77 87 254,-160 200 667,216-254-868,1 1 0,3 2 0,2 0 0,-31 84 0,32-46 18,-27 148 1,28-108-189,22-110 57,0 0 1,-1 0 0,-2-1-1,0 0 1,-12 22 0,13-31-35,0-1 0,0 0 0,-1 0 0,0-1 0,-1 0 0,0 0 0,0-1 0,-1 0 0,0-1 0,-15 9 1,1-4-94,-1-1 0,0-1 1,0-1-1,-1-1 0,-30 4 1,-141 16-593,139-22 543,-1084 83-1646,766-67 1592,-74 8 56,-1874 102-1017,927-168-2951,1169 16 2040,18 0-293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33.9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270 152 5925,'-9'-9'921,"9"5"-52,18 3 983,-8 1-963,-8-2-614,0 1 0,-1-1-1,1 0 1,-1 1 0,1-1-1,-1 0 1,0 0 0,0 0 0,0 0-1,0 0 1,0-1 0,0 1-1,-1 0 1,1-2 0,31-99 5490,-31 100-5392,0 8 19,-1 27-177,0 0-1,-3 0 1,0 0 0,-2-1-1,-13 45 1,-1 15-25,-114 484-842,38-183-4518,64-260-124,-2-5-3191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34.5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2077 702 4368,'17'-25'736,"1"0"0,2 2-1,0 0 1,1 2 0,2 0 0,33-24-1,160-95 492,-168 111-1138,55-30-82,3 5 0,1 4 0,3 5 0,2 5 0,214-47 0,-303 82-6,-1 1-1,1 1 0,0 2 0,0 0 0,0 1 1,42 6-1,-58-5 19,0 1-1,0-1 1,0 1 0,0 1 0,-1-1 0,1 1-1,-1 1 1,0-1 0,0 1 0,0 0 0,0 0 0,-1 0-1,0 1 1,0 0 0,0 0 0,0 1 0,-1-1-1,0 1 1,0 0 0,0 0 0,-1 0 0,0 1-1,0-1 1,-1 1 0,1-1 0,1 11 0,0 8 88,-1 0 0,-1 0 0,-1 0 1,-1 0-1,-1 0 0,-6 35 0,-41 153 492,30-143-431,-88 316 478,-67 312 290,147-522-750,7 0 0,6 248 0,51 235 8,-36-642-201,3 23-68,-2 0-1,-2 44 1,-1-73 41,-1 1-1,-1 0 0,0 0 1,-1-1-1,0 1 1,0-1-1,-2 0 1,1 0-1,-1-1 0,-1 1 1,-11 15-1,11-19 25,0-1 0,0 0 0,-1 0 0,0-1 0,0 1 0,-1-2 0,0 1 0,1-1-1,-1 0 1,-17 5 0,-3 0-8,-1-2 1,-30 4-1,-12-4 33,-1-3 1,-1-4 0,-76-9-1,89 5 54,-505-53 286,1-27 229,-467-51-1165,586 117-2974,374 19-921,67-1 577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35.4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 81 7365,'5'-24'833,"0"-30"2233,-5 52-272,1 4-1699,1 6-849,0 0 0,0 0-1,-1 0 1,0 1-1,0-1 1,-1 0 0,0 0-1,0 0 1,-2 10-1,-4 13 168,-10 33 1,1-5 5,-36 153 407,21-98-1768,-18 139 0,31-69-2167,11-60-1962,6-33-1562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35.7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60 3092,'22'-23'1236,"-3"18"-700,-3-1 149,-9-6-2858,2-2 1781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36.0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23 523 4704,'1'-4'340,"1"0"-1,-1 0 0,0 0 0,0 0 0,-1 0 0,1 0 0,-1-1 1,0 1-1,0 0 0,0 0 0,-1 0 0,1-1 0,-1 1 1,-2-6-1,1 4-211,2 3 868,-1 6-848,-10 18 90,10-19-80,-2 12 262,-3 35 1343,6-46 1268,15-16-2203,-13 12-797,0-1 1,0 1-1,0-1 0,0 1 1,0-1-1,0 0 1,-1 0-1,1 0 1,-1 0-1,1 0 1,-1 0-1,2-4 1,41-100 469,30-116-1,-22 64-383,-47 147-123,-2 11 30,0 22 29,-6 14 36,-12 68 1,5-43-54,-13 80 16,-17 144-591,36-242-525,3 0 0,1 0 0,3 0 0,11 67 0,-10-95-311,0-1 1,11 27-1,17 20-5025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36.2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 5084,'-19'9'1669,"16"11"-1317,3 0-796,-9-9-1513,2 3 237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37.1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2530 100 4092,'-30'-15'637,"-1"0"0,0 2 0,-1 1-1,-50-12 1,43 16-225,0 2 0,-1 2 0,1 2 1,-1 1-1,0 2 0,-39 6 0,26 2 9,1 2 0,1 2 0,-99 40-1,59-11 216,1 3-1,3 5 1,-135 100-1,74-32 249,-135 138 0,168-140-456,-177 231 0,233-265-326,5 2-1,3 3 1,3 2 0,-39 105-1,71-151-75,2 0-1,2 1 0,2 0 0,1 1 1,3 0-1,1 0 0,3 0 1,4 63-1,0-86-18,1 0 1,0 0-1,2 0 1,1-1-1,0 0 1,2 0-1,0 0 0,2-1 1,0 0-1,1-1 1,1-1-1,0 1 1,2-2-1,0 0 1,1 0-1,1-2 1,0 0-1,1 0 0,20 12 1,-14-12-23,1-2 0,1-1 0,0 0 0,0-2 0,1-1 0,1-1 0,28 5 0,-17-7 25,1-2 0,0-1 0,0-2-1,56-5 1,-23-6 2,0-3 0,-1-3 0,0-3 0,128-55 0,-55 7-38,-4-7 0,-4-5 0,169-130 0,61-94-86,-304 243 82,-3-3 1,-3-2-1,71-108 0,-107 142 24,-2 0-1,-1-1 1,-2-1 0,-1-1 0,-2 0-1,-1-1 1,-2 0 0,8-54 0,-15 73 2,-1 0-1,-1 0 1,0-1 0,-1 1 0,0 0 0,-2 0-1,0 0 1,-1 0 0,0 0 0,-1 0 0,-1 1 0,0 0-1,-1 1 1,-1-1 0,-1 1 0,0 1 0,0-1-1,-1 1 1,-1 1 0,-23-21 0,14 17-30,-2 1 1,0 1-1,0 1 1,-1 2-1,-1 0 0,0 1 1,0 1-1,-1 1 1,0 2-1,0 0 1,-1 1-1,1 2 0,-37 0 1,6 3-567,0 2 1,1 3-1,-1 2 1,1 3-1,-64 19 1,-63 28-4702,107-26 248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37.7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9 698 5533,'1'-3'242,"0"1"1,-1-1-1,0 1 1,0 0-1,1-1 1,-1 1-1,-1-1 1,1 1-1,0-1 1,-1 1-1,1 0 1,-1-1-1,0 1 1,-1-3-1,1 3-27,0-1 0,1 1 0,-1-1 0,0 1 0,1-1 0,-1 1 0,1-1 0,0 1 0,0-1 0,0 1 0,0-1 0,1 1 0,-1-1 0,0 1 0,1-1 0,0 1 0,0-1 0,1-2 0,8-13 188,1 0 0,0 1-1,1 0 1,1 0 0,1 2 0,0 0-1,1 0 1,1 1 0,0 1-1,1 1 1,32-18 0,13-3-93,1 3 0,79-27 0,20 3-917,1 6 0,182-29 0,-311 71 389,435-66-3268,-389 64 2576,129-10-3708,-86 13-363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38.0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101 661 6165,'-6'0'408,"-1"0"1,1 0 0,-1-1 0,0 0 0,1 0 0,-1 0 0,1-1 0,-11-4 0,15 5-215,-1-1 1,1 0-1,0 1 1,0-1-1,0 0 1,0 0-1,0 0 1,1 0-1,-1 0 1,1 0-1,-1-1 1,1 1-1,0 0 1,-1-1-1,1 1 1,1-1-1,-1 0 1,0 1-1,1-1 1,-1 0-1,1 1 1,0-1-1,0 0 1,0-4-1,1-2 24,0-1 0,0 1-1,1 0 1,1 0 0,-1 0 0,2 1-1,-1-1 1,1 1 0,0-1-1,1 1 1,0 1 0,0-1 0,0 1-1,1 0 1,1 0 0,-1 0-1,9-6 1,14-11 144,0 2 0,61-35 0,-33 26-487,1 3 0,1 3 1,76-23-1,193-38-2390,-282 75 2042,-6 2 46,256-57-5696,-130 39-568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38.2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0 378 7789,'22'-40'1772,"4"-3"-140,-4 17-244,3 3-216,7-5-136,3-1-248,3 3-164,10 1-279,6-1-393,16-3-437,19 6-531,6 3-440,13 0-2464,12 0-2717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39.4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3 3572,'22'-3'656,"-9"17"1021,-32-11-1909,0 3-29,-7 0-383,4-1-740,6-2 984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39.7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15 4060,'-35'-14'3429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40.5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204 1 5168,'-22'114'1517,"22"-66"-165,-6 1-216,-4-3-124,-3-1-268,-6 4-144,-6 5-196,-1 6-628,-2-5-604,-1-1-2396,4 3-1449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40.8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1 681 3060,'26'19'757,"-20"-15"1669,9-19-1270,43-46-233,-25 28-590,51-68-1,195-317-600,-229 344-185,-49 73 320,14 21-313,-14-17 398,0 0 0,-1 1-1,1-1 1,-1 1 0,1 0-1,-1-1 1,0 1 0,-1-1-1,1 1 1,0-1-1,-1 1 1,0-1 0,0 1-1,0-1 1,0 0 0,-1 1-1,-1 2 1,-6 12-640,-23 32 0,11-19-413,-10 25-255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41.1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4 3756,'0'0'4110,"-2"2"-4102,0-1 0,0 1 0,0 0-1,-1 0 1,1-1 0,0 1 0,-1-1 0,-5 2 0,7-3 9,-6-1-692,-1 0-1,0 0 0,0-1 0,-10-4 1,6-2-917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4:59:59.8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1 13329,'4'14'1108,"-1"0"0,-1 0-1,0 0 1,0 0 0,-2 1 0,-1 17-1,-14 89 1908,2-29-1481,0 33-404,1-19-806,3 204-1,14-216-1689,4 60-2395,2-51-6024,-5-68 272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0.1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26 12593,'-34'-21'3355,"27"17"4577,29 12-3501,-3 1-3374,131 27 761,38 12-237,-89-16-1633,181 87-1,-234-94 13,-1 1-1,-1 2 0,-1 2 1,-2 2-1,67 67 0,-95-85 1,0 1-1,-1 0 0,-1 0 0,0 1 1,-2 1-1,0 0 0,0 0 1,-2 1-1,0 0 0,-1 0 0,-1 0 1,0 1-1,-2 0 0,0 0 0,-1 0 1,-1 0-1,-1 0 0,0 1 1,-2-1-1,0 0 0,-1 0 0,-1-1 1,-1 1-1,-10 26 0,0-9 1,-1-1 0,-2-1 0,-2 0 0,-1-2 0,-1 0 0,-2-1 0,-38 38 0,-25 13-293,-103 76 0,97-84-2123,-84 87 1,168-152 1552,-17 20-922,18-13-1374,7 1-3405,4 0-3384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0.4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813 15 13889,'-3'-2'951,"-13"-10"6086,16 13-6875,-1 1-1,0-1 0,1 1 1,-1-1-1,0 1 0,0-1 1,0 1-1,0-1 1,0 0-1,0 1 0,-1-1 1,-1 1-1,-2 4 162,-235 220 2552,102-103-2457,58-48-399,-205 211-2078,279-279 1988,-15 21-218,20-27 267,1 0 0,-1 0 1,1 0-1,-1 0 0,1 1 0,-1-1 0,1 0 0,0 0 0,0 0 0,-1 0 1,1 1-1,0-1 0,0 0 0,0 0 0,0 0 0,1 1 0,-1-1 0,0 0 1,0 0-1,1 0 0,-1 0 0,1 0 0,-1 1 0,1 0 0,0-1 11,1 0-1,-1 0 1,0 0-1,0-1 1,1 1-1,-1 0 1,0-1-1,1 1 0,-1-1 1,1 1-1,-1-1 1,1 1-1,-1-1 1,1 0-1,-1 0 1,1 0-1,-1 0 1,1 0-1,-1 0 1,1 0-1,-1-1 1,1 1-1,-1 0 1,0-1-1,1 1 0,-1-1 1,1 0-1,-1 1 1,2-2-1,5-1-23,30-12 33,-1-1 0,66-41 0,-42 21 57,8-4 74,-40 22-3,1 1 0,1 1 0,0 1 0,38-11 0,-64 24-99,0 1 1,1 1-1,-1-1 1,0 1-1,0-1 0,1 2 1,-1-1-1,0 1 1,0-1-1,1 1 0,-1 1 1,0-1-1,0 1 1,0 0-1,0 0 0,-1 0 1,6 4-1,5 4-247,0 1 0,-1 1 0,21 21-1,17 14-2096,-42-40 1044,1 1-1,20 10 1,11-4-5201,3-7-2614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0.6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1 11801,'-9'14'1912,"-1"3"-232,10 9-275,0 14-253,-3-23-292,0 23-140,3 26-172,0-15-276,-3 1-460,3 2-700,0 0-528,-3-5-573,-4 2-2647,4 4-3613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0.9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5 481 8773,'-2'-14'405,"1"9"-204,0 1-1,1-1 1,-1 0-1,1 0 0,0 1 1,0-1-1,1 0 0,-1 0 1,1 0-1,0 1 1,0-1-1,1 0 0,-1 1 1,1-1-1,0 1 0,0 0 1,6-8-1,6-3 514,0 0 0,1 2 0,1-1-1,0 2 1,1 0 0,0 1 0,24-11 0,137-51 463,-140 59-918,306-99 483,-299 95-702,-16 6 82,1 1 0,42-9 1,-70 20-97,15 29 31,-15-21-44,0 0-1,-1 0 1,0 1 0,0 11-1,1 10 24,-1-20-28,1 0-1,1 0 1,-1 0 0,2 0 0,-1-1 0,1 1 0,1-1 0,0 0 0,0 0 0,8 10 0,-9-15 103,0 1 1,0-1-1,0 1 0,0-1 1,1-1-1,0 1 1,0 0-1,0-1 0,0 0 1,0-1-1,0 1 0,1-1 1,0 0-1,-1 0 1,1 0-1,0-1 0,0 0 1,0 0-1,6-1 0,18 2 544,0 1-1,53 13 1,-56-10-2302,-1-1 1,1-1-1,1-1 0,33-2 1,-6-4-3858,-6-2-3316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1.0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35 5733,'-6'-6'1888,"22"3"2756,-4-2-3696,4-4-168,0 3-2740,0 1-1568,-3 13-1993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1.6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117 52 14221,'-1'-2'274,"-1"0"1,1 0-1,0 1 0,-1-1 0,1 0 0,0-1 0,0 1 0,0 0 1,1 0-1,-1 0 0,0-5 0,1 6-45,0 0 1,1-1-1,-1 1 1,1 0-1,0 0 1,-1 0-1,1-1 1,0 1-1,0 0 0,-1 0 1,1 0-1,0 1 1,0-1-1,0 0 1,0 0-1,1 0 1,-1 1-1,0-1 0,0 0 1,0 1-1,5-3 4195,0 27-789,-3-7-3383,-1 1 0,-1-1 0,0 1 0,-3 26 0,-14 75 659,4-43-703,5-20-208,-28 169 0,11-109-3245,4 1 1,-3 121-1,23-185-4277,8-10-5005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2.2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0 272 14073,'34'4'581,"-2"0"461,-1-1 0,52-3 0,204-26 2848,142-39-2951,-414 62-918,21-2-351,1 2-1,0 1 1,-1 2 0,1 2 0,0 1-1,0 2 1,-1 1 0,0 2-1,43 15 1,-57-16 375,1-2-1,0 0 1,0-1 0,0-2-1,0 0 1,0-2 0,0 0-1,0-1 1,38-8 0,-58 8 119,0 1 0,-1-1 0,1 0 0,0-1 0,-1 1 0,1-1 0,-1 1 0,1-1 0,-1 0 0,1 1 0,-1-1 0,0-1 0,0 1 0,0 0 0,0 0-1,1-4 1,1-1 848,0-1 0,-1 1 0,-1 0 0,4-11-1,1-5-130,9 46 66,-9-6-861,-1 0-1,-1 0 1,-1 0-1,0 1 1,2 34-1,-3 91 131,-5-93-282,-1 1-1,-3-1 1,-2-1-1,-3 1 0,-1-2 1,-3 1-1,-1-2 0,-3 0 1,-2-1-1,-1-1 1,-3-1-1,-2-1 0,-52 65 1,35-56-107,-81 74 1,92-104-11,33-22 180,0-1 1,0 1-1,0 0 0,0 0 0,0 0 0,0 0 1,0 0-1,0 0 0,0 0 0,0 0 1,0 0-1,0 0 0,0 0 0,1 0 0,-1-1 1,0 1-1,0 0 0,0 0 0,0 0 0,0 0 1,0 0-1,0 0 0,0 0 0,0 0 0,0 0 1,0-1-1,0 1 0,0 0 0,0 0 1,0 0-1,0 0 0,0 0 0,0 0 0,0 0 1,-1 0-1,1 0 0,0 0 0,0-1 0,0 1 1,0 0-1,0 0 0,0 0 0,0 0 0,0 0 1,0 0-1,0 0 0,0 0 0,0 0 0,0 0 1,0 0-1,-1 0 0,1 0 0,0 0 1,0 0-1,0 0 0,0 0 0,0 0 0,0 0 1,0 0-1,-1 0 0,19-18-191,452-443-3441,85-270 2804,-549 723 853,102-133 453,-108 140-434,0 1 0,1-1 0,-1 1 0,0 0 0,1-1 0,-1 1 0,0-1 1,1 1-1,-1 0 0,1-1 0,-1 1 0,0 0 0,1-1 0,-1 1 0,1 0 0,-1 0 1,1-1-1,-1 1 0,1 0 0,-1 0 0,1 0 0,0 0 0,-1 0 0,1 0 1,-1 0-1,1 0 0,-1 0 0,1 0 0,-1 0 0,1 0 0,0 0 0,7 16 535,-6 27-64,-5-9-140,-1-1 0,-14 50 0,4-20-89,-45 215 304,18-34-2416,18-91-669,-2-12-3027,25-138 4807,0 0 0,0 0 0,0 1 0,0-1 0,0 0 0,1 0 0,-1 0 0,1 0 0,0 0 0,1 3 0,2 8-7321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2.6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 9261,'35'-6'972,"-21"2"57,1 1-1,0 1 0,17 0 1,-28 2-908,-1 0 0,0 0 1,0 0-1,0 1 0,0-1 1,0 1-1,-1 0 1,1 0-1,0 0 0,0 0 1,0 0-1,-1 1 0,1-1 1,0 1-1,-1 0 1,0 0-1,1 0 0,-1 0 1,2 2-1,-1 0-7,-1 0 1,0-1-1,0 1 0,0 0 0,0 0 1,-1 0-1,1 1 0,-1-1 0,0 0 1,-1 0-1,1 1 0,-1-1 0,0 8 1,-1-2 22,0 0 0,-1 0 0,-1 0 0,0 0 0,0 0 1,-1 0-1,-9 18 0,7-16 16,0 1 1,1 0-1,-5 18 1,9-27-113,1 1 0,-1-1 1,1 0-1,0 0 0,0 1 0,0-1 0,0 0 1,1 0-1,0 1 0,0-1 0,0 0 1,0 0-1,0 0 0,1 0 0,2 4 1,-2-5-29,1 0 1,0 0 0,-1 0 0,1 0 0,0-1-1,0 1 1,1-1 0,-1 0 0,0 0 0,1 0-1,-1 0 1,1 0 0,0-1 0,0 0 0,-1 0-1,1 0 1,0 0 0,0 0 0,6-1 0,8 2 31,1-2 0,29-2 0,-37 1-29,1-1-1,-1 0 1,1-1-1,-1 0 1,0-1 0,0 0-1,0 0 1,-1-1 0,0-1-1,0 0 1,0 0-1,0-1 1,-1 0 0,0-1-1,-1 0 1,9-10 0,-1-2 143,-1 0 0,-2-1 0,0-1 0,0 0 0,-2-1 0,11-33 0,-20 50-59,-1 0 0,0 1 0,0-1 0,0 0 1,0 0-1,-2-11 0,1 8 37,0 8-118,0 0 0,1 1 0,-1-1 0,0 0 0,0 0 0,0 0 0,1 0 0,-1 0 0,0 0 0,1 0 0,-1 1 0,1-1 0,-1 0 0,1 0 0,-1 1 0,1-1 0,0 0 0,-1 1 0,1-1 0,0 0 0,0 1 0,-1-1 0,1 1 0,0-1 0,0 1 0,0 0 0,0-1 0,-1 1 0,1 0 0,0 0 0,0-1 0,0 1 0,0 0 0,0 0 0,0 0 0,0 0 0,0 0 0,0 0 0,0 1 0,-1-1 0,1 0 0,0 0 0,0 1 0,0-1 0,0 0 0,1 1 0,4 4 41,1 0 1,-1 1-1,0 0 1,0 0 0,-1 0-1,0 0 1,0 1 0,0 0-1,-1 0 1,7 14-1,2 1 25,-2-1-3,0 0 1,-1 1-1,-1 0 1,-1 0-1,-1 1 1,-1 0-1,-1 1 1,-1-1-1,-1 1 1,0 43-1,-3-47-50,-2 0 0,0 0 0,-2 0 0,0 0 0,-1-1 0,-1 1 0,-1-1 0,0 0 0,-2-1 0,0 0 0,-1 0 0,-1-1 0,-13 16 0,1-4-76,-2-1 0,-43 38-1,55-56-587,0 0-1,-29 16 0,32-21-372,0-1-1,1 0 1,-1 0-1,-1-1 0,-15 3 1,42-20-14319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2.8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46 14017,'-34'-41'3335,"34"41"-3258,0 0 1,0 0-1,0 0 0,0 0 0,1 0 0,-1 0 1,0 0-1,0 0 0,0 0 0,0 0 0,0 0 1,0 0-1,0 0 0,0 0 0,0 0 1,1 0-1,-1 0 0,0 0 0,0 0 0,0 0 1,0 0-1,0 0 0,0 0 0,0 0 0,0 0 1,0-1-1,0 1 0,0 0 0,0 0 0,0 0 1,1 0-1,-1 0 0,0 0 0,0 0 0,0 0 1,0 0-1,0-1 0,0 1 0,0 0 0,0 0 1,0 0-1,0 0 0,0 0 0,0 0 0,0 0 1,0 0-1,0-1 0,0 1 0,-1 0 0,1 0 1,0 0-1,0 0 0,0 0 0,0 0 0,0 0 1,0 0-1,0 0 0,0 0 0,0-1 0,12 4 571,-7-1 161,16 1 204,-1-1 1,0 0-1,0-2 0,1 0 1,23-4-1,-2 1-186,641-3 1440,-508 9-2115,817 28-4763,-458-11 1964,-373-17-1003,-93-3-4634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3.5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213 1 16309,'1'3'3138,"4"17"-722,-1 0 0,2 28-1,-4-19-704,-2 1 0,-6 51-1,-19 56-1256,-55 179-1,23-107-419,52-189-53,-36 165-1660,34-146 718,2 0 1,1 70-1,4-102 276,0 0-1,1-1 1,-1 1-1,2-1 1,-1 1-1,1-1 1,0 1-1,4 9 1,-4-13-201,0 1 0,1-1-1,-1 1 1,1-1 0,0 0 0,0 0 0,0 0 0,6 4 0,22 11-10173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3.8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1 16137,'-6'12'510,"2"-5"-90,1 1 0,0-1-1,0 1 1,-2 11 0,5-15-188,0-1 1,0 1-1,0 0 0,0-1 0,0 1 0,1 0 0,-1-1 1,1 1-1,0 0 0,0-1 0,1 1 0,-1-1 1,3 4-1,-1-1 191,22 43 2539,1 0 1,57 75-1,-78-118-2906,38 48 412,2-2 0,65 58 0,-70-77-984,1-1 0,1-3-1,1-1 1,56 26 0,-71-42 196,0 0 1,1-2-1,-1-1 1,2-2-1,-1 0 1,1-2-1,0-2 1,47 1-1,-60-5 193,1 0-1,0-2 1,-1 0-1,1-1 0,-1 0 1,0-1-1,-1-1 1,1-1-1,-1-1 1,0 0-1,-1-1 0,20-14 1,-14 6 38,0-2 0,-1 0 0,-1-1 0,-1 0 0,0-2 1,-2 0-1,17-31 0,7-16 910,-3-1-1,-3-3 1,26-81-1,-52 132 44,-7 22-846,-1 0-1,0 0 0,0 0 1,0 0-1,0 0 1,0 0-1,0 0 1,0 0-1,0 0 1,0 0-1,0 0 0,0 0 1,0 0-1,1 0 1,-1 0-1,0 0 1,0 0-1,0 0 0,0 0 1,0 0-1,0 0 1,0 0-1,0 0 1,0 0-1,0 0 1,1 0-1,-1 0 0,0 0 1,0 0-1,0 0 1,0 0-1,0 0 1,0 0-1,0 0 0,0 0 1,0 0-1,0 0 1,0 0-1,0 0 1,0 0-1,1-1 1,-1 1-1,0 0 0,0 0 1,0 0-1,0 0 1,0 0-1,0 0 1,0 0-1,0 0 1,0 0-1,0 0 0,0 0 1,0-1-1,0 1 1,0 0-1,0 0 1,0 0-1,0 0 0,-5 33 924,-116 390 546,21-146-5521,94-261 3550,-48 123-4178,22-46-3682,12-26-3709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4.1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0 12017,'-3'0'352,"0"1"1,-1-1-1,1 1 0,0 0 0,-1 0 1,1 0-1,0 1 0,0-1 0,0 1 1,0-1-1,0 1 0,0 0 1,1 0-1,-1 0 0,-3 5 0,2-3 122,0 1-1,1 0 1,0 0 0,0 1-1,0-1 1,1 0-1,-1 1 1,-1 8 0,1-1 96,0 1 1,1 0 0,0 0 0,2 0-1,-1 0 1,2 1 0,1 14 0,2-6-350,1 0-1,0-1 1,2 1 0,0-1 0,2-1 0,0 1-1,2-1 1,0-1 0,1 0 0,1-1 0,17 20-1,-22-30-220,1 0 0,-1 0-1,2-1 1,-1 0-1,1-1 1,0 0-1,1-1 1,0 0-1,0 0 1,0-1 0,0-1-1,1 0 1,0 0-1,0-1 1,0-1-1,0 0 1,0 0 0,1-2-1,-1 1 1,0-1-1,1-1 1,17-3-1,-13 0 445,-1 0-1,1-1 0,-1 0 0,0-1 0,-1-1 0,28-17 1,-22 14 20,-20 10-462,0 0 1,0 0-1,-1 0 0,1 0 0,0-1 0,0 1 0,0 0 0,0 1 0,0-1 0,0 0 0,-1 0 0,1 0 0,0 0 1,0 1-1,0-1 0,0 0 0,-1 1 0,1-1 0,0 1 0,0-1 0,-1 1 0,1-1 0,0 1 0,-1 0 1,1-1-1,-1 1 0,1 0 0,-1-1 0,1 1 0,-1 0 0,1-1 0,-1 1 0,0 0 0,1 0 0,-1 0 0,0 0 1,0-1-1,1 1 0,-1 0 0,0 0 0,0 0 0,0 1 0,0 5-10,0 0-1,-1-1 1,0 1 0,-2 10-1,0-1-66,2-3-926,1-1 0,1 1-1,0 0 1,5 23 0,10 20-11411,-2-18 153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4.6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52 13489,'5'-17'1062,"0"-1"493,-2 2 6415,-25 33-3087,23-14-4631,0 0 1,1 0 0,-1 0 0,1 0-1,0 0 1,-1 0 0,1-1-1,4 5 1,6 8 310,5 14-493,-1 0 0,-1 2 0,-2-1 0,-1 2 0,-1-1 0,-2 2 0,-1-1 0,-2 1 0,-1 0 0,1 55 0,-7-79-149,1 1-1,-2 0 1,1-1 0,-4 10-1,3-12 41,2-5 27,0-1 0,0 1 0,0 0 0,0-1 0,1 1 0,-1 0 0,0-1 0,1 1 0,-1 0 0,1-1 0,0 1 0,0-1 0,1 3 0,1 8-101,0-16 104,104-117-181,-89 103 171,1 1 0,0 0 0,2 2 0,29-19 0,-40 30 9,-1 0 0,0 0 0,1 1 0,0 0 0,0 0 0,0 1 0,15-1 1,-21 3 0,0 0 0,-1 0 1,1 1-1,-1-1 0,1 1 1,-1 0-1,1 0 1,-1 0-1,0 0 0,1 1 1,-1-1-1,0 1 0,0 0 1,0 0-1,0 0 1,0 0-1,0 1 0,-1-1 1,1 1-1,-1-1 1,0 1-1,0 0 0,3 5 1,2 4-88,-1 0 1,0 0 0,-1 1 0,5 17-1,-8-22-18,8 32-291,-9-36 317,18-27 302,-7 8-102,1 0 0,0 0 0,0 1 0,2 1 0,0 0 0,0 1 0,1 1 0,0 0 0,1 1 0,34-14 0,-40 20-49,1-1 0,0 1 0,0 1 0,1 0 0,-1 1 1,1 0-1,-1 1 0,1 1 0,-1 0 0,1 0 0,0 1 0,-1 1 0,1 0 1,-1 1-1,0 0 0,0 1 0,23 10 0,-28-10-70,0 0 0,0 0 0,-1 1 0,0 0 0,1 0 1,-2 1-1,1-1 0,-1 1 0,0 0 0,0 1 0,0 0 0,-1-1 0,6 14 0,-2 0-105,-1 1 0,-1 1-1,5 32 1,3 12-361,3 27-4036,-13-61 153,-2 1-3964,1-8-3259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5.0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324 26 10577,'-12'-8'1862,"-1"-1"-3337,3 4 3785,-6 1 16888,19 27-18903,-2-3-295,-1 0 0,0 0 0,-2 0 0,0 0 0,-10 37 0,7-30 0,-16 76 0,-1-1 0,4 1 0,-5 125 0,23-197 0,1 0 0,2 0 0,1-1 0,2 1 0,0-1 0,3 0 0,15 38 0,-21-60 0,1-1 0,1 0 0,-1 0 0,1-1 0,0 1 0,1-1 0,-1 0 0,1 0 0,0-1 0,1 0 0,0 0 0,10 6 0,-13-9 0,0 0 0,-1 0 0,1 0 0,0-1 0,0 1 0,0-1 0,0 0 0,0 0 0,0-1 0,0 1 0,0-1 0,1 0 0,-1 0 0,0 0 0,0-1 0,0 1 0,0-1 0,0 0 0,0 0 0,0-1 0,0 1 0,0-1 0,0 0 0,-1 0 0,1 0 0,4-3 0,-6 2 0,0 1 0,1-1 0,-1 1 0,0-1 0,0 0 0,0 0 0,-1 0 0,1 0 0,-1 0 0,0 0 0,0-1 0,0 1 0,0 0 0,0-1 0,-1 1 0,1 0 0,-1-1 0,0 1 0,0-1 0,0 1 0,-1 0 0,1-1 0,-1 1 0,0 0 0,-1-6 0,-3-4 0,1 1 0,-2-1 0,0 1 0,0 1 0,-11-16 0,-2 3-183,0 1 0,-1 1-1,-2 0 1,0 2 0,-1 1 0,-1 0-1,-1 2 1,-1 1 0,0 1 0,-47-20-1,61 31-1414,-1 0-1,1 0 0,-1 1 1,-13-1-1,15 2-407,6 2-906,10 14-11944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5.6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1 410 13349,'2'1'463,"1"0"0,-1 0 0,1-1 0,0 1-1,0-1 1,-1 1 0,1-1 0,0 0 0,0 0 0,5 0 0,8 0 849,115 7 2766,-80-9-3149,93-15-1,-134 15-815,1 0 1,-1-1-1,0 0 0,0 0 0,-1-1 0,17-9 0,-25 12-83,1 0 0,-1 0-1,1 0 1,-1-1 0,0 1 0,1 0-1,-1-1 1,0 1 0,0 0-1,0-1 1,0 1 0,0-1-1,0 0 1,0 1 0,-1-1-1,1 0 1,0 0 0,-1-1 0,0 1-6,0-1 1,0 1-1,-1 0 1,1 0 0,-1 0-1,1 0 1,-1 0-1,0 0 1,0 0 0,0 0-1,0 0 1,0 1-1,0-1 1,-1 0 0,1 0-1,-1 1 1,1-1-1,-1 1 1,-2-2 0,-1-1 43,0 0 0,-1 1 0,1 0 0,-1 0 0,0 0 0,0 1 0,0 0 0,0 0 0,0 1 0,0-1 0,0 1 0,-1 1 0,1-1 0,0 1 1,-10 1-1,-2 0 55,0 1 1,0 1-1,1 1 1,-22 7-1,31-8-90,0 0 1,0 0-1,1 1 0,0 1 0,0-1 0,0 1 0,0 0 0,1 1 1,0-1-1,0 1 0,0 1 0,1-1 0,-1 1 0,-4 9 0,8-12-72,0-1-1,0 1 0,0 0 0,1-1 0,-1 1 0,1 0 0,0 0 1,0 0-1,1 0 0,-1 0 0,1 0 0,0 0 0,0 0 0,0 0 0,1 0 1,-1 0-1,1 0 0,0 0 0,0 0 0,1 0 0,-1 0 0,1 0 0,-1-1 1,1 1-1,0-1 0,1 1 0,-1-1 0,1 0 0,-1 0 0,1 0 1,4 3-1,7 5-378,0-1 1,0 0 0,1-1 0,0-1 0,0 0-1,1-1 1,0-1 0,1-1 0,-1 0-1,1-1 1,31 4 0,-29-6 282,1-1-1,-1-1 1,0 0-1,0-1 1,0-1-1,1-1 1,-2-1-1,1-1 1,0 0-1,26-12 1,-37 13 220,-1-1 1,1 0-1,-1 0 1,0 0-1,0-1 1,-1 0-1,11-13 1,36-57 684,-24 34-467,2-1 148,3 2 0,49-49 0,-45 50 626,-2-1 0,58-88 0,-93 127-888,-16 8 118,13-5-293,0 1-1,0-1 0,1 0 0,-1 1 1,0 0-1,1-1 0,-1 1 0,1 0 1,0 0-1,-1-1 0,1 1 0,0 0 1,0 0-1,0 1 0,1-1 0,-1 0 0,0 0 1,1 0-1,-1 0 0,1 1 0,0-1 1,0 0-1,0 0 0,0 1 0,0-1 1,0 0-1,1 0 0,-1 1 0,1-1 1,-1 0-1,3 4 0,-1 2 4,1 0 0,1 0 0,-1 0 0,1-1 0,1 1 0,9 12 0,10 5-62,1-2 0,1-1 1,54 37-1,22 17-400,-90-65 377,0 0-1,-1 0 1,0 2 0,0-1-1,12 23 1,-21-31 60,-1 0 0,1 0 0,-1 0 0,-1 0 0,1 0 0,0 1 1,-1-1-1,0 0 0,0 1 0,0-1 0,-1 0 0,1 0 0,-1 1 0,0-1 0,0 0 0,-1 0 1,-1 5-1,-1 2-6,-10 31-39,11-34 121,0-1 0,0 1 0,1 0 1,0 0-1,0 0 0,-1 13 0,4-19-54,-1 0-1,0 0 0,1 0 0,-1 0 1,1 0-1,-1 0 0,1 0 1,0 0-1,0 0 0,0 0 0,0-1 1,0 1-1,0 0 0,1-1 1,-1 1-1,1-1 0,-1 1 0,1-1 1,-1 0-1,1 0 0,0 0 0,-1 1 1,1-2-1,0 1 0,0 0 1,0 0-1,0 0 0,0-1 0,0 1 1,3-1-1,19 6-228,0-2-1,0-1 1,0-1-1,33-1 1,100-13-2916,-89 5 1379,44-10-2287,-36 0-2688,-16 2-2557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6.2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1 593 10869,'18'-17'640,"2"-1"1011,37-27-1,-25 23-80,-2-2 0,-1-1-1,-1-1 1,45-55 0,-42 39-153,-1-1 0,-3-1 1,23-49-1,-1-20 1691,-54 131-3021,0 1 0,1-1 0,1 1-1,1-1 1,0 1 0,2 0 0,0 0 0,4 28-1,35 152 462,-37-189-546,56 203-2,-25-101 0,27 173 0,-58-265-218,0 1 1,-1 0-1,-1-1 1,-1 1-1,-1 0 1,-1-1-1,0 1 1,-2-1-1,-14 39 1,14-47 15,-1-1-1,0 1 1,0-1 0,-2-1-1,1 1 1,-1-1 0,-1 0-1,0-1 1,0 0 0,-1 0-1,0-1 1,0 0 0,-1-1-1,0 0 1,0-1-1,-1 0 1,-12 4 0,7-4-1073,-1-1 0,1-1 0,-24 3-1,-24 0-5000,-20 1-6313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6.7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181 1 9505,'-18'25'1794,"1"0"0,1 2 0,2 0-1,0 1 1,2 0 0,-17 59 0,10 28 2883,-7 212-1,24-276-4112,-2 19-398,-5 259 321,11-267-453,2 0 0,3 0-1,19 74 1,-21-116-56,0-1 0,2 0 0,1 0 0,0-1 0,1 0 0,1-1 0,0 1 0,2-2 1,0 0-1,16 17 0,-25-30-473,1-1 1,0 1 0,0-1-1,0 0 1,0 0 0,1 0 0,-1-1-1,8 3 1,-6-3-406,-3 0-2197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7.1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7929 309 10873,'42'-13'779,"65"-18"3725,-83 26-2472,0-1 0,37-14 0,-58 18-687,21-15 3022,-305 22 250,269-5-4610,-1472 0 172,-16-58-1574,73 1-1044,1 36 1047,806 28 927,-173 0-924,313-22-1541,464 14 2237,0 0 0,0-1 1,0 0-1,0-1 0,0-1 1,0-1-1,1 0 0,0-1 1,-16-9-1,30 15 413,0-1 0,-1 1-1,1-1 1,0 1 0,0-1 0,0 0-1,0 0 1,0 0 0,0 1 0,1-1-1,-1 0 1,0 0 0,0 0 0,1 0-1,-1 0 1,0-1 0,0-1 0,1 1-370,1 1-1,-1-1 1,1 0 0,-1 1 0,1-1 0,0 0 0,-1 1 0,1-1 0,0 1 0,0-1-1,2-1 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8.0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9 7125,'-12'-8'9181,"22"8"-4079,5 0-6682,521 52 4304,-359-32-2550,2356 187-260,7-84-15,-567-83 1062,-1815-40-683,547 11 948,-588 0-986,-114-10-221,0-1 0,-1 1 0,1-1 0,0 1 0,-1 0 0,1 0-1,-1 0 1,1 1 0,-1-1 0,0 1 0,1-1 0,-1 1 0,0 0 0,4 3-1,0 2 37,-6-6-52,1 0 0,-1 0 0,0 0-1,0 0 1,0 0 0,0 0 0,0 0 0,0 1 0,0-1 0,0 0 0,-1 0 0,1 0 0,0 0 0,-1 0 0,1 0 0,-1 0 0,0 1 0,1 0 2,-7 24 8,3-14-2,1 1 0,-3 25 0,6-33 28,0-1 0,0 0 0,0 1 0,1-1 0,-1 0 1,1 0-1,0 0 0,0 0 0,1 0 0,-1 0 0,1 0 0,0 0 1,3 4-1,-5-7 25,1-1 1,-1 1 0,1 0 0,-1-1-1,1 1 1,-1 0 0,0-1-1,1 1 1,-1 0 0,0-1 0,0 1-1,0 0 1,1 0 0,-1-1-1,0 1 1,0 0 0,0 0 0,0 0-1,0-1 1,0 1 0,-1 0-1,1 0 1,0-1 0,0 1 0,0 0-1,-1 0 1,1-1 0,0 1-1,-1 0 1,1-1 0,-1 1 0,1-1-1,-1 1 1,1 0 0,-1-1-1,1 1 1,-1-1 0,0 1 0,-4 5-196,3-5 953,-17 8-486,17-8-289,-1 1-1,1 0 1,0-1 0,-1 1 0,1 0 0,0 0-1,0 0 1,0 0 0,1 0 0,-1 1 0,0-1 0,1 1-1,-1-1 1,0 4 0,-14 41 539,12-30-361,-232 674 1244,112-405-5334,-72 142-9059,142-316-70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8.8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277 25 9477,'-8'-5'2406,"-11"-7"9670,9 5-11394,-6 25 2568,-2 7-2643,1 1 0,2 1 0,0 0 0,2 1 0,1 0 0,1 1 0,1 1 0,-8 47 0,1 26-2173,-4 128-1,8-70-2866,0-50-467,1-36-1220,-6 19-5664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09.9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1444,'0'0'-500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10.1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604 29 4936,'21'9'1825,"-17"-7"3024,-36-31 2703,28 28-7375,1-1 0,-1 0 0,0 1 1,0 0-1,0 0 0,0 0 0,0 0 0,0 1 1,0 0-1,0-1 0,0 1 0,0 1 0,0-1 1,0 1-1,0-1 0,0 1 0,0 0 0,0 1 1,1-1-1,-1 1 0,0-1 0,1 1 0,-1 0 1,1 0-1,-1 1 0,1-1 0,-3 4 0,-5 3 171,2 0 0,-1 1 0,1 0-1,1 1 1,-1 0 0,2 0-1,-7 14 1,-11 25 852,3 1 0,-30 105 0,-9 115 337,45-190-1324,8-42-264,-69 311-2611,14-120-3425,23-119-1516,-7-7-5265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10.5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11897,'0'0'11731,"5"2"-10071,270 59 1803,177 4-8587,-148-32-1207,-113-13 213,-50-3-2076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10.7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892 32 9285,'-25'-25'2644,"-10"22"-336,7 0-35,-7 3 3,-19 6-292,3 5-204,-6 3-284,-4 9-292,1 0-300,0 6-212,-4 2-352,7 6-888,0 0-392,-3 1-960,-1-1-900,1 0-3421,-7-3-5572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11.4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92 7757,'-12'-14'1700,"-1"-1"2280,3 1-2756,7 3 1789,0-7-3649,0-2-585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11.6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 10809,'0'0'2406,"4"-2"-234,0-1-1368,1 0 0,0 0 0,0 0 0,0 1 0,0 0 0,0 0 0,1 0-1,7-1 1,-3 1-133,0 1 0,0 1 0,0-1 0,12 2 0,10 4 142,-1 0 0,33 11 0,-45-11-153,91 28 169,130 56 0,97 65-8358,-191-81-2363,-78-33-437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11.7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855 55 13577,'-13'-54'5505,"-9"54"-3341,-1 0-288,4 5-288,-28 4-308,-1 5-268,-9 9-215,-6 11-221,-7 6-416,-3 9-944,-7 8-537,-2 3-1027,-10 9-1272,3 2-2453,13 3-5332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12.5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11589,'3'14'11205,"16"6"-9105,16 12-320,0-4-411,6 7-285,4-1-380,6 6-600,6 0-852,3 0-552,7 0-569,3 3-871,-4-9-328,1 3-2929,0-3-5232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12.7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619 24 13637,'-19'-23'14302,"0"43"-13026,-3 17-244,-6 3-236,-7 9-344,-3 2-612,-7 12-612,-3 6-740,-12-4-501,-10 1-903,-9 0-1096,0 8-1961,2-3-5180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21.3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 12753,'0'60'2128,"-6"-46"1385,9 6-2041,0 0-356,6 3-196,7 8-216,0 1-96,3 5-172,-3 6-156,3 8-408,-3 9-344,-10 0-700,-2 3-928,-14 3-824,-6 8-2141,3-2-4020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21.8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28 330 11145,'-4'-5'519,"1"0"-1,0-1 1,0 1-1,0-1 1,1 0-1,-1 0 1,1 0-1,1 0 1,-2-7 0,3 10-304,-1-1 1,1 0-1,0 0 1,1 0 0,-1 0-1,1 0 1,-1 0-1,1 0 1,0 0 0,1 1-1,-1-1 1,1 0-1,-1 1 1,1-1 0,0 1-1,5-6 1,7-7-2,0 1 1,1 1-1,1 1 0,0 0 1,0 1-1,2 1 1,-1 0-1,1 2 0,31-13 1,-14 9-87,2 1 0,0 2 0,0 1 0,51-5 0,-64 12-88,0 1-1,-1 1 1,26 3-1,156 27 77,-191-27-121,-1 0-1,1 1 1,-1 1-1,0 0 1,19 11-1,-23-11-15,-2 1 0,1 0 1,-1 1-1,0 0 0,10 11 0,-11-11-5,-1 1 1,0 0-1,0 0 0,-1 0 0,1 1 1,-2 0-1,1 0 0,-1 0 0,-1 0 1,0 0-1,0 0 0,-1 0 1,0 1-1,0-1 0,-1 1 0,0-1 1,-1 1-1,0-1 0,-1 0 0,0 1 1,-4 12-1,-3 5-9,-2-1 0,0 0 0,-1-1 0,-2 0 0,-1-1 0,-19 25 0,-9 2-9,-2-2 0,-92 79 0,-46 48-50,175-167 93,0 0 1,1 0 0,0 1 0,0 0 0,1 0 0,-7 19-1,12-26 0,0 1-1,0-1 0,0 1 0,0 0 0,1-1 0,0 1 0,-1 0 0,2-1 1,-1 1-1,0 0 0,1 0 0,-1-1 0,1 1 0,0-1 0,0 1 0,1-1 1,-1 1-1,1-1 0,0 0 0,0 1 0,0-1 0,0 0 0,0 0 1,5 4-1,4 3-1,0 0 0,0-1 0,1 0 0,1-1 0,-1-1 0,1 0 1,25 10-1,7-1 4,51 12 0,-82-25-6,133 34-53,169 66 0,-299-96 60,0 0 0,0 2 1,-1 0-1,0 0 1,-1 2-1,0 0 0,0 1 1,16 17-1,-27-25 5,0 1 1,0-1-1,-1 1 0,0 0 0,0 0 0,0 0 1,-1 1-1,1-1 0,-1 1 0,0-1 0,-1 1 1,0 0-1,1 0 0,-2-1 0,1 1 0,-1 0 0,0 0 1,0 0-1,0 0 0,-1 0 0,0 0 0,0-1 1,-1 1-1,0 0 0,0-1 0,0 1 0,0-1 1,-1 0-1,-6 10 0,-2 0 13,0 1 1,-2-1-1,1-1 1,-2 0-1,0-1 1,-1-1-1,-20 14 0,0-3-23,-1-2-1,-52 23 0,-210 64-1572,265-98 1310,-43 13-1480,-84 13 1,19-17-4016,42-11-2219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69 10993,'-61'-17'3916,"52"6"-2443,-4 2 563,16-5-4901,4-3-1659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22.2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0 14037,'0'0'9962,"-1"4"-8166,1 14-976,0-1 1,1 1-1,1 0 1,0 0-1,9 28 1,-1 5-110,15 139 74,-24 23-3840,-6-132-1514,-25 132 0,9-107-2007,4-7-3885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23.0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0 603 11201,'6'-14'3144,"-5"12"-3024,0 0 0,1 1 0,-1-1 0,0 0-1,1 1 1,-1-1 0,1 1 0,-1-1 0,1 1-1,0 0 1,0-1 0,-1 1 0,1 0 0,0 0-1,0 1 1,0-1 0,0 0 0,3 0 0,45-9 578,-34 7-330,263-31 1070,13-2-1064,-285 34-336,0 0 0,1 0 0,-1-1 0,0 0-1,-1-1 1,1 1 0,0-1 0,-1 0 0,9-8-1,-14 11-27,1 0 0,0-1 0,0 1 0,-1-1 0,1 0 0,-1 1 0,1-1 0,-1 0 0,0 0 0,0 0 0,0 0 0,0 0 0,0 0 0,0 0 0,0 0 0,-1 0 0,1-1 0,-1 1 0,0 0 0,1 0 0,-1-1 0,0 1 0,0 0 0,-1 0 0,1-1 0,0 1 0,-1 0 0,1 0 0,-1 0 0,0 0 0,0-1 0,0 1 0,-1-3 0,1 5-8,1-1 0,-1 0-1,0 0 1,1 1 0,-1-1 0,0 0 0,0 1-1,1-1 1,-1 1 0,0-1 0,0 1 0,0-1 0,1 1-1,-1 0 1,0-1 0,0 1 0,0 0 0,0 0 0,0-1-1,0 1 1,0 0 0,0 0 0,0 0 0,0 0 0,0 0-1,-1 1 1,-7-1 8,-1 0 0,0 1 0,1 0 0,-1 0 1,1 1-1,-1 1 0,1 0 0,0 0 0,0 0 0,-13 8 0,5 0 1,1 1 1,0 0 0,1 1-1,1 0 1,0 1 0,0 1-1,2 0 1,0 1-1,0 0 1,2 1 0,0 0-1,1 1 1,-8 21 0,15-34-13,0 1 1,1 0 0,-1 0-1,1 0 1,1 0 0,-1 1-1,1-1 1,0 0 0,0 0 0,1 0-1,0 0 1,0 0 0,0 0-1,1 0 1,0 0 0,0 0 0,0 0-1,1-1 1,0 1 0,0-1-1,0 0 1,1 0 0,6 8-1,-3-7-49,0 0-1,1 0 0,0 0 0,0-1 1,0 0-1,0 0 0,1-1 0,0 0 0,0-1 1,0 0-1,0 0 0,1-1 0,-1 0 1,14 1-1,26-1-499,0-2 1,0-1-1,0-3 1,63-14-1,187-60-897,-257 65 1479,-1-2 0,0-2 0,-2-1 0,47-30 0,-67 36 260,-1-1 1,0 0-1,-1-2 0,-1 0 0,0-1 0,-1-1 0,0 0 1,-2-1-1,0 0 0,11-23 0,-23 41-258,-1 0 1,0-1-1,1 1 1,-1-1-1,0 1 0,1-1 1,-1 1-1,0-1 1,0 1-1,1-1 0,-1 1 1,0-1-1,0 1 1,0-1-1,0 1 0,0-1 1,0 1-1,0-1 1,0 1-1,0-1 0,0 0 1,0 1-1,0-1 1,0 1-1,0-1 0,0 1 1,-1-2-1,-12 7 230,-19 20-185,19-10-34,1 0 0,1 1 0,0 0 1,1 1-1,1 1 0,-12 32 0,5-15-78,8-15-91,0 0 0,1 1 0,-7 34 1,12-48 53,1 0-1,0 1 1,0-1 0,1 0 0,0 0 0,0 1 0,1-1 0,0 0 0,0 0 0,0 1-1,1-1 1,0 0 0,1-1 0,4 10 0,-5-13 9,0-1 0,1 1 0,-1-1 0,0 0 0,1 0 0,0 0 0,0 0 0,-1 0 0,1 0 0,0-1 0,0 0 0,0 1 0,1-1 0,-1 0 0,0-1 0,0 1 0,1-1 0,-1 1 0,0-1 0,1 0 0,-1 0 0,0 0 0,1-1 0,5 0 0,8-3-151,0 0 0,0 0 0,20-10 0,-35 14 197,42-19-103,0-1-1,-2-3 1,0-1-1,-1-2 1,-2-2 0,-1-2-1,-1-1 1,49-55 0,-24 15 275,-3-3 1,-4-2-1,63-114 0,-100 158 31,2 2-1,32-39 1,-51 67-155,0 0 1,1 1 0,-1-1 0,0 0-1,1 1 1,0-1 0,-1 1 0,1 0-1,0-1 1,0 1 0,0 0 0,0 0-1,0 0 1,0 0 0,0 0 0,0 1-1,0-1 1,0 1 0,0-1 0,1 1-1,-1 0 1,0 0 0,0 0 0,0 0-1,1 0 1,2 1 0,-3 0-7,0 0 0,0 1 1,0-1-1,0 0 0,0 1 0,0 0 1,0-1-1,-1 1 0,1 0 1,-1 0-1,1 0 0,-1 0 0,0 0 1,1 1-1,-1-1 0,0 0 1,-1 0-1,1 1 0,0-1 0,-1 1 1,1-1-1,-1 3 0,2 11-9,-1 1-1,0 0 1,-2-1 0,0 1-1,-1-1 1,0 1-1,-1-1 1,-6 17 0,2-7-239,-5 53 0,11-75 217,1 1 0,-1 0-1,1 0 1,1 0 0,-1 0 0,1 0-1,0 0 1,0 0 0,0 0 0,3 5-1,-3-7 47,0-1 0,1 0 0,0 0 0,-1 0 0,1 0 0,0 0 0,0-1 0,0 1 0,0 0 0,1-1 0,-1 0 0,0 1 0,1-1 0,-1 0-1,0 0 1,1-1 0,-1 1 0,1 0 0,0-1 0,4 1 0,42 6 429,132 27 1224,-160-29-2036,-1 2 1,0 1-1,0 0 1,-1 2-1,0 0 1,26 19-1,-42-27-148,0 0 0,0 1 0,0-1 0,-1 0 0,0 1 1,1 0-1,-1 0 0,0-1 0,0 1 0,0 0 0,-1 1 0,1-1 0,-1 0 0,1 0 0,-1 1 0,0-1 1,-1 1-1,1-1 0,0 6 0,-1 7-5352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23.1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1 134 6853,'19'-25'1632,"-3"19"-324,0 0-300,-1-8-272,-2 3-304,6-1-468,19-5-524,-12 3-916,2-3-1464,4 5-1033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23.9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3615 22 6013,'-42'-6'361,"-1"-1"413,-1 2-1,-72 1 1,60 9-160,-1 1 0,1 4 0,1 1 0,0 4 0,0 1 0,2 3 1,-89 44-1,-9 20 378,-171 123 1,-682 557 1488,734-523-1353,-355 407 1,369-319-474,221-276-546,2 3 1,3 0-1,1 2 1,-29 90-1,51-126-81,1 1-1,1 0 1,1 0-1,1 0 1,1 1-1,1-1 1,2 24-1,1-32-10,0 0 0,0 0 0,1 1 0,1-2 0,1 1 0,0 0 0,0-1 0,2 0 0,-1 0 0,2-1 0,17 23 0,-13-20-2,1-2-1,1 0 1,0 0 0,1-1 0,0-1 0,27 15 0,-7-9-4,0 0 0,51 15 1,-13-11-46,2-2 0,0-4 0,87 7 0,240-4-126,629-78-80,-2-101 40,684-222 198,-38-139 196,-980 250 53,-528 196-126,-3-8 0,155-105 0,-256 147-62,-2-4 1,74-71 0,-113 96-40,-1-2 0,-1 0-1,-1-2 1,-1 0 0,-2-1 0,0 0 0,-2-2 0,16-40 0,-25 55-13,-1 0 1,-1-1-1,0 0 1,0 0-1,-2 0 1,0 0-1,0 0 1,-1 0-1,-1 0 1,0 0-1,-1 0 1,-1 0-1,0 0 1,-7-17-1,3 13 0,-2 2 0,1 0-1,-2 0 1,0 0-1,-1 1 1,-1 1-1,0 0 1,-1 0-1,0 1 1,-23-17-1,0 4-9,-1 1 0,-1 2-1,-45-20 1,-137-43-122,82 44-225,-1 7 0,-267-32 1,-295 35-2154,-106 74-5180,406 1-663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25.5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395 42 5432,'-1'-2'474,"1"0"0,-1-1-1,0 1 1,0 0 0,0 0-1,0 0 1,0 0-1,0 1 1,-1-1 0,1 0-1,0 0 1,-1 1 0,0-1-1,1 1 1,-1-1-1,0 1 1,0 0 0,-3-2-1,2 2-178,-1 0 0,1 0 0,-1 0 0,1 0 0,-1 0 0,1 1 0,-1 0 0,0 0 0,1 0 0,-7 1 0,0 1-9,0 0 1,-1 1 0,1 0-1,0 0 1,1 1 0,-1 1-1,-10 6 1,5-1 149,0 1-1,1 1 1,0 0-1,1 1 1,1 1 0,0 0-1,0 1 1,2 0-1,-12 20 1,8-8 74,0 1 0,2 0 0,1 1 0,-13 53-1,18-56-249,2 1-1,0 1 1,2-1-1,1 0 1,5 55-1,-2-65-239,1 0-1,1 0 1,0 0 0,2-1 0,0 0-1,0 0 1,2 0 0,0-1 0,0 0-1,20 24 1,-10-19-309,1-1 0,1 0 0,1-1 0,0-1 0,2-2 0,0 0 0,0-1 0,1-1-1,1-1 1,0-2 0,1 0 0,26 6 0,19 1-944,0-3 0,1-3 0,96 3 0,188-11-7131,-167-7-246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25.8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438 75 11425,'-6'-6'547,"-2"0"0,1 1 0,-1 0 0,1 0 1,-1 1-1,-1 0 0,-13-5 0,-68-15 4312,81 22-4540,0 0 0,0 1 0,0 0 0,0 0 1,0 1-1,-13 2 0,17-2-178,0 1 0,0 1 0,0-1 0,0 1 0,0 0 0,1 0 0,-1 0 0,0 1 0,1 0-1,0 0 1,0 0 0,0 0 0,-5 5 0,3-1 12,0 0 0,0 1-1,0 0 1,1 0 0,0 0 0,1 1-1,0-1 1,0 1 0,-5 19 0,5-12-30,1 0 0,1 0 0,1 1 1,0-1-1,2 24 0,2-8-32,2 1-1,2-1 1,0 0 0,2 0-1,20 45 1,-2-20-52,61 98 1,52 45-131,14 24-224,-146-211 304,0 0 1,-1 1 0,0-1-1,-1 2 1,-1-1-1,-1 1 1,0-1-1,4 25 1,-8-31-13,1-1-1,-1 1 1,-1 0 0,1-1 0,-2 1-1,1-1 1,-1 1 0,0-1-1,0 0 1,-1 1 0,0-1 0,0-1-1,0 1 1,-1 0 0,0-1 0,-1 0-1,1 0 1,-1 0 0,-7 6-1,-4 2-131,0 0 0,-1-2 0,0 0 0,-1-1 0,0-1 0,-1 0 0,-34 11 0,24-11-307,0-2 1,0-1-1,-1-1 0,-52 2 0,69-7-296,1-1 0,0-1-1,-1 0 1,1-1-1,0 0 1,0-1-1,0 0 1,-19-8 0,29 10 433,0 0 1,0 0 0,0 0 0,0 0-1,1 0 1,-1 0 0,0-1 0,1 1-1,-1-1 1,1 1 0,-1-1 0,1 1 0,0-1-1,-1 0 1,1 0 0,-1-2 0,-2-27-7598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26.3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3958 6 7017,'-60'-3'651,"18"1"154,-1 1-1,1 3 0,-48 6 1,40 2 139,0 2 0,1 2 1,1 2-1,-82 40 0,-178 115 1829,-70 70-90,-618 517-1,266-66-107,579-526-1998,7 6 0,-178 281 0,257-346-294,-86 193 0,129-247-215,3 1 0,1 1 0,4 0 1,1 1-1,-8 113 0,19-144-52,2 0 0,2 1 0,0-1 0,1 0 0,1 0 0,2-1 0,9 29 0,-9-37-23,1-1-1,1 1 1,0-2 0,1 1-1,0-1 1,1 0-1,1-1 1,0 0 0,1-1-1,0 0 1,23 16-1,-9-11-43,0-1-1,2-1 0,0-1 0,0-1 0,1-2 1,1-1-1,0-1 0,35 5 0,15-2-122,1-3 1,82-3-1,43-9-392,0-10 0,298-56-1,397-148-495,-368 52 575,633-288 1,-487 115 280,-479 221 293,232-177 1,-347 228 73,-3-3 1,140-155 0,-200 198-109,-1-1 1,-1 0-1,-2-2 1,-1 0-1,-1-1 1,-1-1-1,20-61 1,-32 78-32,1 0-1,-2 0 1,0 0 0,0-1 0,-1 1 0,-1 0 0,-1-1 0,0 1 0,0-1 0,-2 1 0,0 0 0,0 0-1,-2 0 1,1 0 0,-2 1 0,0 0 0,0 0 0,-1 0 0,-1 1 0,-17-21 0,2 8-8,-1 1 0,-1 1-1,-1 1 1,-1 1 0,-1 2 0,-1 0 0,-52-23 0,2 7 7,-163-47-1,75 39-169,-324-38-1,-181 44-635,-215 75-2034,306 46-2817,385-39 453,39 3-2949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26.5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78 15293,'-31'-12'4725,"24"-2"-4109,1 0-544,-1-3-3104,-2-3-2213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2.0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1 356 9881,'42'-129'4854,"-38"118"-4319,1 0 1,0 0-1,1 1 1,1 0-1,-1 0 1,1 1-1,1 0 1,0 0-1,0 0 1,1 1-1,0 0 1,0 1-1,1 0 1,0 1-1,19-10 1,-4 4-128,0 1 1,2 1-1,-1 1 0,1 1 1,47-7-1,-41 10-650,1 2 1,0 1-1,0 2 0,0 1 1,0 2-1,0 1 0,34 9 0,-52-9-152,-1 0 0,0 1 0,0 1 0,0 1-1,-1 0 1,1 1 0,-2 0 0,1 1 0,-1 0-1,-1 1 1,0 1 0,0 0 0,-1 1-1,0 0 1,-1 0 0,-1 1 0,9 16 0,-10-14-930,-1 1 0,0 0 0,7 28 0,3 62-7120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1.8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451 63 5260,'41'-18'8358,"-22"8"2025,-18 9-10320,-1 0-1,0 1 1,0-1 0,0 0 0,1 0 0,-1 1-1,0-1 1,1 0 0,-1 1 0,0-1 0,1 1-1,-1-1 1,1 0 0,-1 1 0,1-1 0,0 1-1,-1-1 1,1 1 0,-1-1 0,1 1-1,0-1 1,5-5 1786,-16-2-972,-2 3-542,9 4 471,1 3-699,-1 1-65,0 0-1,0 0 1,0 1-1,1 0 1,0-1-1,0 1 1,0 0 0,0 0-1,0 0 1,1 1-1,-2 6 1,-6 57 278,3-22-42,-14 60 709,-60 180-1,-66 94-1547,71-173-2423,-13 30-3961,79-216 5895,-19 47-7019,17-33-1764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2.2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0 229 14285,'45'-26'2693,"12"21"-197,10-13-400,12 4-432,22-3-280,30-3-272,37-3-504,22 6-968,30-3-440,14 6-724,14-6-800,3 5-244,0 4-3029,-10 2-4584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2.6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719 23 8133,'-2'-2'1996,"-3"-1"-1493,1 0 0,-1 1 1,1 0-1,-1 0 0,0 0 1,0 0-1,0 1 0,0 0 0,0 0 1,0 0-1,-8 0 0,1 1 32,1 1 0,0 0-1,0 0 1,-21 7 0,3 1-74,1 1 0,1 2 0,-32 18 0,-13 15 182,-105 84-1,153-110-554,-116 96 268,123-99-80,41-25-188,34-15 218,2 3 0,0 2 1,1 3-1,0 3 0,1 2 0,76-2 0,-120 12-144,0 2 0,0 0 1,0 1-1,0 1 1,0 1-1,-1 0 0,1 1 1,22 10-1,-32-11-97,0 0 0,-1 0 1,0 0-1,0 1 0,0 0 0,-1 1 0,1-1 0,-1 1 0,0 1 0,-1-1 0,0 1 0,0 0 0,0 0 0,-1 0 0,0 0 1,0 1-1,-1 0 0,0 0 0,0 0 0,1 9 0,-2-4-7,-1 0 0,0 0 0,-1 0 1,0 0-1,-1 0 0,0 0 0,-1 0 0,-7 24 0,-5 4 49,-24 51-1,23-59-165,13-27-6,-1 0 0,1 0 0,0 0 0,0 0 0,1 0 0,-1 13 0,2-17 30,0-1 0,0 1-1,0 0 1,0-1 0,0 1 0,1-1 0,-1 1-1,1-1 1,-1 1 0,1-1 0,0 1 0,-1-1 0,1 1-1,0-1 1,0 0 0,0 1 0,0-1 0,0 0-1,0 0 1,1 0 0,-1 0 0,0 0 0,1 0-1,-1 0 1,0 0 0,1-1 0,-1 1 0,1 0-1,-1-1 1,3 1 0,5 1-97,0 0 0,0-1 1,0 0-1,0-1 0,1 0 0,-1 0 0,0-1 0,0 0 0,14-4 0,88-30-1584,-38 10-114,58-6-2400,-41 20-2816,-42 10-710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2.9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519 1 14777,'-28'28'1145,"19"-20"-631,1 0-1,0 0 1,0 1 0,1 0-1,0 0 1,1 1 0,0-1-1,0 2 1,-7 18 0,-16 68 4669,-10 26-669,-142 253-2503,142-302-4044,-37 104-1,65-147 1082,1 1-1,2 0 0,1 1 0,2 0 1,1-1-1,0 46 0,11-18-6249,10 0-4643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3.0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 32 16454,'-19'22'2840,"3"-33"-508,3 2-388,38 7-392,20-4-372,15 0-648,26 0-1008,25 4-496,16-1-780,19-3-640,10 6-196,-4-3-2977,-6 6-4540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3.2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114 43 10965,'-28'-14'2016,"-1"8"-76,7 0 1209,6 0-2057,-3 4 548,41-1-9785,-3-3-1528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4.3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597 24 13333,'0'-23'2524,"35"23"-299,-16 9-177,0 2-148,-19 20-216,0 24-224,-3 5-308,-51 177 1405,19-140-2017,-12 9-184,-10 0-484,-1-1-756,-5 1-360,-10-3-565,0-9-743,-3-11-320,6-3-3149,10-14-5264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4.4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1 212 10713,'15'-49'2412,"-2"9"-396,-3 32-383,9-12-321,3 2-168,-3 4-396,22-9-160,-9 6-324,6 3-480,0 5-472,7 9-696,2 9-608,-2 2-561,-7 9-1483,6 14-2941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4.6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0 7429,'-38'9'3560,"19"-12"-2128,-3 3 2601,44-3-4069,3 3-445,10-3-279,29 9-448,-14-1-448,14-7-1944,9 2-2129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4.8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629 1 6233,'-29'26'1953,"23"-21"3056,5-1-4556,0 0 0,-1 0 0,1 0-1,-1-1 1,1 1 0,-1-1 0,0 1 0,-1-1-1,1 0 1,-6 6 0,-1 4 272,-137 172 4567,87-115-4376,-99 155 0,108-140-1911,-42 78-2632,80-136 602,0 1 1,-8 31-1,9-10-6320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5.1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232 0 11001,'-30'31'2886,"23"-24"-2222,0 1-1,0-1 0,0 1 1,-6 11-1,-56 112 5917,47-80-5164,-31 106 0,48-137-1301,1 0-1,1 1 1,1-1 0,0 1 0,1 0 0,2-1 0,3 25 0,-4-43-113,0 0 0,1-1 0,-1 1 0,1 0 0,-1-1 0,1 1 0,0 0 0,-1-1 0,1 1 0,0-1 0,0 1 0,0-1 0,1 0 1,-1 1-1,0-1 0,0 0 0,1 0 0,-1 0 0,0 0 0,1 0 0,-1 0 0,1 0 0,0-1 0,-1 1 0,1 0 0,0-1 0,-1 1 0,1-1 1,0 0-1,-1 1 0,1-1 0,0 0 0,0 0 0,-1 0 0,1-1 0,0 1 0,0 0 0,-1-1 0,1 1 0,0-1 0,-1 1 0,1-1 1,0 0-1,-1 1 0,1-1 0,-1 0 0,0 0 0,1 0 0,-1 0 0,0-1 0,1 1 0,-1 0 0,0-1 0,0 1 0,0 0 0,1-3 1,4-12-68,0 1 1,-2-1 0,0 0-1,0-1 1,-2 1 0,0 0 0,-1-1-1,0 0 1,-2 1 0,0-1 0,-5-26-1,-6-15-1621,-36-103 1,45 151 1411,-14-23-1796,4 9-940,10 8-3711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5.5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223 166 8753,'-94'24'5092,"84"-20"-4886,1 0 1,-1 1 0,1 0 0,0 1-1,0 0 1,1 0 0,0 0 0,0 1-1,0 1 1,1-1 0,-11 15-1,16-18-188,0 0 0,0-1 0,0 1-1,0 0 1,1 0 0,0 0-1,0 0 1,0 0 0,0 0 0,1 1-1,-1-1 1,1 4 0,0 1-84,0 0 1,1 0 0,0 0-1,3 11 1,-2-15 67,0-1 0,0 1 1,0-1-1,1 0 0,-1 0 0,1 0 1,0-1-1,0 1 0,0-1 1,1 1-1,-1-1 0,1 0 0,0 0 1,0-1-1,0 1 0,0-1 0,0 0 1,1 0-1,-1 0 0,0 0 1,8 1-1,9 2 301,1 0-1,1-2 1,25 2 0,-26-4-54,31 5 262,146 9 817,-164-15-1363,0-1 0,-1-2 0,58-12 0,-30 2-45,-7 1-49,0-1 0,-1-3 0,75-33 0,-83 26 466,-1-2 0,74-55 0,-95 62 79,-1-2 0,-1-1 0,-1-1 1,-1-1-1,-1-1 0,17-26 0,10-18 1588,-44 66-924,-6 3-655,-5 3-365,1 0 1,1 0-1,-1 1 1,0-1-1,1 2 1,0-1-1,1 1 0,-1 0 1,1 1-1,0-1 1,-10 15-1,-6 13-703,-24 50-1,23-41-569,-27 52-3055,22-29-2863,10-7-2986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5.7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23 12933,'-9'-8'1956,"40"-4"-391,4 9-325,6 6-396,4 3-604,6 5-640,19 1-972,3-1-429,16 6-2603,18 6-3413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7.2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605 46 10285,'7'7'3401,"-11"-12"1682,-4-9-3635,7 11 339,13-12-1154,-10 9 3138,-5 5-3647,1 0 0,0 0 0,0 0 0,-1 0-1,1 0 1,-1 0 0,1 0 0,-1 1 0,1 0 0,-1-1-1,1 1 1,-1 0 0,1 0 0,-1 0 0,1 0-1,-1 1 1,0-1 0,1 1 0,-4 1 0,4-1 198,2 0-458,0 1 141,0 0-1,1-1 0,-1 1 1,1 0-1,0-1 1,0 1-1,-1-1 1,1 1-1,0-1 1,0 1-1,0-1 0,0 0 1,3 3-1,33-7 64,-33 3 204,12 0-28,-15 0-238,-1 0 0,1 0-1,-1 0 1,1 0-1,-1-1 1,0 1 0,1 0-1,-1 0 1,1 0-1,-1 0 1,1 0-1,-1 0 1,1 0 0,-1 0-1,1 0 1,-1 0-1,1 0 1,-1 1 0,0-1-1,1 0 1,-1 0-1,1 0 1,-1 0 0,1 1-1,-1-1 1,0 0-1,1 1 1,-1-1 0,0 0-1,1 0 1,-1 1-1,0-1 1,1 1 0,-20 14 85,-34 24-18,1 3 0,2 1 0,-62 70 0,-112 168-40,201-248-157,1 0 0,2 1 0,-20 46 0,34-68-3,2 0 1,0 0-1,0 1 1,1-1-1,0 1 1,2-1-1,-1 1 1,1 0-1,1 0 1,0 0-1,1-1 1,1 1-1,-1 0 0,5 13 1,-3-18 18,1 0 0,-1-1 0,1 1 1,0-1-1,1 0 0,0-1 0,0 1 0,0-1 1,1 0-1,0 0 0,0 0 0,0-1 0,1 0 1,0 0-1,0-1 0,0 0 0,0 0 0,1 0 1,0-1-1,10 3 0,7 1-63,0-2-1,0 0 1,1-1 0,0-2 0,33-1-1,-8-3 78,1-2 0,-1-2 0,0-3 1,-1-2-1,0-2 0,0-2 0,46-22 0,319-177 774,-147 69 1481,-267 144-2127,0 0 0,0 1 0,-1-1 0,1 1 0,0-1 1,0 1-1,0-1 0,0 1 0,-1 0 0,1-1 0,0 1 0,0 0 1,0 0-1,0 0 0,0 0 0,0 0 0,0 0 0,0 0 0,0 0 1,0 0-1,0 0 0,0 0 0,1 1 0,-2 0 0,0 1 0,0-1 0,1 1-1,-1-1 1,0 1 0,0-1 0,0 1 0,-1-1-1,1 1 1,0-1 0,-1 0 0,1 1 0,-2 2 0,-2 9 108,-1 0 1,-1 0 0,0 0 0,-1-1-1,0 0 1,-16 20 0,-65 69 494,41-51-374,-29 32 152,-36 41-110,101-109-250,1 1-1,0 0 0,1 1 0,1 0 0,0 0 0,-10 32 1,17-45-52,1-1 1,-1 0 0,1 1 0,0-1 0,0 1 0,0-1 0,0 1-1,0-1 1,0 1 0,1-1 0,-1 1 0,1-1 0,0 0 0,0 1 0,0-1-1,0 0 1,0 0 0,0 1 0,0-1 0,1 0 0,-1 0 0,1 0-1,0-1 1,-1 1 0,1 0 0,2 1 0,1 0-5,-1 1 1,1-1 0,0-1-1,0 1 1,0-1-1,1 0 1,-1 0-1,1 0 1,9 1 0,3-1-13,0-2 0,0 0 0,0 0 0,0-2 0,-1 0 0,1-2 0,0 0 0,-1 0 0,0-2 0,0 0 0,-1-1 0,0 0 0,0-2 0,0 0 0,-1 0 0,-1-2 0,23-19 0,-25 19-5,0 0 1,-1 0-1,0-1 0,-1-1 0,-1 1 0,0-2 0,-1 1 1,0-1-1,-1 0 0,0-1 0,-2 0 0,1 0 1,-2 0-1,0-1 0,-1 1 0,0-1 0,-2 0 1,0 0-1,0 0 0,-3-17 0,0 17 9,-1 1 0,-1-1 0,0 1 0,-2 0 0,1 0 0,-2 1 0,0 0 0,-1 0 0,0 0 1,-15-18-1,6 12-373,-1 1 0,-1 0 0,-1 1 0,0 1 0,-35-21 0,48 33-155,0 0 1,-1 1 0,0 0-1,0 1 1,-11-4-1,14 6-384,-1 0 0,1 0 1,-1 0-1,1 1 0,-9 0 0,13 0 591,0 0 0,0 0 1,0 0-1,0 0 0,0 0 0,1 1 1,-1-1-1,0 0 0,0 0 0,0 1 1,1-1-1,-1 0 0,0 1 0,0-1 1,1 1-1,-1-1 0,0 1 0,0 0 1,0 19-9800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7.8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30 9053,'20'-11'917,"-16"8"-640,0 1 0,0 0-1,0 0 1,0 0 0,1 1 0,-1-1 0,1 1 0,-1 0-1,1 0 1,-1 1 0,1-1 0,6 1 0,55 2 5632,-63-1-4936,1 22 721,-4-14-1496,-1 1-1,-1 0 0,0-1 0,0 0 0,-1 1 1,0-1-1,-1 0 0,-6 13 0,-47 71 692,36-60-670,-31 40-13,-12 22-566,57-83 244,1 0 0,0 0-1,1 1 1,1 0 0,0 0 0,-3 17 0,7-28 105,0-1 1,1 0-1,-1 1 0,1-1 1,-1 0-1,1 1 0,0-1 1,0 0-1,-1 0 0,1 0 1,0 0-1,0 0 0,0 0 1,0 0-1,0 0 0,1 0 1,-1 0-1,0-1 0,0 1 1,3 1-1,3-3-3,0 0 0,0 0 0,0 0 1,0-1-1,-1 0 0,1 0 0,0-1 0,-1 0 0,1 0 1,10-7-1,-4 3 6,43-27 20,-45 26-36,0 0 1,1 1-1,0 1 1,0 0-1,1 1 1,-1 0-1,16-4 1,-21 8 16,0-1-1,0 1 1,0 0 0,0 1-1,0-1 1,0 2 0,0-1 0,0 1-1,0 0 1,-1 0 0,1 0-1,9 4 1,4 2 57,1-1 0,1-1 0,22 2 0,-42-7-21,1-1 0,-1 1 0,0-1 0,0 1 0,0-1 0,0 0 0,0 0 0,0 0 0,0 0 0,0 0 0,0 0 0,3-3 0,-3 2 64,1 0 178,-1 1 8,19-16 125,-19 15-195,1 4-31,32 28-195,-23-19-268,0-1 1,20 13-1,-16-13-66,1-1 0,0-1 0,0-1 0,0 0-1,1-1 1,0-1 0,0-1 0,0 0 0,21 0 0,-25-2 206,0-2 1,0 0 0,1 0-1,-1-1 1,0-1 0,19-5-1,-26 5 205,0 0 0,0 0-1,0-1 1,0 0 0,-1-1-1,0 1 1,1-1 0,-1 0-1,0-1 1,-1 1 0,1-1-1,-1 0 1,0-1 0,8-10-1,72-128 1202,21-32 793,-100 167-2228,9-10 2075,-10 21-769,-4 15-657,-2-5-360,0-1 0,-2 1 0,1-1 0,-2 0 1,1 0-1,-1 0 0,-1 0 0,0-1 0,-11 17 0,-66 90 467,77-110-548,-214 258-1928,181-222-1030,-2-2 0,-45 35 0,58-51-3064,14-9-3709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8.0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221 17 9285,'15'-5'940,"1"1"1,25-3-1,-35 7-569,1 0 1,-1 0-1,0 0 1,0 1-1,0 0 0,0 0 1,0 0-1,-1 1 1,1 0-1,8 4 0,12 7 889,1 1 0,39 31 0,-55-38-1059,-1 2 1,-1-1 0,0 1-1,0 1 1,0 0-1,-1 0 1,-1 0-1,11 19 1,-17-27-176,-1 0 1,1 1-1,0-1 1,-1 0-1,1 1 1,-1-1-1,0 0 1,0 1-1,1-1 1,-2 0-1,1 1 1,0-1-1,0 0 1,-1 1-1,1-1 1,-1 0-1,0 1 1,0-1-1,0 0 1,0 0-1,0 0 1,-2 2-1,1 0-4,-1-1 0,1 0-1,-1 0 1,0 0-1,0 0 1,0 0 0,0-1-1,0 0 1,-1 1-1,1-1 1,-8 3-1,-10 2 13,0-1 0,0-1 0,-1-1-1,0 0 1,0-2 0,-23 0 0,-135-11-667,134 5 58,-34-4-2546,33 0-4331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8.2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12 9317,'67'-12'2188,"-41"12"-204,-17 9-180,1 0-255,-4 8-245,3 23 592,-2-20-1252,-10 14-132,-7 20-112,-6-14-200,-3-3-388,0 3-516,-3 0-768,0-2-520,-7 2-985,-3 2-1179,4-4-3169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8.5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4 115 5072,'29'3'375,"101"5"3556,-108-7-2524,27-2 444,-46 1-1708,0 0 0,-1-1 0,1 0-1,-1 1 1,1-1 0,-1 0 0,1 0-1,-1-1 1,1 1 0,-1 0 0,0-1 0,0 1-1,0-1 1,0 0 0,2-2 0,8-10 718,-8 10-635,0 0-1,0 0 1,0-1 0,-1 1-1,0-1 1,0 0-1,0 0 1,-1 0 0,3-9-1,-5 13-175,0-1-1,0 1 0,0-1 1,0 1-1,0-1 0,-1 1 1,1 0-1,-1-1 0,1 1 1,-1-1-1,1 1 0,-1 0 1,0-1-1,1 1 0,-1 0 1,0 0-1,0 0 0,0 0 1,0 0-1,0 0 0,0 0 1,-1 0-1,1 0 0,0 0 1,0 0-1,-1 1 0,1-1 1,0 0-1,-1 1 0,1-1 1,-1 1-1,1 0 0,0-1 1,-1 1-1,-2 0 0,-9 0 24,0 0-1,0 0 1,0 2-1,0-1 1,1 2-1,-1 0 1,1 0-1,-1 1 1,1 1-1,0 0 1,1 0-1,-1 1 0,1 1 1,0 0-1,1 1 1,-1 0-1,2 0 1,-1 1-1,1 0 1,0 1-1,1 0 1,0 0-1,1 1 1,-9 16-1,15-23-161,-1 1 1,1 0-1,0 0 1,1 0-1,-1 0 1,1 0-1,0 0 1,0 0-1,1 0 1,-1 0-1,1-1 0,0 1 1,0 0-1,1 0 1,-1 0-1,1-1 1,0 1-1,1-1 1,-1 1-1,1-1 1,0 0-1,0 0 1,0 0-1,0-1 0,1 1 1,-1-1-1,1 0 1,0 1-1,6 2 1,20 9-2029,0-2 0,0-2 1,1-1-1,34 7 0,-42-11-3285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8.7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12 8309,'-44'0'2220,"57"-6"-528,3 1 3069,-13 25-3621,0 2-272,-3-4-176,0-1-108,0 3-240,-3 3-372,-4-1-424,1 1-620,3-3-520,0 0-341,-7-2-2587,1-1-3509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38.9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649 26 8449,'-13'-14'2228,"29"2"1412,-32 18-2068,3 0-247,-15-1-193,-17 10-308,7-1-156,0 0-136,-10 6-112,-6-3-416,-3 1-468,-6 2-728,9 2-684,-7 1-1045,-8 3-1207,2 0-3101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40.0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37 6777,'-1'-1'267,"1"1"0,0-1 0,-1 1 0,1-1 0,0 1 1,-1-1-1,1 1 0,0-1 0,0 0 0,0 1 0,-1-1 0,1 1 1,0-1-1,0 0 0,0 1 0,0-1 0,0 0 0,0 1 1,0-1-1,0 0 0,1 1 0,-1-1 0,0 1 0,0-1 1,0 0-1,1 1 0,-1-1 0,0 1 0,1-1 0,0-1-58,0 1-1,1 0 1,-1 0 0,0 0-1,1 0 1,-1 0-1,1 1 1,-1-1-1,1 0 1,0 1-1,1-1 1,6-2 78,0 2 1,0-1-1,0 1 0,10 1 0,66 5 492,-1 4-1,107 26 0,-117-21-580,566 120 621,92 17-255,1468 189 1131,1606 95 491,-2665-310-1866,623 65 27,1958 226-124,-1484-135-1002,329 39-841,-4-44-1770,-2000-227 1788,-65-10-948,-65-6-2987,-52-6-3418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47.4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337 0 13713,'16'4'3066,"-20"2"1099,2-5-3871,1 1 0,0-1-1,-1 0 1,1 1 0,0-1-1,0 1 1,0-1 0,0 1 0,0 0-1,0 2 1,-2 5 366,2 0 0,0 0 0,0 0 0,0 0 0,2 15 0,-2 28 1012,-15 34-781,-4-1 0,-59 160 0,35-119-604,6-4-579,4 1 0,-17 128 1,33-147-1952,-6 43-1527,21-121 919,2 0-1,0 0 1,6 42 0,6-13-8639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47.7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432 0 12169,'-35'26'9084,"-14"7"-4819,-53 52-1368,5 8-4678,12 6-4401,70-78 1612,-17 31-1,15-15-3756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47.9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521 123 10861,'25'-22'812,"-13"9"239,2 1-1,0 1 1,0 0-1,21-12 1,-27 19-712,38-19 2411,-45 22-2665,1 1 0,0-1 0,-1 1 0,1-1-1,0 1 1,0 0 0,0 0 0,-1 0 0,1 0 0,0 0 0,0 0 0,0 0 0,-1 0-1,1 1 1,0-1 0,0 1 0,-1-1 0,1 1 0,-1 0 0,1 0 0,0 0 0,-1 0-1,1 0 1,-1 0 0,2 1 0,1 4 16,0 0 0,0 0 0,-1 0 0,1 0 0,-1 1 0,-1-1 0,0 1-1,0 0 1,0 0 0,0-1 0,-1 1 0,0 0 0,-1 0 0,0 1 0,-1 9 0,-1 9 50,-1-1 0,-13 49 0,2-28-140,-2 0 0,-3-1 0,-1-1 1,-1-1-1,-41 58 0,-158 189-278,157-212 249,-25 25 72,-25 32-128,95-110 58,0 1 1,2 1-1,-21 45 1,36-68-10,-3 4 32,0 1 0,1 0 0,0 0 1,-2 16-1,5-23-49,-1-1 1,1 1-1,0 0 1,0 0 0,0 0-1,0 0 1,1 0 0,-1 0-1,0 0 1,1-1-1,-1 1 1,1 0 0,0 0-1,-1-1 1,1 1-1,0 0 1,0-1 0,0 1-1,0 0 1,1-1-1,-1 0 1,0 1 0,1-1-1,-1 0 1,1 0-1,-1 1 1,1-1 0,-1 0-1,1-1 1,2 2-1,4 1-312,0-1 0,0 0 0,0 0 0,1-1 0,-1 0 0,0 0 0,1-1 0,14-2 0,76-15-4240,-31 4 571,42-2-3907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48.3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1254 49 8829,'-16'-41'2263,"13"33"4637,6 10-5818,3 0-658,1 1-1,-1-1 1,1 0-1,11 2 0,-10-3-183,-1 1-1,1 0 1,-1 0-1,0 1 1,12 5-1,-12-4-106,0 0 0,-1 1 0,1-1 1,-1 1-1,0 1 0,9 10 0,-13-13-87,1 0 0,-1 1 1,0 0-1,0 0 0,0 0 0,-1-1 0,1 2 1,-1-1-1,0 0 0,0 0 0,-1 0 1,1 0-1,-1 1 0,0-1 0,0 6 1,-2 4 4,0-1 0,-1 0 1,0 0-1,-1 0 0,0-1 1,-1 1-1,-12 20 0,-7 6 88,-28 36 0,31-48-142,1 2 0,2 0 0,-18 38 0,28-50-41,1 1 0,1 0 0,1 1 0,0-1 0,2 1 0,0 0 0,1 0 0,1 0 0,0 0 0,2 0 0,4 33 0,79 249-287,-71-261 312,-8-23-7,0 0 1,-1 0 0,0 0 0,-2 1-1,0-1 1,-1 30 0,-1-38 15,-1-1 0,-1 1 0,0-1 0,0 1 0,-1-1 1,0 0-1,0 0 0,-1 0 0,0 0 0,0-1 0,-1 1 0,0-1 0,0 0 1,-1-1-1,-9 10 0,0-3-15,-2 0-1,1-1 1,-2-1 0,0 0 0,0-1 0,-1-1-1,-34 11 1,-145 32-537,195-52 548,-383 62-3216,126-35-2783,189-20 3199,-59 7-5130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49.8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374 141 6313,'4'-8'932,"-1"0"1,2 0 0,-1 0-1,1 1 1,0 0 0,0 0-1,1 0 1,6-6 0,-11 13-780,-1-1 1,1 0 0,-1 1-1,1-1 1,0 0 0,-1 0-1,0 1 1,1-1 0,-1 0 0,1 0-1,-1 0 1,0 0 0,0 0-1,0 0 1,1 0 0,-1 1-1,0-1 1,0 0 0,0-2-1,3-15 1916,10-10 287,-12 25-184,-5 4-1968,-1 0 1,0 1-1,1-1 0,-1 1 1,1 0-1,0 1 0,0-1 1,0 1-1,0-1 0,0 1 0,0 0 1,-4 6-1,-20 22 283,2 1 0,1 1 0,-38 65 0,49-74-375,-27 44 70,2 1 0,4 2-1,3 2 1,-36 120-1,63-174-242,1 0-1,1 1 0,1 0 1,0-1-1,1 1 0,2 0 1,0 0-1,7 37 0,-5-42-28,1-1-1,1 1 1,0-1 0,1-1-1,1 1 1,0-1-1,1 0 1,0 0-1,1-1 1,0 0-1,1-1 1,15 15 0,-5-10-100,1 0 1,1-2-1,0 0 1,1-2 0,0 0-1,1-2 1,0 0 0,1-2-1,-1 0 1,2-2 0,-1-1-1,1-1 1,0-1-1,0-1 1,29-2 0,-23-1 93,-1-2 1,0 0 0,0-2-1,0-2 1,0-1 0,-1-1-1,0-1 1,-1-2 0,0-1-1,-1-1 1,-1-2 0,30-21 0,-27 14 59,-2-2 0,-1 0 0,-1-2 0,-1 0 0,-2-2 0,-1-1 0,-1-1 0,33-64 0,-41 68 29,-2 0-1,-2-1 1,0 0 0,-2 0 0,-1-1-1,-1 0 1,-1 0 0,-2 0 0,-1-1-1,-1 1 1,-8-55 0,5 66-61,-1 0-1,-1 0 1,0 0 0,-2 0 0,0 1 0,-1 0-1,0 1 1,-1 0 0,-1 0 0,-1 1 0,0 0 0,-1 1-1,-1 0 1,0 1 0,0 0 0,-2 1 0,1 1-1,-2 0 1,1 1 0,-1 1 0,-1 1 0,0 0-1,0 1 1,0 0 0,-1 2 0,0 0 0,0 1-1,0 0 1,-1 2 0,1 0 0,-22 1 0,16 3-659,1 1 1,-1 1-1,1 1 1,-39 13-1,42-10-1319,0 0 0,-36 22 0,-12 22-6608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50.4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496 1 12113,'-19'28'2816,"3"-16"-35,-6 11-465,-13 14-480,0-14-384,-3 11-284,-10 6-716,10 9-864,-3 2-884,-10 0-980,-3 9-68,3 15-3209,4-1-4516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53.3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461 36 3876,'0'0'4048,"3"-1"-3569,28-14 285,-27 14 737,-1-6-2987,7-5 12239,-25 22-8501,4-2-1955,1 1-1,1 0 1,0 0-1,0 1 1,1 1-1,-10 14 1,-20 24 370,-190 250-94,171-219-1888,10-15-796,-6-2-968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54.0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50 9721,'0'0'13005,"-11"-10"-10227,11 10-2736,0 0 0,-1 0-1,1 0 1,0 0 0,0 0-1,-1-1 1,1 1 0,0 0-1,-1 0 1,1 0 0,0-1-1,0 1 1,0 0 0,-1 0-1,1-1 1,0 1 0,0 0-1,0 0 1,0-1 0,-1 1-1,1 0 1,0-1 0,0 1-1,0 0 1,0-1 0,0 1-1,0 0 1,0 0 0,0-1-1,0 1 1,0 0 0,0-1-1,0 1 1,0 0 0,0-1-1,0 1 1,0 0 0,0-1-1,1 1 1,-1 0 0,0 0-1,0-1 1,0 1 0,1-1-1,29-6 404,1 0 1,0 2-1,42-1 0,102 4-329,-107 2-250,720 26-5388,-265 9-6578,-415-24 3564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54.2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344 148 8549,'1'-6'718,"0"0"0,0 0 0,0 0 0,-1-1 0,0 1 0,0 0 0,-1 0 0,1 0 0,-2 0 0,1-1 1,0 1-1,-1 1 0,0-1 0,-1 0 0,1 0 0,-1 1 0,0 0 0,-1-1 0,1 1 0,-5-5 0,7 8-385,0 1-1,0-1 0,-1 1 1,1 0-1,0 0 1,0-1-1,-1 1 0,1 0 1,0 0-1,-1 0 1,1 0-1,-1 0 0,0 1 1,1-1-1,-1 0 1,0 1-1,1-1 0,-3 1 1,2 0-184,0 1 1,0 0 0,0 0-1,0 0 1,0 0-1,0 0 1,0 0 0,0 0-1,0 1 1,1-1-1,-1 1 1,1-1 0,-1 1-1,1 0 1,0 0-1,-2 2 1,-3 5-107,0 0 0,1 1 1,0 0-1,0 0 0,1 0 0,-3 13 1,-15 71-55,14-58-1,-42 218 12,21-112-1626,-18 72-4597,20-120-1930,-4 14-5628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54.8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756 61 6145,'0'-4'1628,"2"-8"-845,6-22 6590,-5 24-2128,-9 10-4947,1 2 1,-1-1-1,1 1 0,0-1 1,0 1-1,-1 1 0,1-1 1,0 1-1,-8 6 0,-3 0 195,-49 29 1322,-115 89 1,30 5-2538,29-34-3041,1-1-6404,65-40-478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55.3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229 178 6129,'-19'-33'1652,"19"32"-1568,-1 0 0,1 1-1,-1-1 1,0 1 0,1-1-1,-1 1 1,1-1-1,-1 1 1,0 0 0,0-1-1,1 1 1,-1 0 0,0-1-1,0 1 1,1 0 0,-1 0-1,0 0 1,0 0-1,1 0 1,-1 0 0,0 0-1,0 0 1,0 0 0,1 0-1,-1 0 1,0 0 0,0 1-1,1-1 1,-1 0-1,0 0 1,0 1 0,0 0-1,0-1 195,-18 3 1337,0-1 0,0-1 0,-1-1 0,-25-3 0,-18 0 5617,67 2-7103,-1 0-1,1 0 1,-1-1 0,1 1 0,-1-1-1,6-3 1,18-7 47,31 0-640,91-8 0,-62 11-509,96-18-2231,83-8-6673,-145 23 640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55.7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69 11853,'4'-4'298,"0"1"101,-1 0 0,1 0-1,-1 0 1,0-1-1,0 1 1,0-1 0,-1 0-1,4-7 1,-4 9-197,0 0-1,0 0 1,0 0 0,1 0 0,-1 0 0,0 1-1,1-1 1,-1 1 0,1 0 0,-1-1 0,1 1-1,-1 0 1,1 1 0,0-1 0,0 0 0,-1 1-1,4-1 1,0 0 24,0 0-1,0 1 1,0-1 0,-1 1-1,1 0 1,0 1-1,9 1 1,-11 0-162,0-1 0,0 1 0,0 0-1,0 1 1,0-1 0,0 1 0,0 0 0,-1 0 0,1 0 0,-1 0 0,0 1-1,5 6 1,-3-3 1,0 1 0,-1 0 1,0 1-1,0-1 0,4 18 0,-3-2 5,0 1 1,-2-1-1,1 49 0,-6-15-52,-1-1 1,-4 1-1,-1-1 0,-4 0 1,-1-1-1,-3 0 0,-3-1 1,-2-2-1,-33 62 0,34-83-14,-1-1-1,-34 38 1,-16 22 966,70-89-850,6-2-114,131-24-1054,-40 5-439,-60 13 800,349-43-10293,-262 44 4198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0:55.8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29 11637,'-12'17'9601,"18"-31"-10629,0 3-764,10 2-5505,3-2-840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02.3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475 4670 6097,'13'5'3186,"40"12"1182,-49-16-2926,12 3-726,-15-4-680,-1 1 1,1-1 0,-1 1-1,1-1 1,0 0-1,-1 0 1,1 1 0,-1-1-1,1 0 1,0 0-1,0 0 1,-1 0-1,1 1 1,0-1 0,-1 0-1,1 0 1,0-1-1,-1 1 1,1 0 0,0 0-1,-1 0 1,1 0-1,0 0 1,-1-1 0,1 1-1,0 0 1,-1-1-1,1 1 1,-1 0 0,1-1-1,0 1 1,-1-1-1,1 1 1,-1-1 0,1 1-1,-1-1 1,0 1-1,1-1 1,0-1 0,14-15 486,19-25 763,-32 40-1062,22 1-91,-16 1-122,-1 0 0,1 0-1,0 0 1,0 1 0,13 3 0,962 199-386,-798-167 316,1344 219-221,772 154 638,-1776-294-334,-24-5-173,-134-33 231,269 48-92,-347-76 38,416 57 68,489-1 22,-581-56-65,110 8-7,457 31 7,-571-63-72,686-61-1,-393-67-5,-668 61 46,-2-11-1,-3-9 1,425-178 0,-585 205 62,-2-2 0,-1-4 0,-2-2 0,67-60 0,126-118 1,83-67-130,-4-1 106,-311 261-44,0-1 0,-2-2 0,-2 0 0,0-1 0,-3-1 0,0 0 0,-2-2 0,-2 0 0,-1-1 0,-2 0 0,9-49 0,-11 33-6,-2 0 0,-3 0-1,-2 0 1,-2 0 0,-3 0-1,-2 0 1,-18-85 0,7 78 41,-3 1 1,-2 0-1,-3 2 1,-2 0-1,-2 2 1,-3 1-1,-2 1 1,-67-79-1,33 56 20,-3 3-1,-4 3 0,-2 3 1,-127-84-1,57 57 17,-5 5 0,-310-128 0,-203-24-39,473 183-16,-445-118-29,-13 26-70,418 96 96,-129-25-36,-388-48 10,122 18 30,9-44-129,-190-106 202,-357-101 28,-649-53 54,1569 362-149,-613-108-72,771 146 39,-622-72 38,496 72-37,-156-2-4,30 13-20,306 2 22,-662 53-25,518-26 14,-327 95 0,361-71 12,3 5 0,2 7 0,-155 97 0,209-113 14,4-3-3,3 3-1,-74 60 1,-163 135-39,258-202 23,-2-3-1,-2-3 0,-1-2 0,-110 43 1,107-55-6,0-3 1,-130 20-1,126-29-13,-124 2 0,170-11 11,-40 0-12,-93-11 0,47-4-19,0 4 1,-109 4-1,176 8 48,14-1-15,0 0 0,1 2 0,-1 1 0,1 0 0,0 2 0,-26 9 0,44-11 7,1 0-1,0 1 1,0 0 0,-10 9-1,8-7 0,5-3-1,0-1 0,1 1 0,0-1 1,-1 1-1,1 0 0,0 0 0,1 0 0,-1 0 0,0 0 0,1 0 0,0 1 0,-2 5 0,-6 46 2,7-39 0,-3 86 15,4-70-55,0 0-1,-9 42 0,-5-12-116,-3-2-1,-36 82 0,-66 112-394,94-201 476,-17 33-79,-86 197-253,111-234 380,3 1-1,2 1 1,-11 94-1,21-110 22,2 0-1,1 0 1,2 0-1,1 0 1,2-1-1,15 59 0,68 145-268,7 30-330,-69-160 353,-4 1 0,-6 0-1,-4 2 1,-6-1 0,-4 1-1,-4 0 1,-20 119 0,-30 64 676,49-281-398,-1 5-143,0 0-1,1 1 1,1-1-1,1 36 0,2-49-8,-1-1-1,1 1 0,0-1 0,0 1 0,0-1 0,1 0 0,-1 1 0,1-1 0,0 0 0,1 0 0,-1 0 1,1 0-1,-1-1 0,1 1 0,0-1 0,0 1 0,1-1 0,-1 0 0,1-1 0,0 1 0,-1 0 1,1-1-1,0 0 0,0 0 0,5 2 0,21 6-2573,38 9-1,2-4-2381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03.4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835 0 11165,'3'12'604,"-1"0"-1,0 0 1,-1 0-1,-1 0 1,0 0 0,0 0-1,-5 23 1,-2 3 629,-16 42 0,-24 51 446,-71 139 0,58-141-1008,-175 481 1085,44 19-1377,141-443-924,-36 265 0,75-355-943,4 1-1,4-1 1,5 1 0,23 166-1,-18-226-1065,14 43-1,23 34-5444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05.2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95 8153,'3'-4'263,"1"0"0,-1 0 1,1 0-1,0 0 0,0 1 0,1-1 1,-1 1-1,1 0 0,-1 0 1,1 1-1,0 0 0,0-1 0,0 1 1,7-1-1,23-11 1266,-19 7-947,0 2 0,0 0 0,0 0 0,1 1 0,0 2 1,-1-1-1,1 2 0,23 0 0,-12 2-238,0 2 0,0 1 0,-1 0 0,34 12 1,-55-15-306,0 1 0,0 1 0,0-1 0,0 1 1,0 0-1,0 0 0,-1 1 0,0 0 0,1 0 0,-1 0 1,-1 0-1,1 1 0,4 6 0,-7-7-26,0-1-1,0 0 1,0 1-1,-1-1 1,0 1-1,0 0 1,0 0-1,0-1 1,0 1-1,-1 0 1,1 0-1,-1 0 1,0 0-1,-1-1 0,1 1 1,-1 0-1,1 0 1,-1 0-1,0-1 1,0 1-1,-1 0 1,1-1-1,-1 1 1,-3 4-1,-3 5 4,0 0 0,-1-1 0,0 0-1,-1 0 1,-20 17 0,-67 49 26,-3 2-17,92-73-22,1 1 1,0-1-1,0 1 0,0 0 0,1 1 0,0 0 0,1 0 1,0 0-1,0 1 0,1-1 0,0 1 0,1 0 0,0 0 1,0 0-1,1 1 0,1-1 0,-1 1 0,2-1 0,0 1 1,0-1-1,1 1 0,0-1 0,0 1 0,1-1 0,1 0 0,6 16 1,9 21-88,-9-28 174,0 1-1,-2 1 1,-1 0 0,0 0-1,3 28 1,-9-44-64,1 0 0,-1 1 0,-1-1 1,1 0-1,-1 0 0,0 0 0,0 0 0,0 0 1,0 0-1,-1-1 0,0 1 0,0 0 0,-1-1 0,1 1 1,-1-1-1,0 0 0,0 0 0,0 0 0,-1 0 1,1 0-1,-1-1 0,0 0 0,0 1 0,0-1 1,-1-1-1,1 1 0,-9 3 0,-9 3-193,1-2 1,-32 8-1,49-14-870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05.4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26 106 14585,'12'-17'2925,"-21"5"-453,2 4-456,-5-4-392,2 4 1928,17-6-3724,-4-4-604,9 10-360,4 5-700,16 0-684,3 0-1000,3 6-1569,35 0-4052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05.7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769 69 12449,'0'0'2372,"1"-4"-203,0-3-1838,0 1 1119,0-1 1,0 1 0,0 0 0,-1 0 0,0-1 0,-2-11 0,1 16 223,-7 16-545,-17 21-589,-44 47 0,38-47-389,-31 39 8,-56 71-94,97-118-95,-122 158-1053,119-149-112,-35 72 0,44-77 259,-1-1-1,-1 0 0,-2-1 0,-22 26 0,29-41 48,-20 21-2455,30-34 2852,0 0-1,0 1 1,1-1-1,-1 0 1,0 0-1,0 0 1,0 0-1,0 0 1,0-1-1,-1 1 1,1 0-1,0-1 1,0 0-1,0 1 1,-1-1-1,1 0 1,-4-1-1,-12-1-6973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05.8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15409,'41'0'1393,"17"2"-289,-20 4-248,-3 3-228,6 5-360,3 3-388,4 3-492,0 3-628,5 3-421,-5-6-679,0 3-1616,-4 8-2789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06.3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2531 80 6185,'-242'-54'1958,"195"45"-1115,0 2 0,-1 2 0,1 2 0,-1 2 0,0 2 0,1 2 0,-71 14 0,31 2 174,1 3 0,0 5 0,2 2-1,-146 75 1,104-34-7,3 5-1,-141 113 0,164-108-349,4 3 0,-126 143-1,179-176-500,2 2-1,2 2 1,3 2 0,3 1-1,1 1 1,-37 101-1,60-131-162,0 0 1,2 1-1,1 0 0,2 1 0,0-1 0,2 1 0,1-1 0,2 1 0,1 0 0,1-1 0,1 1 1,2-1-1,1 0 0,1-1 0,1 1 0,2-2 0,1 1 0,1-2 0,1 0 0,2 0 0,0-1 1,1-1-1,2-1 0,0-1 0,2 0 0,37 30 0,-11-17-166,2-2 1,1-2-1,1-2 1,83 33-1,-18-18-95,134 31 1,-62-30 127,2-10 0,220 14 0,393-41-182,-539-25 358,271-55-1,-366 38 246,-1-7 1,266-104-1,-360 114-72,-2-3 0,-2-3 0,-1-3 0,-2-3 0,73-62 0,-98 69-54,-2-2-1,-2-1 1,-2-2-1,-1-2 1,-2-1 0,-2-1-1,-3-2 1,32-69 0,-40 70-40,-2-1 0,-2-1 1,-2 0-1,-3-1 1,-1-1-1,4-68 1,-13 82-70,-1 1 1,-2-1 0,-1 1-1,-1 0 1,-3 0 0,0 0 0,-2 0-1,-2 1 1,-27-58 0,20 58-98,-1-1 0,-2 2 0,-1 1 0,-2 1 1,-1 0-1,-1 2 0,-2 1 0,-45-35 0,46 43-292,-1 1-1,0 2 1,-1 1-1,-1 1 1,-1 1-1,0 2 1,-1 1-1,0 1 0,0 2 1,-39-5-1,27 10-861,1 1 0,-1 2 0,0 2 0,1 2 0,-53 11 0,76-11-660,0 1-1,-31 11 1,31-6-2569,-36 22-1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06.5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124 104 12125,'-35'-20'6709,"29"-3"-7197,0 3-1076,-23 3-921,4 2-1631,2 7-3081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10.2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0 279 9585,'12'-8'300,"40"-28"2649,1 2-1,110-50 1,-44 34-1375,-74 33-1067,0 1 0,57-11-1,-95 25-456,-3 1-26,0 0-1,0 0 1,0 0 0,0 1-1,0 0 1,0 0-1,0 0 1,0 0-1,0 0 1,0 1-1,0-1 1,0 1 0,0 0-1,-1 1 1,1-1-1,0 1 1,0-1-1,-1 1 1,1 0-1,-1 1 1,0-1-1,6 6 1,-5-4-12,-1 0 0,0 0 0,-1 1 0,1-1 0,-1 1 0,0-1 0,0 1 0,0 0 0,0 0 0,-1 0 0,0 0 0,0 1 0,-1-1 0,1 0 0,-1 0 0,0 7 0,-3 12-1,-1 0 1,0 0-1,-2-1 0,-16 42 1,11-33-59,-11 52 1,18-50 49,-1 48-1,-2 22-69,5-91 69,0-1 1,-1 1-1,-1-1 0,0 0 1,0 0-1,-9 14 0,1-6 19,-2 0 0,0-2 0,0 0 0,-2 0 0,0-1 0,-1-1 0,-1-1 0,-22 15 0,32-24-17,-18 14-1502,-48 28 0,70-46-1107,11 10-11542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10.3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 1 9597,'0'0'3876,"-32"0"-2352,7 0 1945,6 5-3469,0 1-820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10.7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236 1 10449,'26'12'2267,"-26"-11"-1961,-1 0 0,1 0-1,-1 0 1,0 0-1,0 0 1,1 0 0,-1 0-1,0 0 1,0 0-1,0-1 1,0 1-1,0 0 1,0 0 0,-3 0-1,-3 5 949,3 0-665,0 1 0,1-1 0,0 1 1,0-1-1,-3 10 0,-7 17 243,-4-5-728,-2-1-1,-31 35 1,32-40-1750,0-1 1,2 2 0,-26 46-1,37-60 872,2 0-1,-1 0 0,1 0 0,1 0 1,-4 18-1,6-25 704,0 0-1,-1 0 1,1-1 0,0 1-1,0 0 1,0 0-1,1 0 1,-1 0 0,0-1-1,1 1 1,-1 0-1,1 0 1,-1-1 0,1 1-1,0 0 1,0-1 0,0 1-1,0-1 1,0 1-1,0-1 1,0 1 0,0-1-1,1 0 1,-1 1-1,1-1 1,-1 0 0,1 0-1,-1 0 1,1 0 0,-1-1-1,1 1 1,0 0-1,0-1 1,-1 1 0,1-1-1,0 1 1,2-1 0,3 0 144,-1 0 0,1-1 0,-1 0 0,1-1 0,-1 1 0,1-1 0,-1-1 0,0 1 0,0-1 0,0 0 0,0 0 0,8-6 0,21-10 1502,-21 12-862,-6 3-134,0 0 0,0 1 0,0 0-1,1 0 1,12-1 0,-18 3-434,-1 1 0,1 0 0,-1 0 0,1 0 0,-1 1 0,1-1 0,-1 1 0,1-1 0,-1 1 0,1 0 0,-1 0 0,0 0 0,1 0 0,-1 0 0,0 1 0,0-1 0,0 1 0,0-1 0,0 1 0,0 0 0,0-1 0,-1 1 0,3 4 0,3 4 89,0 1 0,-1 0 0,-1 0 1,0 1-1,0 0 0,-1 0 0,-1 0 0,0 0 1,0 0-1,0 15 0,-1 11 82,-1 0 0,-4 41-1,0-60-290,3-15-10,4-5 0,13 0 16,-1-1 0,0-1 0,0-1 0,22-8 0,128-46-901,-164 57 657,0 1 1,0 0-1,1-1 1,-1 1-1,0 0 0,0 1 1,1-1-1,-1 0 1,0 1-1,0-1 1,0 1-1,0-1 1,0 1-1,3 2 1,-2-2-439,-3-1 318,1 1 0,-1 0 0,0 0 0,1 0-1,-1-1 1,0 1 0,0 0 0,0 0-1,0 0 1,0-1 0,0 1 0,0 0 0,0 0-1,0 0 1,0 0 0,0-1 0,0 1 0,0 0-1,-1 1 1,0 16-8523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11.4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86 4680,'7'-7'513,"1"-1"-1,0 1 0,0 1 1,0 0-1,1 0 0,0 0 0,0 1 1,0 1-1,1-1 0,14-3 1,-6 3 901,0 1-1,0 0 1,0 2 0,35-1 0,-49 3-527,25 13 1486,-20-8-1365,-1 1-1,0 0 1,15 13-1,-16-12-369,-7-6-571,1 0 0,-1 0 1,1 0-1,-1 0 0,1 0 0,-1 0 0,0 0 1,0 0-1,1 0 0,-1 0 0,0 0 1,0 0-1,0 0 0,0 0 0,0 0 0,0 0 1,-1 2-1,0 1 136,2 13 71,-2-1-1,0 1 1,-1-1-1,0 0 1,-1 0-1,-1 0 1,-1 0-1,-9 20 0,-9 16 41,-33 51-1,14-26-264,14-20-603,2-5-2318,-42 63 0,61-104 2232,-6 7-2511,1 2 0,-17 33 0,8 4-7337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11.7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82 1 10389,'24'11'2230,"-19"-8"1651,-6-1-2173,-5 17-774,0 0-1,1 1 1,2-1 0,0 1 0,1 0 0,0 27 0,-2 25 206,-3-31-697,-1 0-1,-16 44 1,12-44-642,-13 76-1,24-112 109,0 0-1,1-1 1,-1 1-1,1 0 0,0 0 1,1 0-1,-1 0 0,1 0 1,0 0-1,0-1 0,1 1 1,-1 0-1,1-1 1,0 1-1,5 7 0,-1-10-101,6-3 143,-1 0 0,0 0 0,0-1 1,1-1-1,-1 0 0,18-7 0,64-36-77,-53 25 60,-23 11 204,1 0 0,0 2 1,1 0-1,0 1 1,0 1-1,0 1 0,1 0 1,0 2-1,20-2 1,-38 5-109,0 0 0,0 0 0,0 0 0,0 0 0,0 1 0,-1-1 0,1 0 0,0 1 0,0 0 0,0-1 0,-1 1 0,1 0 0,0 0 0,-1 0 0,1 0 0,-1 0 0,1 0 0,-1 0 0,1 1 0,-1-1 0,0 0 0,2 4 0,-1-2-26,-1 0-1,1 0 1,-1 0-1,0 1 1,-1-1-1,1 0 1,-1 1-1,1-1 1,-1 1 0,0-1-1,-1 6 1,0 4-248,-1-1 0,-1 1 1,0-1-1,-1 0 1,-8 19-1,4-16-776,0 0 1,-1-1-1,0 0 0,-1-1 0,-1 0 0,0-1 0,-21 18 1,4 1-4414,4 3-3198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11.9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549 12 12501,'-19'-11'4497,"10"33"-2253,-10 18-284,0-8-300,-10 2-336,-3 9-232,-6 6-228,-9 5-200,2 3-232,4 0-800,0 3-508,-4-3-620,1-5-704,-1-6-596,4 11-3005,6 0-4916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12.4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5231 684 10677,'-28'-38'959,"-2"0"0,-2 3 0,-1 0-1,-1 2 1,-51-37 0,15 23-390,-1 4 0,-2 3 0,-132-51 0,70 43-52,-191-41 0,184 60-220,-1 7 0,-1 6 0,0 6-1,-193 12 1,165 12-49,0 7 0,2 7 0,-218 66 1,185-29-100,3 10 0,4 8 1,4 8-1,3 9 1,5 8-1,-274 213 1,368-250-127,3 4-1,-142 161 1,197-197-2,1 1 0,1 2-1,3 1 1,2 2 0,1 0 0,3 1 0,1 2-1,-23 88 1,38-114-24,1 0 1,1 1-1,1-1 0,1 1 1,1 0-1,1-1 0,1 1 1,1-1-1,1 0 0,0 1 1,2-2-1,1 1 0,1-1 1,0 0-1,2 0 0,0-1 1,2-1-1,0 0 0,1 0 1,23 25-1,-1-9-6,1-3 0,2-1 0,1-2 1,1-1-1,1-2 0,2-2 0,67 27 0,-6-11-25,1-4 0,132 26 0,-38-23 3,3-10-1,0-8 0,370-10 1,-238-32 1,506-96 1,-138-48 113,-539 114 2,-2-7 1,181-92-1,-272 114-32,-1-4-1,-2-2 1,-2-3 0,66-61-1,-102 80-36,-2-1 0,-1-1 0,-1-1 1,-1-2-1,-2 0 0,-1-1 0,-2-2 0,0 1 0,-3-2 0,17-50 0,-26 59-15,-1 1 0,-1-1 1,-1-1-1,-2 1 0,0 0 0,-2-1 1,-1 1-1,-8-51 0,2 45 12,-2 0-1,0 0 1,-3 1 0,0 1 0,-2 0-1,-27-43 1,10 28-32,-1 1 0,-3 2 0,-1 1 0,-3 2 1,0 2-1,-3 1 0,-1 2 0,-69-41 0,42 34-414,-2 4-1,-1 3 0,-2 2 1,-85-22-1,93 36-1310,-1 3 0,-117-10 0,151 23-868,-57 4 0,-22 14-5649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12.7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 9281,'22'-8'1068,"4"2"-1072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13.6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277 64 8141,'1'-2'2344,"1"0"-1669,-1 0 0,0 0 0,1 1 1,-1-1-1,0 0 0,0 0 0,0 0 0,0-1 0,0 1 0,-1 0 1,1 0-1,-1 0 0,1 0 0,-1-1 0,0 1 0,0-4 1,-2-13 379,1 16 2535,1 8-2535,-73 549 3493,50-396-3992,-34 209-4163,-50 179-9061,78-413-840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16.9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294 381 3516,'0'0'4442,"-3"-1"-4125,-6-1-1571,9 2 1472,-1 0 1,0 0-1,0 0 1,1 0-1,-1-1 0,0 1 1,1 0-1,-1 0 1,0 0-1,1-1 1,-1 1-1,0 0 0,1-1 1,-1 1-1,0 0 1,1-1-1,-1 1 1,1-1-1,-1 1 0,1-1 1,-1 1-1,1-1 1,-1 1-1,1-1 0,0 0 1,-1 1-1,1-1 1,0 0-1,-1 1 1,1-1-1,0 0 0,0 1 1,0-1-1,0 0 1,0 1-1,0-1 1,0 0-1,0 0 0,0 1 1,0-1-1,0 0 1,0 1-1,0-2 1,4-45 2439,-6 45-2548,1-1-1,-1 0 1,1 1 0,-1-1 0,0 1-1,0 0 1,0-1 0,0 1 0,-1 0-1,1 0 1,0 0 0,-1 1 0,0-1-1,-3-1 1,1-1 23,3 3 1739,-29-16-1884,8-3 276,22 15-221,0 0 1,1 0 0,-1 0 0,1 0-1,0 0 1,1 0 0,-1 0-1,1 0 1,0 0 0,0 0-1,1 0 1,-1 1 0,1-1-1,0 0 1,0 1 0,4-6 0,2-4 122,0 0 1,1 0 0,13-14 0,-16 22-69,0 0 0,0 0 0,1 1 0,0 0 0,0 0 0,0 1 0,14-7 0,-9 6 50,0 0 0,0 2 0,0-1 0,1 1 0,-1 1 0,1 0 0,0 1 0,-1 0 0,1 1 0,17 2 0,-13 0-12,0 2 0,0 0-1,0 0 1,-1 2-1,0 0 1,0 1-1,15 9 1,-5-1-16,-1 2 0,-1 1 1,0 1-1,-2 1 0,0 1 1,-1 1-1,-1 0 0,25 38 1,-38-49-98,-1-1 0,0 1 0,0 1 0,-1-1 0,0 1 0,-1-1 0,0 1 0,-1 0 0,3 24 1,-6-30-18,0 1 1,0 0 0,0 0 0,-1-1 0,0 1-1,0 0 1,-1-1 0,0 1 0,0-1-1,-1 0 1,0 1 0,0-1 0,0 0 0,0-1-1,-1 1 1,0-1 0,-1 1 0,1-1 0,-9 7-1,-3 1 10,0-1-1,-1-1 0,0 0 1,-1-2-1,0 0 0,-1-1 1,-27 9-1,-8-2 12,-78 13-1,-62-1 41,-70 14-2,248-36-52,13 1-1,22 10-45,-10-11-32,1 0 1,0-1-1,0 0 0,0-1 1,0 0-1,20 3 1,72 3-676,-56-7 358,763 27-6211,-356-51 1545,-152-13-1466,-128 7-622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17.1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724 230 6437,'-32'-82'1032,"28"76"-766,1 0 0,-1 1 0,0-1 0,0 1 0,0 0 1,-1 0-1,0 1 0,0-1 0,0 1 0,-1 0 0,-7-5 1,6 6 274,2-1 0,-1 0 1,0-1-1,1 0 1,-8-8-1,12 12-451,-4-5 530,1 0 1,-1 0-1,-1 0 1,1 1 0,-12-8-1,15 12-498,1 0-1,0 0 1,-1 0 0,1 1-1,-1-1 1,1 1-1,-1-1 1,1 1 0,-1 0-1,1 0 1,-1-1 0,1 1-1,-1 0 1,1 0-1,-1 0 1,1 1 0,-1-1-1,0 0 1,1 1 0,-1-1-1,1 1 1,0-1-1,-1 1 1,1-1 0,-1 1-1,1 0 1,0 0-1,0 0 1,-1 0 0,1 0-1,0 0 1,0 0 0,0 0-1,0 0 1,0 1-1,-1 1 1,-11 18 838,1 1-1,1 1 1,1 0 0,1 0 0,1 1-1,-9 41 1,-2 3 400,-78 246 1357,-66 153-4062,145-427-3130,-45 74 0,34-64-3308,6-4-4174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17.3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1 14829,'-22'0'9289,"44"3"-8325,26 8-476,3-2-960,9 2-592,10-2-880,6-6-792,7 8-3025,9 6-4848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17.7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29 11905,'-13'-14'3586,"22"6"840,-1 3-3692,-1 4 962,279 38 3401,-182-18-4616,-1 5 0,115 42 0,-205-61-475,1 1-1,-1 0 1,0 0 0,-1 2 0,1-1 0,-2 2 0,1 0 0,13 13 0,-22-20-8,-1 1 1,1 0-1,-1 0 0,1 1 1,-1-1-1,0 0 1,0 1-1,-1-1 1,1 1-1,-1 0 0,0-1 1,0 1-1,0 0 1,0 0-1,0 0 1,-1-1-1,0 1 0,0 0 1,0 0-1,0 0 1,-1 0-1,1 0 1,-1 0-1,0-1 1,0 1-1,-1 0 0,1-1 1,-1 1-1,0 0 1,1-1-1,-2 0 1,1 0-1,0 1 0,-1-1 1,-3 3-1,-4 5-13,-1 0 0,0-1 0,-1-1-1,0 1 1,-1-2 0,-24 13 0,-91 34-31,79-35 39,11-6-6,-62 28-164,90-37 133,-1 1-1,1 0 1,1 0 0,-1 1 0,1 0 0,-14 14 0,21-18 26,0-1 0,1 0 0,-1 1 0,0 0 0,1-1 0,-1 1 0,1 0 0,0 0 0,0 0 0,0 0 0,0 0 0,1 0 0,-1 0 0,1 0 0,0 0 0,0 0 0,0 0 0,0 0 0,0 0 0,1 0 0,-1 0 0,1 0 0,0 0 0,0 0 0,1 4 0,4 4-125,0 0 0,1 0 0,0-1 0,16 18 0,-8-10-114,-4-3 114,5 5-124,0 1 0,22 41 0,-37-59 249,0 0 0,0 0 0,0 1 0,-1-1 0,1 1 0,-1-1 0,0 0 0,0 1-1,0-1 1,0 1 0,-1-1 0,1 1 0,-1-1 0,0 0 0,0 0 0,0 1 0,-3 4 0,1-1 3,0-1 0,-1 0 0,0-1 0,0 1 1,0 0-1,-1-1 0,-8 8 0,-2-2-28,-1 0-1,0-1 1,0-1 0,-1 0-1,0-1 1,-1-1-1,0 0 1,-19 3 0,-13 2-1408,-87 7 1,111-17-683,-48-4 0,16 0-4091,18 5-2408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18.1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13 609 11469,'-13'29'10977,"16"-31"-10588,21-14 55,36-17 0,-36 21-322,-1 0-1,37-29 1,-31 16-5,-1-2 0,-1-1 0,-1-1 0,43-65-1,-23 19 1267,40-88-1,-49 82 819,-54 93-1318,-5 12-570,0 0 1,2 2-1,-34 54 1,-40 97-682,38-69-1860,7-13-1449,20-38-520,1-5-4273,20-35-1381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18.2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52 12893,'3'-29'2196,"16"20"1405,-6 1-2433,-1 2 488,11 18-1304,-1-1-488,-3 3-520,13 15-668,-7-1-620,-6 1-1021,-6 5-1319,3-2-3289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19.9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8333,'0'0'3509,"4"1"-2088,55 12 1280,89 6 0,-38-6-1792,737 87 1181,-145-19-1439,1232 169 252,-882-146-728,-773-99 0,-233-7-145,0-2 0,0-2 0,83-22-1,-119 25-38,0-1-1,0 0 0,0 0 0,-1-1 0,0-1 0,0 1 0,12-10 0,-20 14 3,0 1 0,-1-1-1,1 0 1,0 0 0,0 0-1,0 0 1,-1 0 0,1 0-1,0 0 1,-1 0 0,1 0-1,-1 0 1,1 0 0,-1 0-1,0 0 1,1 0 0,-1 0-1,0 0 1,0-1 0,0 1-1,0 0 1,0 0 0,0 0-1,0-3 1,-1 2-6,0 0 0,0-1-1,0 1 1,0 0 0,0 0 0,-1 0-1,1 0 1,-1 0 0,1 0 0,-1 0 0,-2-2-1,-3-1-116,0-1 0,0 2 0,0-1 1,-1 1-1,0 0 0,-8-4 0,11 7-16,0-1 1,0 1-1,0 0 0,0 0 1,-1 0-1,1 1 1,0 0-1,-6 0 1,9 0 55,0 1 1,0-1 0,0 0 0,0 1-1,0 0 1,0-1 0,0 1 0,0 0 0,0 0-1,1 0 1,-1 0 0,0 0 0,1 1-1,-1-1 1,1 0 0,-1 1 0,1-1-1,0 1 1,0 0 0,-1-1 0,1 1 0,0 0-1,-1 3 1,2-2-51,-1 0 0,1-1 1,0 1-1,0 0 0,0-1 0,1 1 0,-1 0 0,1-1 0,-1 1 1,1-1-1,0 1 0,0-1 0,0 1 0,0-1 0,0 1 0,1-1 1,-1 0-1,1 0 0,3 4 0,39 42-3085,-14-24-719,9 1-2011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21.2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1287 206 4192,'0'0'2627,"-1"-2"-2275,0 0-258,0 0 0,0-1 0,1 1 0,-1 0 0,0 0 0,1 0 1,0 0-1,0 0 0,0-1 0,0 1 0,0 0 0,0 0 0,0 0 1,1-1-1,-1 1 0,1 0 0,-1 0 0,1 0 0,0 0 0,0 0 0,0 0 1,0 0-1,0 0 0,0 1 0,1-1 0,1-2 0,7-14 1469,0 0 0,-1 0 0,-1-1 0,-1 0 0,7-32 0,-14 49-826,-16 18 489,9-7-968,-270 342 2932,211-260-2698,-114 167-209,-193 369 0,72-1-5951,263-539 1541,-28 100 1,38-68-4528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22.0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92 237 4968,'-4'-7'274,"1"-1"-1,-1 1 0,0-1 0,-1 1 0,0 1 0,0-1 0,0 1 0,-1 0 0,-7-7 0,9 10 31,1 0 0,0 0 0,0 0 0,0 0 0,0-1 0,1 0 0,0 1 0,-1-1 0,1 0 0,1 0 0,-1 0 0,-2-7 0,4 9-248,-1 0 0,1 1 1,-1-1-1,1 0 0,0 0 0,0 0 0,0 0 1,0 0-1,0 1 0,0-1 0,0 0 0,1 0 1,-1 0-1,1 0 0,-1 1 0,1-1 0,0 0 0,-1 0 1,1 1-1,0-1 0,0 1 0,0-1 0,1 1 1,-1-1-1,0 1 0,0-1 0,1 1 0,1-1 1,9-5 56,1 1 0,-1 0 0,1 1 0,1 1 0,-1 0 0,17-3 0,91-8 209,-100 13-288,545-1 384,-469 6-341,1863 119 183,-1706-102-240,357 32 66,933 77 683,-1461-125-741,-24-1-87,0 1 0,76 17 0,-127-17 8,1-1 0,0 1 0,-1 0 0,0 1 0,0 0 0,-1 1 0,1-1 0,-1 1 0,0 1 0,9 10 0,19 16-149,-10-14 65,0-2 0,2 0 0,44 20 0,89 29-187,-125-53 249,52 18-73,103 24-1,-136-43 149,1-2-1,0-3 1,67 0 0,-44-14 216,-77 6-205,1 1-1,0 0 1,0-1 0,0 1-1,0-1 1,0 0-1,-1 1 1,1-1-1,0 0 1,-1 0-1,3-2 1,30-29 234,-33 30-239,0 1 0,0-1 0,0 1 0,0-1 0,0 1 0,-1-1 0,1 0-1,0 1 1,-1-1 0,1 0 0,-1 0 0,0 0 0,1 1 0,-1-1 0,0 0 0,0 0 0,0 0-1,-1 0 1,1 1 0,0-1 0,-1 0 0,1 0 0,-1 1 0,1-1 0,-1 0 0,0 1-1,0-1 1,0 0 0,0 1 0,0-1 0,0 1 0,0 0 0,0-1 0,-3-1 0,-1-2-1,-1 0 0,1 0 0,-1 1 0,-1-1 0,1 1 0,-10-4 0,-71-28 155,85 35-206,-4-1 59,-1 1-1,1-1 1,1 0-1,-1-1 0,0 0 1,1 0-1,-9-5 1,12 6-17,-4 31 90,2 20-74,4-43 11,0-1 0,0 1 0,0 0 0,-1-1 0,0 1 0,0 0 0,0-1 0,-4 9 0,-43 83 662,-5-3 0,-67 91-1,-144 164 119,129-177-596,-127 167 35,-375 504-1974,534-696 760,7 4 0,7 4 0,-122 291 1,204-428 673,1 0-1,1 0 1,0 1 0,1 0 0,2 0 0,-1 0 0,2 35 0,1-51-62,0 0-1,1 1 0,-1-1 1,1 0-1,-1 1 0,1-1 0,0 0 1,1 0-1,-1 0 0,0 0 1,3 4-1,6 10-3121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27.3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1 225 10441,'145'-87'8349,"-102"68"-7450,0 2 0,1 1 1,1 3-1,60-10 0,189-23 1534,-260 43-2221,1 2 0,0 1 0,0 2 1,0 1-1,-1 2 0,51 14 0,-77-17-190,0 1 0,1 0 0,-1 1 1,0 0-1,-1 0 0,1 1 0,-1-1 0,0 2 1,0-1-1,0 1 0,-1 0 0,0 0 0,0 1 1,-1 0-1,0 0 0,0 0 0,0 1 0,-1 0 1,0 0-1,-1 0 0,1 0 0,-2 0 0,1 1 0,-1-1 1,0 1-1,-1 0 0,0-1 0,-1 1 0,1 0 1,-3 13-1,0-2-5,-2 0 0,0 0 1,-1 0-1,-1-1 0,-1 1 0,-1-2 1,0 1-1,-2-1 0,0 0 0,0-1 1,-2-1-1,-14 17 0,-6 4-16,-2-2 0,-1-2 0,-78 57 0,-29 3 43,-186 91 0,138-82-95,174-92 65,-1 0 0,1 0 0,1 2 1,-17 15-1,30-25-13,1-1 1,0 0-1,0 1 1,-1-1-1,1 1 0,0 0 1,1-1-1,-1 1 1,0 0-1,0-1 1,1 1-1,-1 0 1,1 0-1,-1 0 0,1-1 1,0 1-1,0 0 1,0 0-1,0 0 1,0 0-1,0 0 0,0-1 1,1 1-1,-1 0 1,1 0-1,-1 0 1,1-1-1,0 1 0,0 0 1,1 2-1,1 1-5,1 0 1,0 0-1,-1-1 0,2 1 0,-1-1 0,1 0 1,6 5-1,3 0-63,1-2-1,1 1 1,-1-2 0,1 0-1,0-1 1,32 6 0,-35-8-14,175 35-2274,210 15 0,199-13-9108,-579-39 10889,144 7-7385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27.5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108 1 9813,'2'1'236,"0"0"0,0 0 0,0 0 0,-1 0 1,1 1-1,0-1 0,-1 1 0,1-1 0,-1 1 0,1-1 0,-1 1 1,0 0-1,0 0 0,0 0 0,0 0 0,0 0 0,0 0 0,-1 0 0,1 0 1,0 3-1,1 6 742,-1 0 1,0 0 0,-2 12-1,2 6 418,-3 2-124,-1 1 0,-1 0 0,-16 58 0,-1 9 132,18-83-1214,-31 200 417,16 3-5547,15-189 2441,0 1 0,-11 38 0,7-35-1330,-1 10-4292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27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11789,'12'23'2104,"7"-14"-208,0-4-263,19-2-285,29 0-328,-7 9-204,10 5-168,10 3-368,9 3-508,3-3-612,12 8-636,11 1-352,2-4-613,1 1-1803,2 3-3249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28.0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23 8549,'4'-5'830,"5"-5"-246,-6 3 6173,-1 9-6508,1 0 0,0 0 0,0 0 1,0 0-1,1 0 0,-1-1 0,5 2 1,45 10 305,-44-12-483,-1 0 0,0 1 0,0 0 0,0 0 1,0 1-1,-1 0 0,1 0 0,-1 1 0,10 6 0,-9-5-48,-1 0-1,0 1 0,0 0 1,0 1-1,-1 0 0,0 0 1,0 0-1,-1 0 0,0 1 0,0 0 1,-1 0-1,0 1 0,0-1 1,-1 1-1,0 0 0,-1-1 1,0 1-1,2 18 0,-6 18 65,-15 80 0,11-95-130,1 0-1,2 1 0,1-1 0,1 0 0,1 1 1,6 34-1,-3-49-2,0 2-57,0 0-1,1 29 1,-4-42 91,0 0 0,0 0 1,0 0-1,-1-1 1,0 1-1,0 0 1,0-1-1,-1 1 0,0-1 1,0 1-1,0-1 1,0 0-1,0 1 1,-1-1-1,-4 4 0,-14 12 13,-1-2 0,-1 0-1,-1-2 1,-34 19 0,-16 11 49,65-40-69,1 0 0,1 1 0,-1 0 0,1 0 0,0 0 0,1 1 0,0 0 0,-9 16 0,7-12-25,4-6-128,1 1-1,-1-1 1,1 1 0,0 0-1,1 0 1,0 0 0,0 0-1,0 0 1,1 1 0,0-1-1,0 10 1,-2 15-2671,0 4-3078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28.5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769 203 9533,'2'-12'660,"-2"8"-378,0 0 0,1 1-1,0 0 1,0-1 0,0 1-1,0-1 1,0 1 0,2-4 0,0 5-48,0 0 1,0 0 0,0 0 0,0 0 0,0 0 0,0 1 0,0-1 0,0 1 0,7-2 0,-6 1-1,25-6 173,0 2 0,0 0 0,0 2 0,42-1 0,-46 4-297,-1 0-1,1-2 1,-1 0 0,0-2 0,0-1 0,0-1 0,32-14 0,-49 17 45,0-1 0,-1 0 0,0 0 0,0-1 0,-1 0 0,1 0 0,7-12 0,-12 17-144,1-2 485,-5 5-148,-9 3-136,1 2-1,1-1 1,0 2 0,0-1 0,0 1 0,-10 11 0,-52 64 524,29-33-403,2 1-20,3 1 0,-45 81 0,27-41-181,39-63-69,2 0 0,0 1 0,-13 44 1,-22 98 5,39-129-65,0 11 70,-7 68 1,14-79-80,-2-1 1,-2 0-1,-17 51 0,21-83 4,0 0-1,-1 0 0,0 0 1,-1-1-1,0 0 1,0 0-1,-1 0 0,0-1 1,0 0-1,-13 10 0,7-8-46,0-1 0,0-1 0,-1 0 0,0-1-1,0 0 1,-24 7 0,3-5-610,-1-1 0,0-1 0,0-2 1,0-2-1,-54-2 0,44-4-3446,-47-9 1,31 3-4804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28.7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0 138 9893,'4'-17'4416,"2"-3"-2672,0 5-231,1-2-269,-1 3-264,-3-3-196,4 5 400,-1 1-892,3-3-304,-18 28-10097,-13 6 1164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45.5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9 805 12637,'8'-19'2240,"-7"15"2419,-3 3-2572,1 0-1975,0 1 0,0 0-1,0-1 1,0 1 0,0-1 0,1 1 0,-1-1 0,0 0 0,0 1 0,1-1 0,-1 0 0,0 1 0,1-1 0,-1 0 0,0 0 0,1 0-1,-1 0 1,1 1 0,0-1 0,-1 0 0,1 0 0,0 0 0,0 0 0,-1 0 0,1 0 0,0 0 0,0-2 0,1 1 10,-1 0-1,1 1 1,0-1 0,0 0 0,0 0 0,0 0 0,0 1-1,0-1 1,0 0 0,1 1 0,-1-1 0,1 1 0,1-2 0,11-8 322,1 1 0,27-15 1,-26 16-94,49-26 182,2 2 0,1 4 0,74-22 0,220-46 17,653-95 88,11 60-990,-17 38-3713,-737 79 1253,-138 20-443,-98-1-535,53 12 0,-40 1-6629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45.7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14545,'4'1'127,"8"1"436,0 1 0,-1 1-1,0 0 1,0 0-1,0 1 1,0 1 0,-1 0-1,1 0 1,16 15 0,-14-9 124,0 0 0,0 1 0,-1 1 0,0 0 0,-2 1 0,1 0 0,-2 1 1,0 0-1,-1 0 0,-1 1 0,0 0 0,-1 0 0,-1 0 0,5 33 0,6 238 450,-15-196-6270,19 140 1,-5-152-1821,7 2-4587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46.2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107 473 14013,'0'0'1832,"3"-2"-215,61-25 1678,43-16-1823,-17 16-903,96-31-14,-149 43-454,0 0 0,63-39 0,-89 47-88,-1 0-1,0-1 0,0-1 1,0 1-1,-1-2 0,-1 1 1,0-1-1,13-21 1,-19 28-9,0 0 0,-1 0 1,0 0-1,1 0 1,-1 0-1,0 0 1,-1 0-1,1-1 1,-1 1-1,1 0 1,-1 0-1,0-1 1,0 1-1,0 0 1,-1-1-1,1 1 1,-1 0-1,0 0 1,0-1-1,0 1 1,0 0-1,0 0 1,-1 0-1,1 0 1,-4-4-1,2 3 1,0 1 0,0-1 0,-1 1 0,1-1 0,-1 1 0,0 0 1,0 0-1,0 1 0,0-1 0,0 1 0,-1 0 0,1 0 0,-1 1 0,1-1 0,-1 1 0,-5-1 0,-13 0 113,1 1 1,0 2-1,0 0 0,-1 1 0,1 1 1,0 1-1,1 1 0,-1 1 0,1 1 1,0 1-1,-23 13 0,-5 4 253,0 3-1,3 2 1,-59 48 0,78-55-226,0 0 0,2 1 0,0 2 0,-30 42 0,47-58-121,2-1 0,0 1 1,0 1-1,0-1 1,2 1-1,-1 0 1,1 0-1,1 1 1,0-1-1,1 1 0,0-1 1,0 1-1,1 0 1,1 0-1,0 0 1,1-1-1,2 15 1,0-18-97,0 1 0,0-1 0,1 1 0,0-1 0,0 0 0,1 0 0,0-1 1,1 1-1,0-1 0,0-1 0,0 1 0,1-1 0,0 0 0,0 0 1,0-1-1,16 9 0,-5-5-223,0 0 0,0-1 1,1-1-1,0-1 0,0 0 0,36 4 1,11-2-754,0-3 1,1-4-1,-1-2 0,1-3 1,-1-3-1,0-3 1,123-35-1,-131 26 608,0-3-1,-2-3 1,0-2-1,-2-2 0,59-42 1,77-86 1416,-54 41 1648,-130 111-2494,1-1 1,0 1 0,0 1-1,0-1 1,0 1 0,0 1-1,1-1 1,0 1 0,0 1-1,0-1 1,0 1 0,0 1-1,0-1 1,1 1 0,-1 1-1,0 0 1,1 0 0,-1 0-1,0 1 1,1 0 0,-1 1 0,11 3-1,91 30-1417,108 48 0,-7 16-7872,-157-71 3543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46.3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582 55 8545,'-95'-43'2196,"60"31"-228,-7 12-112,-2 3-236,3 0-251,-4 6-313,1 8-268,2 3-168,4 0-152,-3 6-372,12 11-732,1-3-880,2 3-853,7 6-2327,7 3-3685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46.5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235 0 13569,'-16'26'2036,"23"20"-131,-1 2-69,-28 118 1996,6-100-2992,-9 2-144,6 4-756,-13-1-352,3-5-656,1 0-660,6-6-580,2-3-3393,1 0-4752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46.6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1 126 12425,'0'0'3680,"3"-17"-2311,-3-3-301,22 12-420,29-7-656,12 4-888,23-1-856,19-2-1021,19 0-1203,28 0-2825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46.8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473 1 6813,'-35'-1'1135,"-75"4"2177,79 0-1835,-55-1-1,-11 0 656,-12 19 1728,104-20-1858,11-1-1015,105 1 1007,235-9-3440,-131-6-3637,-71 12-1064,-7 2-3381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47.5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153 1 14173,'-19'8'5873,"-3"-11"-4357,0 0 680,-1 12-1464,1 0-144,13 5-604,-1-3-400,-3 6-436,1 1-636,15 5-732,0-3-376,13 8-2589,9 12-4136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48.5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60 3140,'9'0'409,"0"0"-1,-1 1 0,1 0 1,10 2-1,-15-2 2731,-9-32 1001,0-4 5376,4 43-9062,0 1 0,-1-1 0,0 0 0,-1-1 1,0 1-1,0 0 0,0-1 0,-1 0 0,-9 13 0,7-10-295,1 0 0,0 0 0,0 1 0,-5 16-1,5-5-246,0 1 0,2 0-1,1 0 1,0 0 0,2 0-1,1 0 1,5 35 0,-3-43-880,1 1 0,0-2 0,1 1 0,14 27 0,-12-30-503,0 0 1,1-1-1,0 0 1,0 0-1,2-1 1,11 11-1,18 11-7017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47.6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141 0 12221,'-16'23'2172,"0"-14"-256,6-1 97,-9 7-345,-6 10-228,9-2-264,-6 11-220,9 9-228,10 6-848,9 2-440,7 4-992,6-1-820,16 0-3481,6 6-4996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48.7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149 0 11049,'-47'15'1988,"12"5"-116,13 0-255,12-9-301,1 15-244,-4-6-200,6 14-164,1 20-132,12-8-128,14 9-52,8-1-316,1 0-672,12-2-908,0-1-856,4 0-2849,9 7-4152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50.7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591 415 10065,'0'-1'346,"-1"1"-1,1 0 1,-1-1 0,1 1-1,-1 0 1,1 0 0,-1 0 0,0 0-1,1 0 1,-1 0 0,1 0-1,-1 0 1,0 0 0,1 0-1,-1 0 1,1 0 0,-1 0 0,0 0-1,1 0 1,-1 1 0,1-1-1,-2 1 1,-15 12 2872,-17 29-3295,20-24 935,-83 90 288,-148 216 1,197-251-1041,-47 83 83,70-113-67,24-40-1,18-17-139,14-21 27,-1-2 1,49-79 0,-22 30-51,-43 67 35,286-387 105,-228 320 373,3 3 0,128-109 1,-184 175-286,1 2 0,0 1 0,2 0 0,-1 1 0,2 2 0,28-12 0,-43 20-110,-1 1 1,1 0-1,0 0 1,-1 0-1,1 1 1,0 0-1,0 1 1,0 0-1,0 0 1,0 0-1,0 1 1,0 0-1,0 1 1,-1 0-1,1 0 1,-1 1-1,1 0 1,-1 0-1,0 0 1,0 1-1,0 0 1,0 1-1,6 5 1,-8-6-17,-1 0 0,0 0 1,-1 1-1,1-1 0,4 9 0,-1 0 97,0 1 0,9 29 0,45 210 1042,-55-220-1073,-2 0-1,-1 0 0,-1 0 1,-2 0-1,-9 63 1,6-63-54,-13 80-102,-37 135 1,-48 108-3183,-1 5-6020,99-352 8412,0 0 0,1 0 1,1 0-1,0 0 0,0 0 0,0 0 0,1 0 0,1 0 0,-1 1 1,4 11-1,9 17-7059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51.2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1 521 9577,'0'0'1296,"6"-1"-243,53-10 106,113-5 1,-52 7-674,816-136-274,-16-84 576,-848 208-526,259-62 1755,-321 81-1843,1 0-1,0 1 0,0 1 0,0 0 1,0 0-1,12 3 0,-20-3-124,-1 0 0,0 0 0,1 1 0,-1-1-1,0 1 1,0 0 0,0 0 0,1 0 0,-1 0-1,0 0 1,0 0 0,0 0 0,-1 1 0,1-1-1,0 1 1,0-1 0,-1 1 0,1 0 0,-1 0-1,1-1 1,-1 1 0,0 0 0,0 0 0,0 0-1,0 1 1,0-1 0,0 0 0,-1 0-1,1 0 1,-1 1 0,1-1 0,-1 0 0,0 1-1,0 1 1,-1 3 86,-1 0 0,0 0-1,0-1 1,0 1 0,-1-1-1,0 0 1,0 0-1,-1 0 1,0 0 0,-5 7-1,2-3 71,-71 95 1822,-109 114 0,-31 38-581,204-239-1364,1 1 0,1 0 0,0 2-1,2-1 1,0 1 0,2 0 0,-8 27-1,14-37-70,-1 0 0,2 0 0,-1 1-1,2-1 1,-1 0 0,2 1 0,-1-1-1,2 0 1,-1 1 0,2-1 0,-1 0-1,2 0 1,-1-1 0,1 1-1,1-1 1,8 14 0,-3-8-104,1-1 0,1-1 1,1 0-1,0-1 0,0 0 0,1-1 0,1 0 1,0-1-1,1-1 0,0-1 0,34 15 0,-18-11-90,1-1 0,0-2-1,0-1 1,1-2 0,54 5-1,-62-10 116,0-1-1,0-2 1,34-3-1,-53 3 52,0 0 0,0 0 0,0-1 0,0 0 0,-1 0 0,1 0-1,-1-1 1,0 0 0,0-1 0,0 1 0,0-1 0,0 0-1,-1 0 1,1-1 0,-1 0 0,0 0 0,6-9 0,-9 12 10,-1-1-1,0 0 1,1 0 0,-1 0 0,-1 0 0,1 0-1,0 0 1,-1 0 0,1 0 0,-1 0 0,0 0-1,0 0 1,0 0 0,-1 0 0,1 0 0,-1 0-1,1 0 1,-1 0 0,0 0 0,0 0 0,0 0-1,-1 1 1,1-1 0,-1 0 0,1 1 0,-5-5-1,-3-4-14,0 0-1,-1 1 0,-1 0 0,-16-12 1,-8-2-352,-1 3-1,-1 0 1,0 3 0,-67-23 0,16 5-1392,76 31 1323,-75-32-2648,34 13-3612,33 16-2289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51.7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525 1 12273,'-2'1'2035,"-12"10"-1184,1 0 0,0 1 0,1 0-1,0 1 1,1 1 0,0-1 0,-12 23 0,-54 114 1114,-23 93-852,-113 420-1,207-644-1128,-9 41-153,14-57 155,1 0-1,-1 1 1,1-1-1,0 0 1,0 1 0,0-1-1,0 1 1,1-1 0,-1 0-1,1 1 1,0-1 0,0 0-1,2 5 1,-2-7 14,0 0 0,0 1-1,1-1 1,-1 0 0,0 0 0,1 0 0,-1-1 0,1 1-1,-1 0 1,1 0 0,-1-1 0,1 1 0,-1-1 0,1 0-1,0 1 1,-1-1 0,1 0 0,0 0 0,-1 0 0,1 0-1,0 0 1,2-1 0,44-9 7,-36 7-29,65-15-36,207-41 47,-237 53-5,-1 2 1,2 2 0,-1 2 0,55 7-1,-73-4 22,-1 1 0,0 1-1,1 2 1,-2 1 0,1 1-1,-1 1 1,28 15 0,-51-22-15,2-1 14,-1 1-1,0 0 1,1 0-1,-1 0 1,-1 1-1,1-1 1,0 1-1,-1 0 1,0 1-1,0-1 0,0 1 1,-1 0-1,1 0 1,2 7-1,-4-9 2,0 0 0,0 0 1,1 0-1,-1 0 0,1 0 0,-1 0 0,1-1 0,0 1 0,0-1 0,0 0 0,0 0 0,0 0 0,0 0 0,6 2 0,55 16 42,-33-11-73,162 77 60,-87-26-512,-83-45-592,1 0 0,1-2 0,0-1 0,1-1 0,34 10 0,-56-20 745,7 2-476,-1 0 1,1-1-1,0-1 1,0 1-1,17-1 1,-25-2 695,0 1 0,0-1-1,0 1 1,1-1 0,-1 0 0,0 0 0,0 0 0,0-1-1,0 1 1,-1-1 0,1 1 0,0-1 0,-1 0 0,1 0 0,-1-1-1,1 1 1,-1 0 0,0-1 0,0 1 0,0-1 0,0 0-1,-1 1 1,1-1 0,1-4 0,2-11 18,0 0-1,-1 0 1,-2 0 0,1-1-1,-2 1 1,-1-1 0,-1-21-1,1-13-154,16-172-1015,-10 189 634,1-1 0,2 1 0,2 0 0,15-35 0,10-2-1487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51.8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311 1 6449,'-82'3'1288,"18"5"104,48-8-192,-12 3-204,-1 3-208,4-6-300,-1 0-484,7-3-496,-3 3-556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52.3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480 0 9413,'0'0'4112,"-16"18"-2220,0 2-319,-12-6-297,-10 9-328,3 2-204,-3 4-84,0 2-172,-4-2-196,1 0-420,0 2-384,3 6-580,3 0-484,6 3-457,4 3-2663,6 9-3681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52.5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325 17 8805,'22'-17'7252,"-41"26"-6203,-10 14-313,1 5-208,-4 4-472,-9 5-800,0-3-745,-17 3-967,4 6-1516,10 6-2809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54.5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52 11673,'11'-18'2555,"-9"13"-1353,1 1 0,-1-1 0,1 1-1,1 0 1,6-8 6652,-11 42-5740,-7 39 1,-1 19-1705,9-45-751,2-1 0,2 1 1,2-1-1,1 0 1,3-1-1,1 0 0,17 42 1,-6-31-2347,40 71 0,44 37-6799,-28-64-2675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55.2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539 810 12913,'12'-5'-634,"7"-4"4779,-13 5 538,-22 7-2222,10-1-2149,0 1 1,-1 0 0,1 0-1,1 0 1,-1 1 0,0 0-1,1 0 1,0 1 0,-9 9-1,-44 56 1053,31-36-893,-119 160-168,-38 119-5948,165-277 4641,8-17 93,1 0 1,1 1 0,1 0-1,0 1 1,-6 28 0,14-49 880,1 1 0,-1-1 1,0 1-1,1-1 1,-1 0-1,0 1 1,1-1-1,-1 0 1,0 1-1,1-1 1,-1 0-1,0 1 1,1-1-1,-1 0 0,1 0 1,-1 0-1,1 0 1,-1 1-1,1-1 1,-1 0-1,0 0 1,1 0-1,-1 0 1,1 0-1,-1 0 1,1 0-1,-1 0 0,1 0 1,-1 0-1,1 0 1,0-1-1,0 1-54,3 0 69,0-1 1,0 0-1,0 0 1,0 0-1,0-1 1,0 1-1,0-1 1,-1 0-1,1 0 1,-1 0 0,1 0-1,-1-1 1,0 0-1,0 1 1,0-1-1,0 0 1,0 0-1,-1-1 1,4-4-1,7-12 125,0-1-1,11-28 1,-10 21-77,167-340 655,-106 212-376,152-270 1035,-190 367-883,4 1 0,2 1 1,2 3-1,95-88 0,-117 122-293,1 2 0,1 1 0,0 0-1,1 2 1,1 1 0,41-15 0,-52 23-87,0 1 1,0 1-1,1 0 0,-1 1 1,1 1-1,0 1 1,0 0-1,0 1 0,0 1 1,0 0-1,-1 2 1,32 7-1,-41-8-68,0 1 0,-1-1 0,1 2 0,-1-1-1,1 1 1,-1 0 0,0 0 0,0 1 0,-1-1 0,1 1 0,-1 1 0,0-1-1,0 1 1,-1 0 0,0 0 0,0 0 0,0 0 0,-1 1 0,0-1 0,0 1-1,0 0 1,-1 0 0,0 0 0,1 12 0,-1-4 5,-1 0 1,-1 0-1,0 0 1,-1 0-1,-1-1 1,0 1-1,-1 0 1,0-1-1,-1 1 1,-1-1-1,-8 18 0,-6 3-75,-1-1-1,-1 0 0,-2-1 0,-1-2 0,-1 0 0,-55 49 0,21-29-194,-2-3 1,-101 61 0,97-70 32,-93 39 1,124-64 157,0-1 1,-1-2 0,-1-1 0,-64 8-1,85-17 55,0-1-1,-23-2 1,-4-1 135,39 3 207,28-1 139,-17 3-417,-1-1-1,1 1 0,-1 1 1,0-1-1,0 1 1,0 0-1,0 1 0,0 0 1,6 5-1,61 49 438,-49-37-357,228 207 427,-5-3-2651,-185-175-1651,2-2-1,82 47 1,-71-54-4451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56.0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488 946 5881,'2'2'368,"1"-1"1,-1 1 0,0-1 0,1 0 0,-1 1-1,1-1 1,-1-1 0,1 1 0,0 0 0,-1 0-1,1-1 1,3 1 0,-4-2-275,-1 1-1,1 0 1,-1-1-1,0 1 1,1-1 0,-1 1-1,1-1 1,-1 0 0,0 1-1,1-1 1,-1 0-1,0 0 1,0 0 0,0 0-1,1 0 1,-1 0-1,0-1 1,-1 1 0,1 0-1,0 0 1,0-1 0,0 1-1,0-3 1,6-10 466,-1-1-1,0 1 1,-1-1 0,0 0 0,-2 0-1,3-17 1,-6 26-440,1 1 0,-1-1 0,0 1 0,0-1-1,-1 1 1,1-1 0,-1 1 0,-1 0 0,1-1 0,-1 1 0,0 0-1,0 0 1,0 0 0,-1 0 0,0 0 0,0 1 0,0-1 0,0 1-1,-1-1 1,-7-6 0,5 7-52,0 0-1,0 1 1,0 0-1,-1 0 1,1 1 0,0-1-1,-1 1 1,0 1-1,1-1 1,-1 1 0,0 1-1,0-1 1,0 1-1,0 0 1,-13 2 0,-2 1 49,0 1 1,0 1-1,-33 12 1,26-6-46,1 2 1,0 0 0,1 2 0,-26 19-1,38-24-74,0 1-1,1 1 1,1 0-1,0 1 1,1 0-1,0 1 0,1 1 1,-11 17-1,20-28-36,0 0 1,-1 0-1,2 1 0,-1-1 0,0 0 0,1 1 0,0-1 1,0 1-1,0-1 0,0 1 0,1 0 0,0-1 0,0 1 1,0 0-1,1-1 0,-1 1 0,1-1 0,0 1 0,1-1 1,-1 1-1,1-1 0,-1 0 0,1 1 0,1-1 0,-1 0 0,0-1 1,1 1-1,0 0 0,0-1 0,0 1 0,1-1 0,-1 0 1,1 0-1,3 3 0,8 4-145,0-1 0,0 0 0,0-2 0,1 1 0,0-2 0,1 0 0,29 6 0,-1-3 99,0-2 0,1-3 0,0-1 0,0-2 0,0-3-1,0-1 1,-1-2 0,1-3 0,-1-1 0,0-2 0,-1-2-1,-1-2 1,0-2 0,-1-2 0,-1-2 0,-1-1 0,-1-2-1,40-32 1,-35 18 276,-1-1 0,-2-2 0,-2-2 0,-2-1 0,-2-2 0,42-73 0,140-321 2491,-214 434-2628,53-114 909,-55 120-948,-1 0-1,1 1 1,-1-1-1,1 0 1,-1 0-1,1 0 1,-1 0-1,1 1 1,-1-1-1,1 0 1,-1 0-1,1 1 1,-1-1-1,1 0 1,-1 1-1,0-1 1,1 1-1,-1-1 1,0 0-1,1 1 1,-1-1-1,0 1 1,1-1-1,-1 1 1,0-1-1,0 1 1,2 4 3,0-1 0,0 0 0,0 0 0,-1 1 0,0-1 0,0 1 0,0-1 1,-1 1-1,0-1 0,0 9 0,-7 50 70,4-41-46,-30 155-566,-89 282 0,54-250-921,66-206 1422,1 0 0,0 0 0,0 1 0,1-1 0,-1 0 0,1 0 0,0 0 0,-1 1 0,1-1 0,1 0 0,-1 0 0,0 1 0,1-1 0,0 0 0,-1 0 0,1 0 0,0 0 0,1 0 0,1 4 0,-1-5 9,1 1 0,-1 0 0,1-1 0,-1 0 0,1 0 0,0 0 0,0 0 0,0 0 0,0 0 0,0-1 0,0 1 0,0-1 0,1 0 0,-1 0 0,4 0 0,13 2 37,-1-1 0,1-1 0,0-1-1,38-5 1,-46 4 31,56-5 316,0 4 0,0 2 0,0 4 0,0 2 0,-1 3-1,0 3 1,-1 3 0,0 3 0,67 29 0,-94-31-319,66 24-135,-87-37-9,0-1 0,0 0 1,0-2-1,0 0 0,0-1 0,32-5 0,-42 4 76,1 0 0,-1 0 0,0-1 0,0 0 0,-1 0 0,1-1 0,-1 0 0,0 0 0,0-1 1,7-5-1,8-9-5,29-32 1,-23 22 9,0-7 13,-24 31 1,-2 2 9,-19 0-30,16 3-1,-1-1 0,1 1 0,0 0 0,0-1 0,0 1 0,0 0 0,0 0 0,-1 0 0,1 0 0,0 0 0,0 0 0,0 0 1,0 0-1,-1 0 0,1 1 0,0-1 0,0 0 0,0 1 0,0-1 0,0 1 0,0-1 0,0 1 0,-1 1 0,1-2-20,1 0 1,-1 0 0,1 1-1,-1-1 1,1 0 0,-1 0-1,1 1 1,0-1 0,-1 0-1,1 1 1,-1-1 0,1 1-1,0-1 1,0 0 0,-1 1-1,1-1 1,0 1 0,0-1 0,-1 1-1,1-1 1,0 1 0,0-1-1,0 1 1,0-1 0,0 1-1,0-1 1,-1 1 0,1-1-1,1 1 1,-1-1 0,0 1-1,0-1 1,0 1 0,0-1-1,0 1 1,0-1 0,1 1-1,18 17-1701,-9-10 1484,-3-4-1559,-1 0-1,1 0 1,0 0 0,9 2-1,5 1-4463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56.3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 1 7477,'-3'4'885,"-7"8"-377,4-8 5725,-11-8-4544,16 4-1640,0-1 0,0 1-1,0 0 1,0-1 0,0 1 0,0 0-1,0 0 1,0 0 0,0 0-1,0-1 1,0 1 0,0 1-1,0-1 1,0 0 0,0 0-1,0 0 1,0 0 0,0 1-1,0-1 1,0 0 0,0 1 0,1-1-1,-1 1 1,0-1 0,0 1-1,0 0 1,0 0 0,-13 16 917,14-16-916,-1 0 0,0-1 0,1 1 0,-1 0 0,1 0 0,-1-1-1,1 1 1,-1 0 0,1 0 0,0 0 0,0 0 0,-1 0-1,1-1 1,0 1 0,0 0 0,0 0 0,0 0 0,0 0-1,0 0 1,0 2 0,5-1 86,0 1 0,0-1-1,1 0 1,-1 0 0,0-1-1,1 1 1,0-1 0,-1-1-1,8 1 1,4 2-37,0-1 0,0 2 0,-1 0 0,0 1 0,0 1 0,0 0 0,0 1 0,-1 1 0,18 12 0,22 18-226,52 46 0,-59-45-613,-42-35 132,23 22 395,-17-11-2161,-7 1-4403,-5-26 6684,0 1 0,1 0 0,0-1 0,0 1-1,1 0 1,0 0 0,1 0 0,0 0 0,1 0 0,-1 1-1,2-1 1,-1 1 0,6-8 0,-5 11-50,0-1 0,1 1 0,-1-1-1,1 2 1,0-1 0,0 1 0,0-1 0,1 2 0,0-1 0,-1 1 0,1 0 0,1 0 0,-1 1 0,0 0 0,0 0-1,11-1 1,2 1-2016,2 2-511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56.6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179 0 11953,'0'0'2092,"-7"20"-292,4-3-231,-7-2-297,1 2-328,-7 0-176,-9 17-144,9-5-104,-3 2-368,-3 3-696,2 6-1012,5 18-992,5 7-2489,4 1-3988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58.6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65 11597,'8'-9'664,"-5"6"-283,0-1 1,0 1 0,0 0-1,0 0 1,1 0-1,-1 0 1,1 1 0,0-1-1,-1 1 1,1 0 0,7-2-1,-7 3 2115,-2-5 787,12-8 5060,-15 37-7892,-1 0 1,-1 0-1,-7 24 0,2-11-467,2-1 0,1 1-1,-1 40 1,6-56-96,1 1-1,1-1 0,1 1 1,1-1-1,0 0 1,14 36-1,-6-27-1251,1-2 0,1 0-1,1 0 1,27 35-1,-26-42-1136,0-2 0,1 0-1,28 22 1,34 18-9602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58.8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299 0 11617,'-32'31'2436,"10"-19"-71,6-1 115,-15 9-448,-1-5-208,3 2-304,-2 3-272,2 8-288,4 1-208,2 5-139,7 6-257,7-3-760,6 9-569,6-9-507,0 3-840,10 3-508,6 0-3169,9 3-5220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58.9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6 13717,'-7'-5'2052,"-5"13"2985,8 12-3881,1 0-260,-3 0-184,3 0-528,6 6-348,3 14-564,7-9-748,12 4-652,10-4-1049,3 0-1527,13 1-3689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1:59.8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 78 22954,'-74'-77'0,"152"261"0,-82-291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00.5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90 590 11769,'-9'3'1015,"-1"0"0,0 0 1,1 1-1,-1 0 0,1 1 0,-13 8 0,21-12-957,0 0-1,0 0 1,0 0 0,0 0-1,1 0 1,-1 0 0,0 0-1,1 0 1,-1 0-1,1 0 1,-1 0 0,1 0-1,0 0 1,-1 1 0,1-1-1,0 0 1,0 0 0,0 0-1,0 1 1,0-1-1,0 0 1,0 0 0,0 0-1,0 1 1,1-1 0,-1 0-1,1 0 1,-1 0 0,0 0-1,1 0 1,0 0 0,-1 0-1,1 0 1,0 0-1,-1 0 1,1 0 0,0 0-1,0 0 1,1 1 0,5 1 8,0 1 1,1-1-1,-1 0 1,1-1 0,0 0-1,0 0 1,-1-1 0,1 1-1,0-2 1,0 1-1,0-1 1,0-1 0,11-1-1,10-1 80,1-2-1,39-13 1,-28 5 40,-1-3 0,0-1 0,-2-2 0,0-2 0,-1-1 0,-1-2 0,-1-1 0,38-37-1,17-25 1715,120-151-1,-207 234-1797,14-17 577,0 1-1,1 1 0,0 1 1,26-19-1,-45 37-664,1 0 1,0 0-1,0 0 0,0 0 0,0 1 1,0-1-1,0 0 0,0 0 0,0 0 1,0 0-1,0 0 0,0 0 0,0 0 1,0 0-1,0 1 0,0-1 0,0 0 1,0 0-1,0 0 0,0 0 1,0 0-1,0 0 0,0 0 0,0 1 1,0-1-1,0 0 0,0 0 0,0 0 1,0 0-1,0 0 0,0 0 0,0 0 1,0 0-1,0 0 0,0 1 0,0-1 1,0 0-1,1 0 0,-1 0 0,0 0 1,0 0-1,0 0 0,0 0 0,0 0 1,0 0-1,0 0 0,0 0 0,0 0 1,1 0-1,-1 0 0,0 0 0,0 0 1,0 0-1,0 0 0,0 0 0,0 0 1,0 0-1,1 0 0,-1 0 0,0 0 1,0 0-1,0 0 0,0 0 0,0 0 1,0 0-1,0 0 0,0 0 0,1 0 1,0 12 17,0 1 0,-1-1 1,0 0-1,-1 1 0,0-1 1,-1 0-1,0 0 0,-6 16 1,-38 101-55,40-114 20,-164 350 2,-26-14 0,144-260 0,-82 167-5717,81-152 2931,47-96 1600,0 1-1,1 1 1,0-1-1,1 1 1,0 0-1,1 0 1,0 0-1,-1 15 1,10 25-9416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01.1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836 217 3844,'-4'-3'178,"0"0"-1,0 0 0,0 0 0,0 0 1,0 1-1,-1-1 0,1 1 0,-1 0 1,0 1-1,1-1 0,-1 1 0,-7-1 1,11 1-66,0 0 0,0 0 0,-1 0 0,1 0 0,0 0 0,0 0 0,1 0 0,-1-1 0,0 1 1,0 0-1,0 0 0,1-1 0,-1 1 0,1-1 0,-1 1 0,1 0 0,-1-2 0,0-1 232,-3-5 320,0 1 98,0 0 1,1-1 0,0 1 0,1 0-1,-1-1 1,0-9 0,2 11-120,-1 0 1,1 0 0,-2 0-1,1 1 1,-1-1-1,0 0 1,0 1 0,-1 0-1,-7-11 1,8 14-341,2 2-192,1 1 0,-1 0 0,0-1 1,0 1-1,0 0 0,0 0 0,0 0 0,1 0 0,-1 0 1,0 0-1,0 0 0,0 0 0,0 0 0,0 0 0,0 0 1,1 1-1,-1-1 0,0 0 0,0 1 0,0-1 0,1 0 1,-3 2-1,2-1 175,-2 0-103,-1 1 1,1 0-1,0 0 1,0 0 0,0 0-1,1 1 1,-1-1-1,0 1 1,1 0-1,0-1 1,-1 1-1,-2 6 1,-19 45 1293,14-29-875,-138 337 3285,24-58-3595,-6-2-3501,92-216 1395,-32 69-3071,24-50-2323,4 3-5431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01.5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841 91 9881,'31'-36'2431,"-24"29"1621,-8 5-3804,1 1-1,-1-1 0,1 0 1,-1 0-1,0 1 1,0-1-1,0 0 1,0 1-1,0-1 1,0 0-1,0 1 0,0 0 1,-1-1-1,1 1 1,0 0-1,-1 0 1,-2-2-1,0 0-122,1 1-1,0 0 1,-1 0 0,1 0 0,-1 1-1,0-1 1,0 1 0,-4-1 0,-7 1 40,-1 0 0,0 2 0,1 0 0,-1 0-1,1 1 1,-1 1 0,-18 6 0,-10 5 162,-51 24 0,14 1-427,3 3-1,2 3 0,1 3 0,-70 62 1,132-100-15,1 1 1,0 0-1,-15 19 1,25-28 98,0 0-1,0 0 1,1 0 0,-1 1 0,1-1 0,-1 0-1,1 1 1,0-1 0,0 1 0,0-1 0,0 1-1,0 0 1,1-1 0,-1 1 0,1 0 0,0 0 0,0-1-1,0 1 1,0 0 0,0 0 0,1-1 0,-1 1-1,1 0 1,-1-1 0,1 1 0,0 0 0,0-1 0,2 3-1,-1-3 13,0 0-1,0 0 0,0 0 0,0 0 0,0-1 0,0 1 0,1-1 0,-1 0 1,0 1-1,1-1 0,0 0 0,-1 0 0,1-1 0,-1 1 0,6 0 1,47 2 77,-39-3-41,52-1 522,104-17-1,-105 9 864,111-1-1,-170 10-1286,1 1 0,-1-1 0,0 1 0,0 1 0,0-1 1,1 1-1,-2 1 0,1 0 0,0 0 0,0 0 0,-1 1 0,12 8 0,-14-8-253,-1 0-1,0 0 1,-1 0-1,1 1 1,-1 0-1,0 0 1,0 0-1,0 0 1,0 0-1,-1 0 1,0 1-1,0-1 1,-1 1-1,0-1 1,0 1-1,0 0 1,0-1-1,-1 1 1,0 8-1,-1-1-1253,0 1 1,-5 23-1,-6 8-7909,3-20 14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01.8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334 59 9905,'17'-15'833,"-6"5"733,0 1 0,23-15 1,-33 23-1470,0 1 0,0 0 0,0 0 0,0 0 0,0 0 0,0 0 0,0 0 0,0 1 0,0-1 0,0 0 0,0 0 0,0 1 0,0-1 0,0 1 0,-1-1 1,1 0-1,0 1 0,0 0 0,1 0 0,0 0 168,0 0-193,0 1 0,0-1-1,0 1 1,0-1 0,-1 1 0,1 0 0,0-1-1,0 1 1,-1 0 0,0 0 0,1 0 0,-1 0-1,0 1 1,0-1 0,0 0 0,0 0 0,0 1-1,0-1 1,-1 0 0,1 1 0,-1-1 0,0 4-1,1 6 63,0-1 0,-2 1-1,-1 17 1,-1-10-17,-2 0-1,0 1 0,-1-1 1,0-1-1,-2 0 1,-16 30-1,-62 84 235,37-67-35,-102 101 0,133-149-30,-2 0 0,0-1 0,-32 19 0,48-33-104,5-4-160,0 0-1,0 1 1,0-1-1,0 1 0,0-1 1,0 1-1,0-1 0,0 1 1,1 0-1,-1-1 1,3-1-1,3-3 10,180-157 110,-107 97-349,184-144-2040,-185 154-996,126-66 0,-183 111 1738,0 1 0,27-8 0,46-3-5430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02.1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440 471 9945,'18'-25'3583,"-17"22"-3125,1 0-1,0 1 1,-1-1-1,1 0 1,0 1-1,0-1 1,1 1-1,-1 0 1,0-1 0,4-1-1,7-5 374,9-6 378,-1-1 1,-1-1 0,30-32 0,-16 9 291,36-55-1,21-26-105,-80 109-1255,-7 6-68,1 0 1,-1 1-1,1 0 1,1 0-1,6-5 1,-12 10-67,1-1 1,0 1-1,0-1 0,0 1 1,0 0-1,0-1 1,0 1-1,0 0 0,0-1 1,0 1-1,0 0 1,0 0-1,0 0 1,0 0-1,0 0 0,0 0 1,0 0-1,0 0 1,0 0-1,0 1 1,0-1-1,0 0 0,-1 1 1,1-1-1,0 1 1,0-1-1,0 1 0,0-1 1,0 1-1,-1-1 1,1 1-1,0 0 1,0 0-1,-1-1 0,1 1 1,0 0-1,-1 0 1,1 0-1,-1 0 1,0-1-1,1 3 0,5 8-2,-1 0 0,-1 1 0,0-1 0,-1 1 0,0 0 0,-1 0 0,0 0 0,-1 0 0,0 1 0,-1-1 0,-1 0 0,0 1 0,0-1 0,-1 0 0,-1 0 0,-5 16 0,-1 1-61,-1-2 0,-2 1 1,-1-1-1,-1-1 0,-32 46 1,14-31-197,-2-2 0,-1-1 1,-2-1-1,-78 58 1,-184 100-2543,103-72-2019,186-117 4023,-19 14-1563,19-5-2907,15-1-3676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02.4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593 1 12705,'-108'173'6936,"-28"103"-4082,33-62-2314,81-171-542,-78 141-424,76-141-17,2 0 1,1 1-1,3 0 0,-14 52 1,30-92 407,1 1 0,0-1-1,0 1 1,0 0 0,1-1 0,0 1 0,0 0 0,0-1 0,0 1-1,1 0 1,-1 0 0,1-1 0,0 1 0,4 8 0,-4-12 32,0 1 1,0-1 0,0 1 0,0-1-1,0 0 1,1 0 0,-1 1-1,0-1 1,1 0 0,-1 0 0,1 0-1,-1 0 1,1-1 0,0 1-1,-1 0 1,3 0 0,0 0 24,0-1 1,0 1-1,-1-1 1,1 0-1,0 0 1,0 0-1,0 0 1,-1-1-1,8-2 1,167-53 1063,-30 7 683,-135 45-1385,0 1 0,0 1 1,0 0-1,18 0 0,-28 2-317,-1 0-1,0 0 1,0 0 0,1 0-1,-1 1 1,0-1-1,0 1 1,0-1 0,0 1-1,0 0 1,0-1 0,0 1-1,0 1 1,0-1 0,0 0-1,0 0 1,0 1 0,-1-1-1,1 0 1,-1 1 0,1 0-1,-1-1 1,1 1 0,-1 0-1,0 0 1,0 0-1,0 0 1,0 0 0,0 0-1,0 0 1,-1 0 0,1 0-1,-1 0 1,1 1 0,-1 2-1,1 5 40,-1-1-1,-1 1 1,1-1-1,-2 1 1,1-1-1,-5 14 1,-7 19-448,-3-2 0,-32 64 0,-1-1-3819,40-80 915,1 1 1,-9 40 0,9-13-6815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02.7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603 0 12709,'0'0'4061,"-22"12"-2033,-10 8-76,7-6-256,-4 6-308,-12 6-272,3-1-232,-6 7-208,-1-1-440,1 1-788,-4-4-344,0 4-808,-2-7-808,-8-2-976,14 3-1729,9 11-4176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02.9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436 1 13853,'0'0'4261,"-19"11"-2185,-10 9-348,-3-5-272,-3-1-272,-3 9-240,-3 0-400,3 2-992,-3 1-528,-1 6-968,1 5-828,-3 6-3141,9 8-5096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03.1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753 9 12129,'-16'-9'2332,"-3"23"-91,-16 12 207,1-3-292,-11-3-280,1 6-308,-7-1-348,-6 7-284,0 5-183,-1 0-345,1 0-808,3 9-709,0 3-611,0-4-964,-35 73-5525,61-53-2752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03.4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931 1 13309,'-67'34'2176,"36"-17"97,-27 12-17,4-3-288,-3-1-308,-6 1-336,-7 6-276,-6 2-288,0 9-832,-4 2-688,-2 7-1008,9-1-1080,3 12-3465,-3 3-5716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04.7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1 5541,'-6'2'404,"1"0"1,-1 1-1,1 0 1,0 0 0,-1 0-1,2 1 1,-1-1-1,0 1 1,1 0 0,-1 1-1,1-1 1,0 1-1,1 0 1,-6 8 0,-28 53 1062,37-64-1424,-1 0 0,1 0 1,0 0-1,0 1 0,0-1 1,1 0-1,-1 0 0,0 0 1,1 0-1,0 0 0,1 4 1,-1-4 26,3 1 95,12-1-99,1 1 76,0-1-1,-1-1 1,1 0 0,0-1-1,0-1 1,-1 0 0,1-2 0,29-7-1,-45 10-134,-1 0 0,1 0-1,-1 0 1,1 0-1,-1 0 1,0 0-1,1 0 1,-1 0 0,1 0-1,-1-1 1,1 1-1,-1 0 1,1 0-1,-1 0 1,0-1 0,1 1-1,-1 0 1,0-1-1,1 1 1,-1 0-1,0-1 1,1 1 0,-1 0-1,0-1 1,1 1-1,-1-1 1,0 1-1,0 0 1,0-1 0,1 1-1,-1-1 1,0 1-1,0-1 1,0 1-1,0-1 1,0 1 0,0 0-1,0-1 1,0 1-1,0-1 1,0 1-1,0-1 1,0 1 0,0-1-1,-1 1 1,1-1-1,0 1 1,0 0-1,0-1 1,-1 1 0,1-1-1,0 1 1,0 0-1,-1-1 1,1 1-1,0-1 1,-1 1 0,1 0-1,0 0 1,-1-1-1,1 1 1,-1 0-1,1 0 1,-1-1 0,-2-1 1,0 1 1,0-1-1,1 1 1,-1-1 0,0 1-1,0 0 1,-1 0-1,-5-1 1,-7 3-26,-1 0 0,1 1 1,-1 0-1,-22 7 0,21-5-103,14-3 73,0 0 0,0 0 0,0 1 0,0-1 0,1 1-1,-1 0 1,0 0 0,1 0 0,-1 0 0,1 0 0,0 1 0,0 0 0,-4 3 0,6-4-91,2 1-32,1 4 163,-1-4-11,0 0 0,0 0-1,0-1 1,0 1 0,0 0-1,1-1 1,-1 1 0,1-1 0,-1 0-1,1 1 1,3 2 0,1 1-45,0 0 0,-1 0 1,1 1-1,-1 0 0,-1 0 0,0 0 1,0 1-1,0-1 0,-1 1 1,0 0-1,0 0 0,1 9 1,0-3-120,1-1 0,0 0 1,10 18-1,-7-18 59,0-1-1,1 0 1,0 0 0,0-1-1,2 0 1,-1-1 0,1 0-1,22 14 1,-28-20 174,1-1 0,0 0 0,0 0 0,0-1 0,0 0 0,1 0 0,-1 0 0,1-1 0,-1 0 0,1 0 0,-1-1 0,1 0 0,-1 0 0,1 0 1,-1-1-1,1 0 0,-1 0 0,1-1 0,-1 0 0,0 0 0,8-3 0,-12 3-24,0-1 0,0 1 0,-1 0 0,1-1 0,0 1 0,-1-1 1,1 0-1,-1 1 0,0-1 0,0 0 0,0 0 0,-1 0 0,2-5 0,-2 3-63,0 0 0,0 1 0,-1-1-1,1 0 1,-1 1 0,0-1 0,-1 0 0,1 1-1,-1-1 1,0 1 0,0 0 0,0 0-1,0-1 1,-1 1 0,0 1 0,0-1 0,0 0-1,0 1 1,0-1 0,-1 1 0,1 0 0,-9-5-1,-4-3-136,-1 1-1,0 0 1,-1 1-1,-21-8 0,1 4-93,28 10 201,-1 0-1,1-1 1,0 0-1,0-1 0,0 0 1,1 0-1,-15-11 0,23 14 76,1 1 0,0 0 1,0-1-1,1 1 0,-1 0 1,0 0-1,1 0 0,-1 0 1,1 0-1,0 0 1,-1 0-1,1 0 0,0 0 1,-1 0-1,1 0 0,0 0 1,0 0-1,0 0 0,0 0 1,0 1-1,0-1 0,0 0 1,0 1-1,0-1 1,2 0-1,24-6 142,-26 7-162,2 0-19,5 9 105,-8-9-75,1 0 0,-1 0 1,1 0-1,-1 1 0,1-1 0,-1 0 0,0 0 0,1 1 0,-1-1 0,0 0 0,1 1 0,-1-1 0,0 1 1,1-1-1,-1 0 0,0 1 0,0-1 0,0 1 0,1-1 0,-1 1 0,0-1 0,0 0 0,0 1 1,0-1-1,0 1 0,0-1 0,0 1 0,0 0 0,-2 3-17,0 0 0,0 0 0,-1 0 0,1 0 0,-1-1 0,-5 5 0,-3 5-113,-11 15-477,14-19-320,1 0 0,0 1 0,-8 14 0,4 12-2586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05.4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 6101,'0'0'20173,"2"-1"-19643,1-1-467,1 0-1,-1 1 0,0-1 1,1 1-1,-1 0 0,1 0 0,0 0 1,-1 1-1,1-1 0,0 1 0,5 0 1,47 6 116,-40-3-111,809 165-1928,-356-63-109,302 60-1764,-588-121 1778,-159-37 513,-54-13 657,-242-55-6820,190 46 2139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14.6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518 46 12053,'-24'-38'7874,"19"30"-2960,5 11-3369,-4 39 359,1 70 1,3-25-1254,-4-34-642,-2 0 0,-16 59-1,-35 103-1815,44-169 1205,-31 85-2743,-5-1 0,-76 139 0,124-267 3282,-50 93-2614,46-86 2185,-1-1 0,0 0 0,0 0 0,-1-1-1,0 0 1,0 0 0,-1 0 0,-9 6 0,-2-5-2933,-3-11-1425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15.0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0 637 6529,'78'-171'1895,"-67"150"-1376,1 1 0,1 0-1,1 1 1,0 0 0,2 1 0,0 1 0,1 0-1,29-21 1,-23 18 73,14-9-22,2 1 1,1 1 0,1 3-1,1 1 1,0 2 0,2 2 0,1 2-1,0 2 1,1 2 0,0 1-1,1 3 1,69-4 0,-61 8-393,1 3 1,-1 3 0,0 1-1,0 4 1,-1 1-1,1 3 1,-1 3-1,59 21 1,-97-28-159,-1 1 0,0 0 1,0 1-1,0 1 0,-1 0 1,-1 1-1,1 0 0,-2 2 1,13 12-1,-20-19-9,-1 1 1,1 0-1,-1-1 1,-1 2-1,1-1 0,-1 0 1,0 1-1,-1-1 1,1 1-1,-1 0 1,-1 0-1,1 0 0,-1 0 1,0 0-1,-1 0 1,0 0-1,0 0 1,0 0-1,-1 0 0,0 0 1,0 0-1,-1 0 1,-4 12-1,-4 2-2,0 0 0,-1-1-1,-1 0 1,-1-1 0,-29 34 0,-90 81-12,114-117 6,-124 109 4,70-65 4,-91 100 0,155-152-11,1 0 0,0 0 0,0 1 0,1 0 0,0 1 0,1-1 0,0 1 0,1 0 0,-6 21 0,9-25 1,0 0 0,0 0 0,1-1 0,0 1 0,1 0 0,-1 0 0,1 0 0,0 0 0,1-1 0,0 1 0,0-1 0,0 1 0,1-1 0,0 0 0,0 1 0,0-2 0,1 1 0,5 7 0,20 18 0,1 0 0,2-2 0,0-2 0,44 29 0,-53-39 3,78 54 5,-34-25-10,-1 3 1,62 61-1,-111-92 1,0 0 0,0 1 0,-2 1 1,-1 0-1,0 1 0,-1 0 0,-2 1 0,0 1 0,-1 0 1,-2 0-1,8 30 0,-13-40 5,-1 0 1,0 0 0,-1 0-1,0 0 1,-2 0 0,1 0-1,-1 0 1,-1 0 0,0 0-1,-1 0 1,-1 0-1,0 0 1,0-1 0,-1 0-1,-1 0 1,0 0 0,0-1-1,-2 0 1,1 0 0,-1-1-1,-15 16 1,-1-5-31,-1 0-1,-1-2 1,-1 0 0,0-2 0,-1-1 0,-1-1 0,-1-2-1,-41 14 1,-20 0-373,-146 25 0,129-35-789,-192 7 1,235-23 55,1-4 1,0-2 0,0-4 0,-82-20-1,119 21-361,1-1 0,-36-16-1,35 10-1968,-32-23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15.3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687 1 13957,'-3'16'866,"-1"0"0,0 0 0,-1 0 1,-1-1-1,0 1 0,-12 18 0,-59 87 2990,32-54-3029,18-22-349,2 1 0,-24 58 1,40-82-390,1 1 0,1-1 0,1 1 0,2 1 0,0-1 0,1 1 0,0 28 0,4-41-72,1 0 1,0 1 0,0-1-1,1 0 1,1 0 0,0 0-1,0 0 1,1-1 0,1 0-1,-1 0 1,2 0 0,-1 0-1,1-1 1,1 0-1,0-1 1,0 0 0,0 0-1,1-1 1,0 0 0,20 11-1,-14-9-2,0 0-1,1-2 0,0 0 1,1 0-1,-1-2 0,1 0 0,1-1 1,-1-1-1,0 0 0,1-1 1,-1-1-1,1-1 0,19-2 1,-31 1-4,-1 1 0,1-1 0,-1-1 0,1 1 1,-1-1-1,0 0 0,0 0 0,0-1 1,0 1-1,0-1 0,0 0 0,-1 0 1,0-1-1,1 1 0,-1-1 0,0 0 0,-1 0 1,1-1-1,5-8 0,-6 7-1,-1 0 0,1 0 0,-1 0-1,0-1 1,-1 1 0,0-1 0,0 1 0,0-1-1,-1 1 1,0-1 0,0 1 0,0-1 0,-1 0-1,0 1 1,-1 0 0,-3-13 0,-3-2-7,-1 0 1,-1 0 0,-1 1-1,-1 1 1,0 0 0,-1 0-1,-1 1 1,-21-20-1,-6-2-8,-2 2 0,-54-37 0,24 25-215,-3 4 0,-106-49-1,-53-2-6364,264 94 990,16 5 829,8 4-2472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15.6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515 1 9413,'-1'2'2013,"-5"6"-1472,0-1 0,0 1 1,0-1-1,-1-1 1,0 1-1,0-1 0,-1 0 1,-15 8-1,-17 16 633,21-12-695,1 0-1,1 2 1,0 0 0,-22 37-1,-44 95 678,73-131-1052,0 1-1,1 0 1,2 0-1,0 1 0,1 0 1,1 0-1,2 0 1,-2 32-1,5-44-81,0 0 1,1-1-1,0 1 0,1-1 0,0 0 1,1 1-1,0-1 0,0 0 0,1 0 1,0-1-1,1 1 0,0-1 0,1 0 1,0 0-1,0-1 0,1 0 0,0 0 1,0 0-1,1-1 0,14 11 0,-7-9-5,0 0 0,0-1 0,1 0 0,0-2 0,0 0-1,1 0 1,30 5 0,-34-9 30,1 0-1,0 0 1,1-2-1,-1 0 1,0 0 0,0-1-1,0-1 1,0 0 0,24-8-1,-31 8-1,-1-1-1,1 0 1,-1-1 0,0 1-1,0-1 1,-1 0-1,1-1 1,-1 0 0,0 1-1,0-2 1,0 1 0,-1 0-1,0-1 1,0 0-1,0 0 1,-1 0 0,0 0-1,0-1 1,0 1-1,-1-1 1,0 0 0,0 0-1,-1 0 1,0 0 0,1-12-1,-2 1-23,0 0-1,-1 0 0,-1 0 1,-1 0-1,0 0 1,-2 0-1,0 1 1,-13-32-1,4 21-113,-1 0 1,-1 1-1,-2 0 0,-1 2 0,-26-30 0,11 20-420,-1 1 1,-68-50-1,83 71-120,0 0 1,-34-15-1,-97-37-4213,83 41-399,44 19-2051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15.7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893 1 16886,'-182'175'6191,"82"-78"-1346,-136 171 0,192-210-5036,3 2 1,2 1-1,2 2 1,4 1-1,-45 124 1,27-8-5104,32-102 607,5-16-1523,-5 10-6239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15.9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28 18002,'8'-24'2713,"-7"24"-2416,0-1 0,1 1-1,-1 0 1,0 0 0,0 0-1,0 0 1,1 0 0,-1 0-1,0 0 1,0 0 0,0 0 0,1 1-1,-1-1 1,0 0 0,0 1-1,0-1 1,2 2 0,8 1 726,33-1 559,58-3 0,12-1-1050,269-2-3189,-46-1-955,399 36-4347,-421-1 1666,-108-3-977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16.6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159 181 9341,'-6'-1'97,"-8"-1"1847,0-1 0,-1 0 0,1-1 0,-15-7 0,-19-10 2033,47 20-3858,0 0-1,0 0 1,0 0-1,0 0 1,-1 0-1,1 0 1,0 0-1,1 0 0,-1 0 1,0 0-1,0-1 1,0 1-1,1 0 1,-1 0-1,1-1 0,-1 1 1,1-1-1,-1 1 1,1-3-1,-2-3-373,1 5 349,3 2-73,0-1-1,0 1 1,0 0-1,0 0 1,0 0-1,0 0 1,0 0-1,0 0 1,0 0 0,0 1-1,3 0 1,9 2 33,252 16 216,-54-8-253,545 20-409,134-8-245,-1-54 66,-800 23-406,0-4-1,146-39 1,-192 35-685,-43 16 1551,0 0 0,-1-1-1,1 1 1,0 0 0,0-1-1,0 1 1,0-1 0,0 1 0,-1-1-1,1 1 1,0-1 0,-1 1 0,1-1-1,0 0 1,-1 1 0,1-1-1,0 0 1,-1 0 0,1 1 0,-1-1-1,0 0 1,1 0 0,-1 0-1,0 0 1,1 0 0,-1 0 0,0 1-1,0-1 1,0 0 0,0 0-1,0 0 1,0 0 0,0 0 0,0 0-1,0 0 1,0 0 0,0 0 0,-1 0-1,1 0 1,-1-2-308,-1 1 1,1 0-1,-1-1 0,1 1 1,-1 0-1,0 0 0,0 0 1,0 1-1,0-1 1,0 0-1,-4-2 0,-38-10-6859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16.8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140 1 13517,'16'85'2796,"-16"-25"-11,-9 0-413,6 6-252,-4 3-308,-2-3-388,-1 11-295,-2 0-237,-4 9-464,-3-1-696,0-2-872,-7 6-761,1-4-959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17.1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14593,'18'28'3599,"39"48"-1,-40-56-3276,-1 1 1,0 1 0,-2 0 0,15 32-1,-17-23-280,-3 1 0,0 0 0,-2 0 0,-1 0 0,-2 1 0,-1 0 0,-1 0 0,-2 0 0,-2 0 0,0 0 0,-3 0 0,0-1 0,-2 0 0,-2 0 0,-1 0 0,-25 53 0,10-37-89,24-48 52,0 0 0,0 0 0,0 0-1,0 0 1,0 0 0,0-1 0,0 1 0,0 0 0,0 0-1,0-1 1,0 1 0,0-1 0,0 1 0,0-1 0,0 1-1,1-1 1,-1 1 0,0-1 0,0 0 0,0 0-1,1 1 1,-1-1 0,1 0 0,-1 0 0,0-1 0,0-2-2,1-1 1,0 1 0,1 0-1,-1 0 1,1-1 0,0 1-1,0 0 1,0 0 0,3-7-1,21-42 45,-16 35-34,12-20-91,1 1 0,2 1 1,1 2-1,2 0 1,2 2-1,50-45 1,-14 22-1372,2 3 0,100-59 0,4 17-6497,-88 55-540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17.4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 1 12413,'-48'137'5595,"41"-117"-4904,2 1-1,1 1 1,0-1-1,2 1 1,1-1-1,1 31 0,20 129-88,-16-156-614,-2-12-51,1-1-1,0 1 0,2-1 0,-1 1 0,1-1 0,1 0 0,0-1 0,11 16 0,-14-22 39,0-1-1,1 1 1,-1-1 0,1 0 0,0 0-1,0 0 1,1 0 0,-1-1 0,1 1-1,0-1 1,-1-1 0,2 1-1,-1-1 1,0 1 0,0-1 0,1-1-1,-1 1 1,1-1 0,-1 0 0,1 0-1,10 0 1,8-6 316,-1 0 1,1-2-1,-1 0 0,-1-1 0,0-2 1,40-22-1,-35 12 1473,-25 18-1099,2 3-130,1 1-394,-2-2-110,0 1 0,0 0 0,1 0 0,-2 0 0,1 1 0,0-1 1,0 1-1,0-1 0,0 1 0,-1 0 0,1 0 0,-1 0 0,0 0 1,1 1-1,1 3 0,26 39-1638,-10-13-2273,24 28 0,-20-37-2054,3-3-3723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17.7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43 394 11345,'1'-3'446,"1"1"0,0 0 0,0 0 0,0 0 0,0 0 0,1 0 0,-1 0 0,0 0 0,1 1-1,0-1 1,-1 1 0,5-2 0,40-12 1510,-21 7-1354,164-70 1859,-146 57-1552,-2-2-1,48-33 1,-77 46-477,0-2 1,18-19 0,0-1 255,-28 30-626,0-1 1,-1 1-1,0-1 0,1 0 0,-1 0 0,0 0 1,0 0-1,-1 0 0,1 0 0,-1 0 0,2-6 0,-2 8-45,-1-1-1,0 1 0,0 0 0,0 0 0,0 0 0,0-1 1,0 1-1,0 0 0,-1 0 0,1 0 0,0-1 0,0 1 1,-1 0-1,1 0 0,-1 0 0,1 0 0,-1 0 0,0 0 1,1 0-1,-1 0 0,0 0 0,0 0 0,0 0 0,0 0 0,1 1 1,-1-1-1,0 0 0,0 0 0,-1 1 0,1-1 0,0 1 1,0-1-1,0 1 0,0 0 0,-2-1 0,-8-2 74,0 2-1,1-1 1,-1 1-1,0 1 1,0 0 0,1 0-1,-1 1 1,0 1-1,0-1 1,1 2-1,-20 6 1,-5 4 184,0 1 1,-38 23-1,34-16-16,2 2 0,-61 48 0,82-57-257,0 0 0,1 1 0,1 1 0,0 0 0,1 1 0,1 0 0,-17 33 0,27-46-94,0 0-1,0 0 1,1 1-1,-1-1 0,1 0 1,0 1-1,0-1 0,1 1 1,-1-1-1,1 1 0,0-1 1,1 1-1,-1-1 0,1 0 1,-1 1-1,1-1 0,1 1 1,2 6-1,-1-4-155,1-1-1,0 0 1,0 0-1,1-1 1,0 1-1,0-1 1,0 0-1,0 0 1,1-1-1,0 0 1,8 5-1,10 5-1012,0-1-1,1-2 0,41 13 0,87 18-5328,-110-31 3825,69 17-5950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17.8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750 1 12085,'-7'4'868,"0"1"0,-1-1 0,1 0 0,-1-1 0,0 0 0,0 0 0,0-1 0,-13 2 0,-40 14 3971,-1 10-2832,0 3 1,2 2 0,-76 56 0,66-29-3905,55-46 831,0 0 0,-2-1 0,1 0 0,-29 15 0,45-28 1046,-18 9-3681,1 0 1,-23 17 0,7 3-7735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22.9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12 4088,'17'0'1676,"-34"-12"15457,51 17-16221,317 5-481,-125-8-835,78 5-195,-253 2 469,-51-9 129,0 1 1,1-1-1,-1 1 1,0-1-1,0 0 1,0 1-1,0-1 1,0 1-1,0-1 0,0 1 1,0-1-1,0 0 1,0 1-1,0-1 1,0 1-1,0-1 1,0 0-1,-1 1 1,1-1-1,0 1 1,0-1-1,0 0 0,-1 1 1,1-1-1,0 0 1,0 1-1,-1-1 1,1 0-1,0 1 1,-1-1-1,1 0 1,0 0-1,-1 1 1,1-1-1,0 0 1,-1 0-1,-13 13-39,-5-4 21,1-1 0,-1-1 1,-37 10-1,-67 7 19,80-16-20,-36 2-119,0-3 0,-118-6-1,53-1-352,103 1-109,0 1-1,-78 16 1,117-18 534,0 1 0,0-1 0,0 1 0,0-1 0,0 1 0,1 0 0,-1 0 0,0 0 0,1 0 0,-1 0 0,0 0 1,1 0-1,-1 0 0,1 1 0,0-1 0,-1 1 0,-1 1 0,3-2 48,0-1 1,0 1-1,0-1 0,0 0 0,0 1 1,0-1-1,0 1 0,0-1 1,0 0-1,0 1 0,0-1 0,0 1 1,0-1-1,0 0 0,1 1 1,-1-1-1,0 0 0,0 1 0,0-1 1,1 0-1,-1 1 0,0-1 1,0 0-1,1 1 0,-1-1 1,1 1-1,18 7-351,28-1-506,0-3 0,1-1 0,84-7 0,-69 1 77,217-12-5601,-184 14 1929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18.4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420 0 14105,'1'1'163,"-1"-1"-1,1 0 1,0 1 0,-1-1-1,1 0 1,0 1-1,-1-1 1,1 1-1,-1-1 1,1 1 0,-1-1-1,1 1 1,-1 0-1,1-1 1,-1 1-1,1 0 1,-1-1 0,0 1-1,1 0 1,-1 0-1,0-1 1,0 1 0,0 0-1,1 0 1,-1 1-1,-5 22 2900,-1 1-1699,-1 82 2822,-11 85-115,-6-55-3192,-80 255-1,53-239-2539,13-37-3675,-82 178 0,86-222-1321,10-3-4131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18.6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0 452 8965,'162'-177'2300,"-95"119"-368,6 7-164,13 8-163,0 3-285,12 9-312,10 5-236,0 9-160,0 8-200,-3 9-288,-1 15-388,-18 13-444,-3 12-540,-23 12-560,-25-1-597,-26 9-1731,-18 9-3129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18.7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 10493,'165'-8'2200,"-80"5"-368,-2 3-404,12 0-275,4-3-629,12 3-756,19 0-780,16-3-501,0 0-711,0 1-1464,0 2-2289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19.6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770 1286 9705,'-5'3'206,"-152"97"7244,94-54-5704,-89 71 163,-32 30-2007,17-15-2775,166-131 2849,-5 4-136,0-1 0,1 1 0,0 1 0,0-1 0,-6 9 0,11-13 153,-1-1 0,1 1 0,0 0 0,-1-1 0,1 1 0,0 0 0,0-1-1,-1 1 1,1 0 0,0-1 0,0 1 0,0 0 0,0 0 0,0-1 0,0 1 0,0 0 0,0 0 0,1-1 0,-1 1 0,0 0-1,0-1 1,1 2 0,0-1 26,0 0 0,0 0-1,0 1 1,0-2-1,1 1 1,-1 0 0,0 0-1,0 0 1,1 0 0,-1-1-1,1 1 1,-1-1-1,1 1 1,-1-1 0,2 1-1,44 8 549,-32-6-253,1 0 0,0 1 0,-1 1 1,22 9-1,130 61 1326,-133-63-1579,0-1 0,1-1 1,39 4-1,-15-8-185,0-2 1,0-3-1,1-3 0,-1-2 0,0-2 0,0-4 1,-1-2-1,-1-2 0,57-23 0,-82 25 210,-1-2 0,-1-2 0,0 0 1,-1-2-1,-1-1 0,0-2 0,-2 0 0,-1-2 0,0-1 0,-2-1 0,37-50 0,2-18 264,-5-2 0,58-129 0,-99 190-320,207-483 724,-30-9 1002,-151 405-938,-12 33 359,-29 83-497,-3 12-55,-102 335 1445,-26-1-1531,74-199-415,29-75-153,-62 178-816,78-207 496,2 0-1,1 1 1,2 0-1,-1 62 0,7-88 243,0 0-1,1 0 1,1 0-1,0 0 1,1 0-1,1 0 1,0 0-1,0-1 1,1 0-1,12 22 1,-11-25 57,0 0 0,1-1 0,0 0 1,0-1-1,1 1 0,0-1 0,0-1 1,0 0-1,1 0 0,0 0 0,0-1 1,1-1-1,-1 1 0,12 2 0,26 6-110,82 13-1,-21-6 64,-66-11 97,87 22 90,-111-26-74,34 10 46,-1 3 1,53 24-1,-79-30 1,0 1 1,-1 2-1,34 25 0,-49-33-17,0 1 1,-1-1-1,0 1 0,-1 1 0,1 0 0,-2 0 1,1 0-1,-1 1 0,-1 0 0,0 0 0,6 16 0,-10-21-19,1-1-1,-1 1 1,-1-1-1,1 1 1,-1 0-1,0-1 1,0 1-1,0-1 1,-1 1-1,0 0 1,1-1-1,-2 1 1,1-1-1,0 1 1,-3 4-1,0-1 10,-1-1 0,1 0-1,-1 0 1,0 0 0,-1-1-1,0 1 1,-12 9-1,-1-2 6,0 0 0,-2-1-1,1-2 1,-2 0-1,-24 9 1,-84 22 47,7-2-2345,120-39 1665,8-1 18,94-16-960,160-45 0,-105 21 1082,397-111 828,-498 131-101,0-2 0,-1-2 1,-1-2-1,86-60 0,-122 75-193,0-2-1,-1 0 1,0 0 0,-1-2-1,-1 1 1,0-2 0,10-17-1,-19 29-46,-1 0-1,0 0 0,0 0 0,0 0 0,0-1 0,-1 1 0,0-1 0,1 1 0,-1-7 0,-6 12-3,-13 4-4,0 0-1,1 0 1,0 2 0,0 0-1,0 2 1,-29 18 0,-90 76 196,129-98-216,1 1 1,0-1-1,0 1 0,1 0 1,-1 1-1,1-1 0,1 1 1,-7 12-1,10-16-21,0-1 0,0 0 0,0 1 1,1-1-1,-1 1 0,1-1 0,0 1 0,-1-1 0,1 1 0,1-1 1,-1 1-1,0-1 0,0 1 0,1-1 0,0 1 0,-1-1 1,1 1-1,0-1 0,0 0 0,0 1 0,0-1 0,1 0 1,-1 0-1,1 0 0,-1 0 0,1 0 0,0 0 0,0 0 0,0-1 1,0 1-1,0-1 0,3 3 0,6 2-282,0 1 0,1-2 0,-1 1-1,1-2 1,22 7 0,70 10-2494,-46-11 1054,78 12-5394,-69-11-115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19.7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1 129 8429,'6'-43'1620,"4"18"-376,-1 2 464,-9 3-1540,0 3-852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21.2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259 261 6389,'-25'-40'12070,"24"39"-11892,0 0-1,0 0 0,1-1 1,-1 1-1,0 0 1,0 0-1,-1 1 1,1-1-1,0 0 1,0 0-1,0 0 1,0 1-1,-1-1 1,1 1-1,0-1 1,-1 1-1,1-1 1,0 1-1,-2 0 1,-19 7 32,17-5-104,-15 11 354,20-13-436,0 0 1,0 0-1,0 0 1,0 0-1,0 0 1,0 0-1,0 0 1,0 1-1,0-1 1,0 0-1,0 0 1,0 0-1,0 0 1,0 0-1,0 0 1,0 1-1,0-1 1,0 0-1,0 0 0,0 0 1,0 0-1,0 0 1,0 0-1,0 1 1,0-1-1,0 0 1,1 0-1,-1 0 1,0 0-1,0 0 1,0 0-1,0 0 1,0 1-1,0-1 1,0 0-1,0 0 1,0 0-1,1 0 1,-1 0-1,0 0 1,0 0-1,0 0 1,0 0-1,0 0 1,0 0-1,1 0 1,-1 0-1,0 0 1,0 0-1,0 0 1,0 0-1,0 0 1,1 0-1,-1 0 0,0 0 1,0 0-1,0 0 1,0 0-1,0 0 1,0 0-1,0 0 1,1 0-1,42-5 2823,-22 2-3335,780-48 2204,-732 48-1609,36 0 91,141-12 787,-258 16-954,-1-1 0,1 0 0,-22-3 0,3-1 0,-509-24 149,-208-17-1392,699 48 453,36 1 378,27 0 66,142 8-99,221-12 0,-148-10 545,251-20 986,-389 26-724,-91 3-398,0-1 0,-1 0 0,1 1 0,-1-1 0,0 1 0,1-1 0,-1 1 0,0-1 0,0 1 0,0-1 0,0 1 0,0 0 0,-2-2 0,-4-1-125,0 0 0,0 1 0,-1 0 0,1 0 1,-1 1-1,0 0 0,0 0 0,-15-1 0,-67 0-812,74 3 923,-20-1-374,-1 2 0,0 1 0,1 2 0,0 1 0,-46 14 0,77-18 254,7 1-19,-1-1 121,1 0 1,-1 0-1,1 0 0,-1 0 1,1 0-1,-1 0 0,1 0 0,0-1 1,2 2-1,-3-2 19,27 7-380,1 0-1,-1-3 0,1 0 0,41 0 0,-36-2-80,203-1-3446,-79-9-3660,-115 7 1619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23.7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66 5284,'7'6'1546,"5"6"13272,-14-10-14752,0 1 1,-1 1-1,2-1 0,-1 0 1,0 0-1,1 1 0,-1-1 1,1 1-1,0-1 1,0 1-1,0-1 0,1 1 1,-1 0-1,1 0 0,0-1 1,0 8-1,-3 30 295,-4-9-104,0-4 165,1 0 0,1 1 0,2 0 0,1 53 0,1-64-107,3 17 468,-2-33-751,1-1 1,-1 0-1,1 0 0,-1 0 0,1 1 0,-1-1 0,1 0 0,0 0 0,0 0 0,-1 0 1,1 0-1,0 0 0,0 0 0,0-1 0,0 1 0,0 0 0,0 0 0,0-1 0,0 1 1,1-1-1,-1 1 0,0-1 0,0 1 0,0-1 0,3 1 0,6 0 29,1 0-1,-1-1 1,1 0-1,0-1 1,-1 0-1,1 0 1,11-4-1,79-25 44,-96 28-106,77-28-1150,108-55 1,71-58-3567,-38 20-3618,-81 49-1346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24.8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94 86 9297,'-36'-20'7611,"21"9"-3390,14 13-4169,-1 1 1,0-1 0,1 1 0,-1-1 0,1 1 0,0 0 0,-1-1-1,1 1 1,1 0 0,-2 3 0,-13 97 311,5-26-199,9-68-114,0-1 1,1 1-1,0 0 0,0 0 1,1 0-1,0-1 1,1 1-1,2 8 0,-3-15-41,0-1 0,0 1-1,0-1 1,0 0-1,0 0 1,0 1-1,0-1 1,0 0 0,0 0-1,1 0 1,-1 0-1,0-1 1,1 1-1,-1 0 1,1 0 0,-1-1-1,1 1 1,-1-1-1,1 1 1,-1-1-1,1 0 1,0 0 0,-1 0-1,1 0 1,-1 0-1,1 0 1,0 0-1,-1 0 1,4-1 0,4 0 6,0-1 0,0 0 0,0 0 0,8-4 0,11-7-224,-1-2-1,0 0 0,43-34 1,-27 18-500,46-32-1414,101-67-6722,-117 87 1267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26.0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946 209 4032,'-32'-8'531,"19"6"-152,0-1 0,1 0 0,0-1 0,0-1 0,0 0 0,0 0 0,1-1 0,-19-13-1,-22-15 1975,44 30-1935,0 0 0,1-1 0,-1 0 0,1 0 0,0 0 0,1-1 0,-1 0 0,1-1 0,1 1 0,-1-1-1,-6-10 1,8 9-14,2 4-152,1 1 0,-1 0 0,0-1 0,0 1 0,-1 0 0,-4-5-1,7 8-225,0 0 0,-1-1 0,1 1 0,0 0 0,-1 0 0,1 0 0,0 0 0,-1 0 0,1 0 0,0-1 0,0 1 0,-1 0 0,1 0 0,0 0 0,-1 0 0,1 0 0,0 0 0,-1 0 0,1 0 0,0 0 0,-1 1 0,1-1 0,0 0 0,-1 0 0,1 0 0,0 0 0,-1 0 0,1 0 0,0 1 0,0-1 0,-1 0 0,-9 19 645,-14 76 812,-23 171 0,29-145-1074,-172 798-150,70-462-3343,-8-4-4486,50-192-1437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28.3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2460 191 4648,'-3'0'44,"-34"-6"787,1 1-1,-1 2 1,0 1 0,-39 4 0,-38 15 2665,111-17-3044,25-13 331,5 3-581,0 1 0,1 1 0,0 2 1,47-5-1,-23 3-6,643-76 1406,7 40-1065,2569 50 438,-2 190-906,-2410-137-27,142 13-63,500 31 24,0-35-130,-1129-73-479,-96-1-909,-229 8 988,0 2 0,63 12 0,93 32 180,-51-10 159,-105-27 219,87 16-167,-114-24 133,-1-1-1,1-1 1,0-1-1,32-3 1,-48 2-11,0 0-1,-1 0 1,1-1 0,0 1 0,-1-1 0,1 0 0,-1 0 0,5-3 0,-6 3 10,0 1-2,0-9 114,-2 8-96,0 1 0,1-1-1,-1 0 1,0 1 0,0-1 0,1 1-1,-1-1 1,1 1 0,-1-1 0,1 1-1,-1-1 1,1 1 0,1-2 0,7-3 5,0 1 0,1 0 0,0 0 0,-1 1 0,1 1 0,1 0 0,10-3 0,85-9-140,-36 5-50,461-60-202,-437 60 434,17-6 242,-1-6 1,-1-4 0,194-74 0,-285 94-274,0 1 0,0 1 0,1 0 0,0 2 0,0 0 1,24 1-1,11 2-67,0 2 0,0 3 0,85 20 0,-68-5-175,-68-21 826,19 5-288,-10-3-222,1 1 1,-1 0 0,0 1 0,19 8-1,-27-10-90,0 1-1,0-1 1,0 1-1,0 0 0,-1 0 1,1 1-1,-1-1 1,0 1-1,0-1 1,0 1-1,0 0 1,-1 0-1,1 0 1,-1 1-1,2 5 0,1 5 33,-1 0-1,0 0 1,-2 0-1,1 1 0,-2-1 1,0 1-1,-1 0 1,0 0-1,-5 28 0,-6 11 108,-25 76 0,17-65 12,-57 241 539,-51 438 0,12-118-436,76-486-206,-6-1 1,-83 178-1,-112 158-63,-23 51-53,167-302 97,65-151 28,-39 126 383,67-188-363,0 0 0,1 0-1,0 0 1,1 0-1,0 0 1,2 17 0,-1-14-22,0 19 3,0-31-68,-6 31-6,5-31 25,0 3-26,0 0 0,1 0 0,-1 1 0,1-1 0,0 0 0,1 0 0,-1 1 0,1-1-1,1 0 1,-1 0 0,1 0 0,0 0 0,0 0 0,1-1 0,0 1 0,0-1 0,7 11 0,-8-15 2,-1 0 1,0 0 0,0 0-1,0 0 1,0 1 0,0-1-1,0 0 1,0 1-1,0-1 1,0 1 0,-1-1-1,1 1 1,0-1 0,-1 1-1,0-1 1,1 1 0,-1 0-1,0-1 1,0 1-1,0-1 1,0 1 0,0 0-1,0-1 1,0 1 0,0 0-1,-1-1 1,1 1-1,-2 2 1,0-2 2,-1 0 0,1 0 0,-1 0-1,0 0 1,0-1 0,0 1 0,0-1 0,0 0 0,0 0-1,0 0 1,-1 0 0,1 0 0,0-1 0,-1 0 0,1 1-1,0-1 1,-1 0 0,1-1 0,-4 0 0,-172-6-68,-130-6 134,-667-35-1212,2-37 48,-1468-289 791,-766-155 495,3122 515-193,-45-7 11,-911-137 262,-4 43 14,299 86-176,586 34-146,0 7 0,-259 52 0,-376 163-1257,36 71 385,472-175 816,-108 50 62,341-148 130,-1-3 0,-67 18 0,94-34-16,-1 0 0,1-2-1,-1-1 1,0-1-1,0-2 1,-43-4-1,37-2-130,0-2 1,1-1-1,0-2 0,0-2 0,1 0 1,1-3-1,-48-29 0,-282-155-1194,244 142 812,-143-49 0,135 62-290,-165-85-1,260 111 656,1-1-1,2-1 0,0-2 0,1-1 0,1-2 0,-42-50 0,17 4-31,34 45-99,-27-30 0,14 26 26,-1 1 0,-2 1-1,-1 2 1,-2 1-1,-57-30 1,-208-82-41,85 63 732,-31-13 594,234 83-1040,1-1 0,1 0 0,-1-1 1,1 0-1,0-1 0,1 0 0,0-1 0,0-1 1,-9-10-1,18 18-60,1-1 0,-1 0 0,1 0 0,0 0-1,0 1 1,0-1 0,0 0 0,1 0 0,-1 0 0,1 0 0,0 0 0,0 0 0,0-6 0,7-33 82,-7 42-92,2-8 4,1 1 0,0 0-1,0 1 1,0-1 0,1 1 0,0-1-1,0 1 1,1 0 0,5-5 0,50-46-51,-48 47 24,166-129-97,21-19-125,-80 49 53,199-238-1,-271 288 47,-45 57 31,-29 21-197,5 0 29,0 2 1,2 0-1,-23 30 0,19-22-210,8-9-8,-37 38-1045,48-54 1178,0 1 0,-1-1 0,1-1 0,-1 1 0,0-1 0,0 0 0,0 0-1,0-1 1,-8 3 0,11-4-808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49.8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359 1 14085,'-12'40'1996,"-11"-20"-103,20 5-97,-9 18-416,-4-11-208,-10 5-224,-5 11-188,-1 4-156,3 8-484,-6 6-348,0 2-164,4-2-420,-23 63-2408,41-64 1092,7-10-509,6-1-1819,19 0-3441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50.0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1 137 7961,'66'-91'2376,"-50"74"-344,-9 2-84,2 1 2365,4 28-3153,6 12-268,-6 8-172,3 15-148,6 8-112,9 9-280,1 3-404,10 5-676,5 0-1048,-2-5-1257,5 2-1587,17 9-3769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50.5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849 196 9277,'27'0'1553,"-12"0"8001,-35 22-6505,-129 120 1189,64-64-3294,-86 103 0,-4 15-1049,92-107-1102,-86 120 0,140-179 201,23-25 772,2-28-225,6 14 413,0 1 0,0-1-1,1 1 1,-1 0 0,2 0 0,-1 0 0,1 0 0,6-7-1,46-63-168,-36 51 166,89-118-28,173-220 186,-216 289 418,3 2-1,120-98 1,-171 157-364,1 2 0,0 0-1,0 1 1,1 1 0,1 1 0,33-12 0,-46 19-109,-1 1 1,1 0 0,0 1 0,0 0 0,0 0 0,0 0 0,0 1 0,0 0 0,0 1 0,0 0-1,0 0 1,-1 1 0,1 0 0,0 0 0,-1 1 0,1 0 0,-1 0 0,0 1 0,0 0 0,0 0-1,-1 0 1,9 7 0,-1 4 26,-1-1-1,0 2 0,0-1 0,-2 2 1,0-1-1,-1 2 0,-1-1 1,0 2-1,-1-1 0,-1 1 1,7 30-1,-2 7-47,-2 0 0,4 105 1,-12-61-1749,-14 135 0,-37 97-6048,16-195-300,22-76 564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51.4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15 549 12801,'-6'-3'-309,"-2"-3"4655,26 8-856,57 6-3098,0-3 1,104-6-1,-84-1-938,631-36-5974,-620 28 5681,0-5 0,-1-5-1,194-63 1,-248 64 1209,0-2 0,-2-2 0,0-2 0,-2-2 0,-1-3 0,-1-1 0,43-40 0,32-53 3018,-108 112-2742,-10 10 770,-1 5-747,-1 6-487,0 1 1,-1 0-1,0-1 1,0 1-1,-1-1 1,0 1-1,-1-1 1,-3 10-1,-5 18 208,-6 26-133,-3-1 0,-3-1 0,-2-1 0,-3-2-1,-62 97 1,-24-11-442,82-108 1,10-16 95,7-6-63,19-13 99,13-5 41,42-14-34,7-3 63,0 3 0,115-15 0,-113 26-13,79 2 0,-106 7 29,54 7 1,-79-6-38,0 0 0,0 1 0,0 1 0,-1 1 0,0 0 0,17 9 0,-31-15 6,1 1 1,0 0-1,-1 0 0,1 1 0,0-1 0,-1 0 0,0 0 0,1 1 0,-1-1 0,0 1 0,0-1 0,1 1 0,-1-1 0,0 1 0,-1 0 0,1-1 0,0 1 0,0 0 0,-1 0 0,1 0 0,0 3 1,-2-2 0,1-1 0,0 1 0,-1 0 0,1-1 0,-1 1 0,0-1 0,0 1 0,0-1 0,0 1 0,0-1 0,0 1 0,-1-1 0,-2 4 0,-3 1 3,1 0 0,-1 0 1,0 0-1,-1-1 0,1 0 1,-1-1-1,-14 8 0,-12 2 9,-1-2 0,0-1-1,-57 11 1,-112 11 8,202-34-23,0 0-8,-106 16-1119,-123 0-1,215-20 246,16 4 851,0 0-1,0-1 0,0 1 1,0 0-1,0-1 0,0 1 1,0 0-1,0-1 0,0 1 1,0-1-1,0 1 0,0 0 1,1-1-1,-1 1 0,0 0 1,0-1-1,0 1 0,1 0 1,-1 0-1,0-1 0,0 1 1,1 0-1,-1 0 0,0-1 1,0 1-1,1 0 0,-1 0 1,1-1-1,35-20-1140,172-63-1216,-85 38 1695,361-167 433,-11-24 4205,-419 208-3261,-14 7 147,49-21-1,-43 34-139,-46 9-687,0 0-1,0 0 1,0 0 0,0 0 0,0 0-1,1 0 1,-1 0 0,0 0 0,0 0-1,0 0 1,0 0 0,0 0-1,0 0 1,0 0 0,1 0 0,-1 0-1,0 0 1,0 0 0,0 0 0,0 0-1,0 0 1,0 0 0,1 0-1,-1 0 1,0 0 0,0 0 0,0 0-1,0 0 1,0 0 0,0 0 0,0 0-1,0 0 1,0 0 0,1 1-1,-1-1 1,0 0 0,0 0 0,0 0-1,0 0 1,0 0 0,0 0 0,0 0-1,0 0 1,0 0 0,0 1-1,0-1 1,0 0 0,0 0 0,0 0-1,0 0 1,0 0 0,0 0-1,0 1 1,0-1 0,0 0 0,0 0-1,0 0 1,0 0 0,0 0 0,0 0-1,0 0 1,0 1 0,0-1-1,0 0 1,0 0 0,0 0 0,0 0-1,-2 10 62,-1 0 0,1-1 0,-1 1 0,-1-1 0,0 0 1,0 0-1,-9 14 0,-49 62 142,22-32-147,19-24-234,2 1 1,1 1-1,1 0 1,2 2-1,1 0 1,-11 39-1,26-71 168,-1 0-1,0-1 1,0 1-1,1 0 1,-1 0-1,0-1 1,1 1-1,-1 0 1,0-1-1,1 1 1,-1 0-1,1-1 1,-1 1 0,1-1-1,0 1 1,-1-1-1,1 1 1,0-1-1,-1 1 1,1-1-1,0 1 1,-1-1-1,1 0 1,1 1 0,-1-1-9,1 1 13,0 0-1,0 0 1,1 0 0,-1 0 0,0-1 0,1 1-1,-1-1 1,1 1 0,-1-1 0,1 0-1,-1 0 1,1 0 0,-1-1 0,0 1-1,1 0 1,-1-1 0,1 0 0,3-1-1,46-22 105,-41 19-70,20-9 109,0 2 0,1 1 1,0 1-1,0 2 1,1 1-1,0 2 1,1 1-1,34 1 0,-35 5-118,0 1-1,-1 2 1,0 1-1,0 2 1,-1 1 0,0 1-1,0 2 1,-1 1-1,-1 1 1,0 2-1,-1 0 1,27 23-1,-43-31-105,1 0 1,1-1-1,-1-1 0,1 0 1,0 0-1,0-2 0,19 5 1,-12-6 249,-1-1 0,1-1 0,37-3 0,21 1-229,-78 1 44,69 5-3616,-26-1-3927,-15-1-1229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51.6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4 123 11925,'0'-34'2036,"-4"17"-320,4-3-279,10 8-277,3 1 344,-1-3-1152,4-1-424,13 18-476,18 0-752,-9 6-629,-3 2-2843,3 9-3753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52.2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67 352 6581,'-41'-47'2140,"39"44"-1798,0-1 1,0 1-1,0 0 1,0-1-1,1 1 0,-1-1 1,1 1-1,0-1 1,0 0-1,0 0 1,0 1-1,1-1 1,0 0-1,0 0 0,0 0 1,0 0-1,1-5 1,0-15 1128,-5-1-18,3 22-1338,0 0 1,0-1-1,0 1 0,1 0 1,-1-1-1,1 1 0,0 0 1,0-1-1,0 1 0,1 0 1,-1-1-1,1 1 0,-1 0 1,1-1-1,0 1 0,1 0 1,-1 0-1,1 0 1,1-3-1,2 0-49,1 0 1,0 0-1,1 1 1,-1 0-1,1 0 1,0 1-1,0 0 0,0 0 1,0 0-1,1 1 1,0 0-1,14-3 1,12-2 107,59-5 1,-69 11-122,649-28 443,-564 28-447,-65 2-43,129 1-6,-142 1 3,-1 1 0,-1 2 0,50 13 0,-72-15 3,1 0 0,-1 0 0,0 0 0,0 1 0,0 0 0,0 0 0,0 1 0,-1 0 0,0 0 0,0 0 0,-1 1 0,1 0 0,-1 0 0,0 0 0,-1 1 0,0 0 0,0 0 0,0 0 0,-1 0 0,0 0 0,0 1 0,-1-1 0,0 1 0,0 0 0,-1 0 0,0 0 0,0 0 0,-1 0 0,0 8 0,-2 21 57,-3 1 1,0-1 0,-19 62-1,9-38-31,3-8 11,-54 262 105,57-254-132,2 0 0,4 1 0,4 75 0,7-60 6,30 129 1,38 68-29,-39-147 36,-30-102-15,-1 0 1,-1 0 0,-1 0-1,1 51 1,-5-68-12,0 0-1,-1 0 1,0 0-1,0-1 1,-1 1 0,0 0-1,0-1 1,-1 1 0,0-1-1,0 0 1,0 0-1,-1 0 1,-1 0 0,1-1-1,-1 1 1,0-1 0,0-1-1,-1 1 1,-10 8-1,-5-1-9,1-1-1,-2-1 0,0-1 0,0 0 1,0-2-1,-1-1 0,-1-1 0,-43 6 0,-15-3-184,-100-3 0,143-6 78,-472-8-5024,365 4-601,39 1-2732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53.0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470 32 8841,'13'-32'9365,"-23"55"-8101,-6 14-280,-6 0-184,-13 12-176,-3 5-144,-9 6-340,-7 3-548,-10 0-772,1 8-932,-7 1-3493,6-7-4604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39.7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1273 168 6613,'-3'-2'41,"-1"-3"232,-1 1-1,0-1 1,-1 1 0,1 0-1,-1 1 1,1-1 0,-1 1-1,0 0 1,-1 1-1,1-1 1,0 1 0,-1 1-1,1-1 1,-9 0 0,-65-12 5288,79 13-5490,1 1 0,-1-1 0,1 1-1,-1-1 1,1 1 0,-1-1 0,1 0 0,-1 1 0,1-1 0,0 0 0,-1 1 0,1-1-1,0 0 1,0 1 0,0-1 0,-1 0 0,1 0 0,0 0 0,0 0 0,-4-13 2571,-2 6-2515,0-1-1,0 2 0,-1-1 1,0 1-1,0 0 1,-1 0-1,0 1 0,0 0 1,-11-6-1,18 12-122,-1 0 1,1 1-1,0-1 0,0 0 0,0 0 0,0 1 0,0-1 0,0 1 0,0-1 0,0 1 1,0-1-1,0 1 0,0 0 0,0-1 0,0 1 0,1 0 0,-1 0 0,0 0 0,-1 1 1,0 0 2,-6 7 4,0 0-1,1 0 1,0 1-1,1 0 1,0 0 0,-8 17-1,-23 73 41,19-48-24,-248 567 85,81-203-75,28 12 37,37-3-120,37 8 155,68-318-86,-5 28 75,-1 207-1,22-322-57,0 0 0,2-1 0,1 0-1,2 1 1,11 35 0,-11-46 3,1 0-1,1-1 1,1 0 0,0 0 0,1-1-1,0 0 1,1-1 0,1 0 0,18 16-1,-10-13 18,1-1-1,1-1 1,0-1-1,1-1 0,1-1 1,0-1-1,0-1 0,37 10 1,10-2 49,130 15 0,-26-17-413,310-12 1,-155-26-2890,0-11-4917,-153 16-790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40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804 3 8081,'223'-2'4607,"113"28"-3075,-285-21-1352,162 17 276,135 13 281,-116-20-238,436 50 1361,-650-63-1787,-1 2 0,1 0 1,-1 1-1,28 13 1,-42-17-61,0 0 1,0 1 0,1-1 0,-1 1-1,0 0 1,0 0 0,-1 0-1,1 1 1,0-1 0,-1 0 0,0 1-1,1 0 1,-1 0 0,0 0-1,0 0 1,0 0 0,-1 0 0,1 0-1,-1 0 1,0 1 0,0-1-1,0 0 1,0 1 0,-1-1-1,1 1 1,-1 0 0,0-1 0,0 1-1,0-1 1,-1 6 0,-2 1 11,0-1 0,0 1 1,-1-1-1,-1 0 0,0 0 0,0 0 1,0 0-1,-10 10 0,-60 63 176,54-61-123,-164 156 587,-94 104 225,147-120-523,6 7 0,8 4 0,-134 263 0,193-319-307,-237 444 91,266-509-341,-2-1 0,-2-2 1,-3-2-1,-1-1 0,-2-2 0,-2-2 0,-2-1 0,-1-3 1,-3-1-1,0-3 0,-2-2 0,-1-2 0,-2-2 0,-76 27 0,56-30-1159,-1-3 0,-114 16-1,-40-12-4424,61-16-1056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41.4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553 108 9341,'80'-84'8032,"-78"82"-6396,8-16 2369,-11 15-3375,-6 13 515,-43 92 2080,8-14-1808,-82 136 532,-48 94-1349,33 0-4727,108-227-334,-30 152 1,46-136-1679,12-4-3670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41.5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992 12 14117,'-13'-12'2533,"-9"46"-141,-23-8-384,-9 0-332,-9-3-352,-4 5-240,-9 4-224,-7-1-308,-2 3-960,-1 4-444,3-7-832,1 9-880,-1-6-932,1-2-1709,15 2-4148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41.8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547 54 14461,'31'-9'447,"-1"-1"309,0 2 0,1 2 0,49-5 0,-40 8 100,-14 0-342,-1 1-1,0 1 1,1 1-1,-1 1 1,0 1-1,26 7 1,-49-9-496,0 1 1,-1 0-1,0-1 1,1 1-1,-1 0 0,1 0 1,-1 0-1,0 0 1,0 0-1,1 1 1,-1-1-1,0 0 1,0 1-1,0-1 1,-1 0-1,1 1 0,0-1 1,0 1-1,-1-1 1,1 1-1,-1-1 1,1 1-1,-1 0 1,0-1-1,0 1 1,1 0-1,-1-1 0,0 1 1,-1 0-1,1 2 1,-1 4 28,0 0 0,0 0 0,-1 0 0,-3 9 0,0-4-20,0-1 0,-1 1 0,0-1-1,-1 1 1,-17 20 0,-49 50 9,64-73-30,-261 237 47,88-89-12,117-97-34,-178 176 2,223-215 16,-34 51 0,49-66-30,0 0 0,1 1 0,0 0 0,1 0 1,-1 0-1,1 0 0,1 1 0,0-1 0,0 1 0,1-1 0,-1 13 0,2-19-11,0 0 0,0 1-1,1-1 1,-1 0 0,1 1-1,0-1 1,0 0 0,0 0-1,0 0 1,0 0 0,0 0-1,0 0 1,1 0 0,-1 0 0,1 0-1,-1-1 1,3 3 0,0-1-75,1 0-1,-1 0 1,0 0 0,1-1 0,0 0 0,-1 0 0,10 2 0,5 0-380,0 0 0,0-2 0,26 1 1,27-5-2462,0-2 0,107-21 0,-168 23 2413,140-21-7771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42.0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1487 0 9785,'-1'0'247,"0"1"0,0-1 0,0 0 0,0 0 0,0 0 0,0 0 0,0 1 0,0-1 0,0 1 0,0-1-1,0 0 1,0 1 0,0 0 0,0-1 0,0 1 0,0-1 0,1 1 0,-1 0 0,0 0 0,1 0 0,-1-1 0,0 1 0,1 0 0,-1 0 0,1 0 0,-1 0 0,1 0 0,-1 1 0,-20 43 687,8-15 105,-18 24-302,-2-1 0,-2-2-1,-76 85 1,41-66-918,-3-3 0,-2-4 0,-161 103 0,86-83-3895,-263 102-1,298-137-148,29-11-1556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42.4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601 50 11997,'19'-6'382,"22"-8"1452,0 3 0,46-7-1,-75 18-1018,1 0 1,21 2-1,-34-2-810,0 0 0,0 0 0,0 0 0,1 0 0,-1 0-1,0 0 1,0 0 0,0 0 0,0 0 0,0 0 0,0 0 0,1 0 0,-1 1 0,0-1 0,0 0 0,0 0 0,0 0 0,0 0 0,0 0 0,0 0-1,1 0 1,-1 0 0,0 0 0,0 0 0,0 0 0,0 0 0,0 0 0,0 1 0,0-1 0,0 0 0,0 0 0,0 0 0,0 0 0,0 0 0,0 0-1,0 0 1,0 1 0,1-1 0,-1 0 0,0 0 0,0 0 0,0 0 0,0 0 0,0 0 0,0 1 0,-1-1 0,1 0 0,0 0 0,0 0 0,0 0-1,0 0 1,0 0 0,0 0 0,0 1 0,0-1 0,0 0 0,0 0 0,0 0 0,0 0 0,0 0 0,0 0 0,0 0 0,-1 0 0,1 0 0,0 0-1,0 1 1,0-1 0,0 0 0,0 0 0,-11 22 96,-1 0 0,-1-1-1,-1 0 1,-1-1-1,0-1 1,-2 0 0,-20 18-1,-144 108 99,131-110-348,2 3-1,-81 81 1,111-99 33,1 2 0,0-1 0,2 2 0,-25 48 0,35-60 54,1-1 0,0 0 0,1 1 0,0 0 1,1 0-1,0 0 0,1 0 0,0 0 0,1 0 0,0 0 1,0 0-1,1 0 0,1 0 0,5 20 0,5 1-97,2 0-1,31 53 1,1 3-150,-37-69 211,-1 1-1,0 0 1,-2 0 0,0 1-1,4 36 1,-9-42 61,0 0 0,-1 0 0,-1-1 0,-1 1 0,0 0 0,0-1 1,-2 0-1,0 1 0,-7 16 0,-8 9-428,-1-1-1,-3-2 1,-1 0 0,-1-1 0,-41 43-1,-16 2-2393,67-66 2095,-36 33-2465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42.5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686 1 12737,'-104'83'2172,"59"-57"-263,-2 2-241,2 1-428,-6-6-244,-3 5-200,0-2-428,-3 2-520,3 1-880,3-9-944,-3 0-16,16 11-2937,7-5-3892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42.9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330 6 10841,'5'-2'-480,"7"-1"4665,-19 19-190,-161 252 13,130-197-3712,-58 148 0,87-194-535,2 1-1,0 0 1,2 0-1,1 1 1,1 0-1,1-1 0,2 1 1,4 45-1,-2-57-7,0-1 0,1 0 1,1-1-1,0 1 0,1-1 0,0 0 0,1 0 0,1 0 0,0-1 0,0 0 0,2 0 0,-1-1 0,1 0 1,1 0-1,0-1 0,1 0 0,22 15 0,-16-15 74,1 0 0,1-2 0,-1 0 0,1-1 0,1-1 0,-1 0 0,1-2 0,0-1 0,0 0 0,0-1 0,0-1 0,1-1 1,29-4-1,-8-1 390,0-3 0,-1-1 1,0-1-1,-1-3 0,58-26 0,49-31 1012,-70 31 65,1 3 0,110-33 0,-178 66-1084,0 0-1,0 1 1,0 1 0,0-1-1,18 1 1,-26 1-170,0 0 0,0 1 1,0-1-1,-1 0 0,1 1 0,0-1 0,0 1 1,0-1-1,-1 1 0,1 0 0,0 0 0,-1 0 0,1 0 1,-1 0-1,1 0 0,-1 1 0,0-1 0,1 0 1,-1 1-1,0-1 0,0 1 0,0-1 0,0 1 1,0-1-1,0 1 0,0 0 0,-1 0 0,1-1 1,0 1-1,-1 0 0,0 0 0,1 0 0,-1 0 1,0-1-1,0 1 0,0 0 0,0 0 0,-1 2 0,-2 21 155,0-1-1,-2-1 1,-1 1 0,-15 39-1,5-14-30,-11 29-1023,-2-1-1,-4-1 1,-43 73-1,-35 34-8140,60-92-74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43.1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394 1 13893,'-67'54'1864,"32"-20"-351,0-5-317,1 3-300,2-7-568,-3 1-692,-6 5-1028,-4-5-913,1 6-2247,18 5-3541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43.4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1563 45 8697,'13'-28'2295,"-10"22"-206,-5 5-138,-2-1-1634,1 1 1,-1-1-1,1 1 0,-1 0 1,1 0-1,-1 0 0,0 1 0,1 0 1,-1-1-1,0 1 0,1 0 1,-1 1-1,0-1 0,1 1 1,-1-1-1,0 1 0,-5 3 0,-11 3-96,-37 18-1,38-16 255,-91 43 63,3 5-1,-161 114 0,215-131-496,2 2-1,2 2 0,2 3 1,1 1-1,3 3 0,-51 77 0,-22 75-7,71-120-567,-90 127-1,18-74-2029,93-113 340,-41 30 0,38-31-2599,15-9-2875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43.6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1 155 7933,'152'-88'1692,"-82"59"-104,0 9-352,0 9-200,0 5-224,6 9-152,6 8-184,-2 3-212,-4 9-532,-3 3-476,-10 8-404,-9 3-880,-15 9-1360,-1 11-1749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43.8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20 8717,'0'0'3288,"-6"-14"-3904,-13 8-1200,6 15-1012,-3-1-933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44.5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195 92 7665,'-29'-11'551,"-101"-44"5751,98 39-3865,29 15-655,7 0-1161,18-2-448,0 0 0,0 2-1,0 1 1,0 0 0,28 5-1,-16-2-79,1140 125-793,-379-37-621,3880 144-1924,-4643-235 3153,425-7 151,-330-1-2202,194-36 0,-294 36-1172,-13-5-1288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54.1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1630 32 4916,'-9'-6'398,"5"3"511,-1-1 1,1 1 0,-1 0 0,0 1-1,1-1 1,-2 1 0,1 0 0,-6-1-1,-4 21 1433,-14 24-1476,1 2-1,2 1 0,3 1 0,-21 55 0,7-16-330,-3 4-124,-154 316 804,-113 161-928,35-98-2005,-94 164-3832,264-442 773,14-13-2811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54.8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1642 1 5945,'-23'2'1638,"4"-1"-357,0 2 0,-35 8 0,48-9-1172,1 0 0,-1 0-1,0 1 1,1-1-1,-1 2 1,1-1 0,0 0-1,0 1 1,1 0 0,-1 0-1,1 1 1,-8 8 0,12-11-92,-1-1 1,1 0-1,0 0 1,0 0-1,0 1 1,0-1-1,0 0 1,0 0-1,0 1 1,0-1-1,0 0 1,1 0-1,-1 0 1,0 0 0,1 1-1,-1-1 1,1 0-1,-1 0 1,1 0-1,0 0 1,1 2-1,0-1 32,1 3-29,0 0 1,1 0-1,0-1 1,0 0 0,0 1-1,1-2 1,-1 1-1,1 0 1,0-1 0,0 0-1,0 0 1,1-1 0,-1 1-1,1-1 1,6 2-1,17 4 77,54 8 0,-55-11-40,316 44 148,3-15 1,388-12 0,-126-51 687,-370 13-272,-216 15-545,0-2 10,0 2-1,0 1 0,0 1 0,32 5 1,-48-4-65,-1-1 0,0 1 0,-1 0 0,1 0 0,0 1 0,0-1 0,-1 1 0,0 1 0,1-1 0,-1 1 0,-1 0 0,1 0 0,0 0 0,-1 0 0,0 1 0,0 0 0,0 0 0,-1 0 0,0 1 0,0-1 0,3 8 0,1 5 65,-2 0 1,0 0 0,-1 1-1,-1 0 1,0-1-1,-1 37 1,-15 116 617,8-124-585,-15 113 541,-54 211 0,-83 147 389,-198 482-148,234-683-813,-15-6-1,-184 309 1,264-521-111,-90 147-9,114-198 51,-3 0 0,-73 76 0,108-124-18,-15 15-16,0 0-1,-31 21 0,40-33 15,0 1 0,0-1-1,0 0 1,-1 0 0,1-1-1,0 0 1,-1 0 0,0 0-1,1-1 1,-1 0 0,0 0-1,-13-1 1,-224-32-53,79 8 83,-679-59-671,290 31-1263,437 37 17,-141-35 0,18-22-4849,151 38 956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55.4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1555 332 4492,'8'-13'396,"0"0"0,1 0 0,1 1 0,0 0 0,1 1-1,12-10 1,3-4 1262,0-2-1,-2-1 0,25-37 0,-17 21 150,2-1 1081,-31 42-2173,-25 50 296,22-47-1009,-168 378 2960,-174 380-1668,-28-11-1812,-136 289-1124,258-518-510,179-376 977,65-134 1069,-18 34-1066,3 1-1,1 1 0,-18 67 0,35-107 585,0 0-1,0 1 1,1-1-1,-1 1 0,1-1 1,0 1-1,0 0 1,1-1-1,0 5 0,2 9-4828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56.3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1775 134 7077,'0'-3'198,"0"0"1,0 0-1,0 0 1,0 0 0,0 0-1,1 0 1,0 0-1,-1 0 1,1 1 0,0-1-1,1 0 1,-1 0-1,0 1 1,1-1 0,-1 1-1,1-1 1,0 1-1,0 0 1,0-1 0,0 1-1,0 0 1,0 0-1,1 1 1,-1-1 0,1 0-1,5-2 1,5-2 125,0 0 0,1 1 0,0 0 0,16-2 0,-21 5-260,58-11 365,0 4-1,1 2 1,104 4-1,-133 2-346,833 6 735,-328 1-669,511-7-97,961 14-236,-1968-12 188,66 1 9,223 32-1,-327-32-34,13 2 0,-1 2-1,28 9 0,-45-13 31,-1 0 0,1 0 0,0 0 1,-1 1-1,0 0 0,1 0 0,-1 0 0,0 0 0,0 0 0,-1 1 0,1 0 0,-1 0 0,0 0 0,0 0 0,5 9 0,-7-10-4,-1 0 0,1 0 0,-1 1 0,0-1 0,0 0-1,0 0 1,0 0 0,-1 1 0,1-1 0,-1 0 0,0 0 0,0 0 0,0 0 0,0 0 0,-1 0 0,1 0 0,-1-1 0,0 1 0,1 0 0,-1-1 0,0 1-1,-4 3 1,-3 4 54,-1 0-1,0-1 0,0 0 0,-13 8 1,21-16 40,-27 11 726,17-6-499,-7 3-42,0 1-1,0 0 0,1 1 1,-31 26-1,-60 64 437,99-91-648,-269 300 929,23 22-626,-6 7-145,-941 1249 246,819-985-445,374-588-54,1 1 1,1 0-1,1 0 1,0 1-1,1 0 1,1 0-1,1 0 0,-4 32 1,7-47 9,1 1-1,0-1 1,0 1 0,1-1 0,-1 0-1,0 1 1,1-1 0,-1 0 0,1 1 0,0-1-1,0 0 1,0 0 0,0 0 0,0 0-1,0 0 1,0 0 0,1 0 0,-1 0 0,1 0-1,0-1 1,2 3 0,0-1-11,-1-1 0,1 0 0,0-1 0,0 1 0,0-1 0,0 0 0,0 0 0,0 0 0,0 0 0,0-1 0,6 1 0,5-2-37,0 0 0,0 0 0,0-2 0,-1 0 0,27-8 1,-21 4 76,1-2 1,-1 0-1,0-1 1,-1-1-1,0-1 1,0 0-1,-2-1 1,20-19-1,-34 29 13,-1 0 0,1 0-1,-1 0 1,0 0 0,0 0 0,0 0-1,0-1 1,0 1 0,-1 0 0,0-1-1,1 0 1,-1 1 0,-1-1-1,1 0 1,0 1 0,-1-1 0,0-4-1,0 6-14,0 0 0,0-1 0,-1 1 0,1 0 0,-1 0 0,0 0 0,1 0 0,-1-1 0,0 1 0,0 0 0,0 0 0,-1 1 0,1-1 0,0 0-1,-1 0 1,1 1 0,-1-1 0,1 0 0,-1 1 0,0 0 0,0-1 0,0 1 0,0 0 0,0 0 0,0 0 0,-4-1 0,0-1-5,-1 1 0,1 0 1,-1 0-1,1 1 0,-1-1 1,0 1-1,1 1 0,-1 0 1,0 0-1,0 0 0,1 0 1,-1 1-1,0 0 0,-9 4 1,-27 10 2,0 3 0,2 1 1,-40 25-1,-38 18 15,-328 126-17,442-186-10,-53 20-15,-121 28-1,126-42 6,-1-2-1,-64-1 1,-110-14 4,101 2 0,-1980-135-198,1761 116-36,-202-18-3858,287 7-4611,195 23 2485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57.5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749 52 4740,'-76'34'1197,"73"-32"-1112,0-1 0,0 1 0,1-1 0,-1 1 0,1 0 0,-1 0 0,1 0 0,0 1 1,0-1-1,0 0 0,0 1 0,0 0 0,0-1 0,1 1 0,-1 0 0,1 0 0,0 0 0,-1 3 0,-10 19 845,-4-7-179,-12 17 160,28-34-884,-1 0 0,0 0 0,1 0 0,-1 0 0,1 0 0,0 1 0,-1-1 0,1 0 0,0 0-1,0 0 1,0 1 0,0-1 0,0 0 0,0 0 0,0 0 0,0 1 0,0-1 0,0 0 0,1 0 0,-1 0 0,1 0 0,-1 1 0,1-1-1,-1 0 1,1 0 0,-1 0 0,1 0 0,0 0 0,1 1 0,3 3 21,0-1 0,1 0 0,-1-1 0,1 1 0,0-1 1,0 0-1,0-1 0,0 0 0,0 0 0,7 2 0,71 10 158,-65-12-168,67 6 76,0-4 1,103-8-1,171-33 30,-225 12-94,-2-6 0,134-50 0,166-38 548,-389 113-430,0 2 0,63 2 1,-88 2-122,-8 0 32,0 1 0,-1 1 0,17 4 0,-6-2 45,-18-3-37,-2 1 20,2 1-29,-1 0 0,0 1 1,0-1-1,0 1 1,-1 0-1,1-1 1,-1 1-1,0 0 0,0 0 1,0 0-1,-1 0 1,1 0-1,-1 0 1,0 0-1,0 0 0,-1 7 1,-2 5 202,0-1 0,-10 30 0,11-40-249,-10 27 291,-1-1 0,-2 0-1,-25 39 1,-64 82 309,56-85-398,-70 101 214,-316 431 314,38-110-601,-183 240-75,352-413-52,-299 553 0,340-458-52,177-386-34,1 0-1,1 0 1,-5 30-1,11-42-2,-1-1 0,2 1 0,-1-1 0,2 0 0,-1 1 0,2-1 0,0 1 0,5 16 0,-5-24-13,0 0 1,0 0-1,1 0 0,-1 0 1,1-1-1,1 0 1,-1 1-1,1-1 1,-1 0-1,1 0 0,0-1 1,0 1-1,1-1 1,-1 0-1,1 0 1,0-1-1,-1 1 1,1-1-1,0 0 0,0 0 1,1 0-1,-1-1 1,0 0-1,1 0 1,5 0-1,-8-1-106,0 0 0,0 0-1,1-1 1,-1 1 0,0-1 0,0 0 0,0 0-1,0 0 1,0 0 0,0 0 0,0-1-1,0 0 1,-1 1 0,1-1 0,0 0 0,-1 0-1,0 0 1,1 0 0,-1-1 0,3-4 0,-4 6-20,0 0-1,0 0 1,0 0 0,0 0 0,0 0 0,-1 0 0,1-1 0,0 1 0,-1 0 0,1-1 0,-1 1-1,1 0 1,-1-1 0,0 1 0,1 0 0,-1-1 0,0 1 0,0 0 0,0-1 0,0 1 0,0-1 0,-1 1-1,1 0 1,0-1 0,-1 1 0,1 0 0,-1-1 0,1 1 0,-1 0 0,1 0 0,-1-1 0,0 1 0,0 0-1,-1-1 1,-8-12-3927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2:59.1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734 114 6265,'22'-15'8084,"8"-10"-4522,10-7-1320,7-10 1406,-47 43-3624,0-1 1,0 0-1,0 0 1,0 0-1,0 0 1,0 0-1,0 1 1,0-1-1,0 0 1,0 0-1,0 0 1,0 0-1,0 0 1,0 1-1,0-1 1,0 0-1,0 0 1,0 0-1,0 0 1,0 0-1,0 1 1,0-1-1,0 0 1,0 0-1,0 0 1,0 0-1,0 0 1,1 1-1,-1-1 1,0 0-1,0 0 1,0 0-1,0 0 0,0 0 1,0 0-1,0 0 1,1 0-1,-1 1 1,0-1-1,0 0 1,0 0-1,0 0 1,0 0-1,1 0 1,-1 0-1,0 0 1,0 0-1,0 0 1,0 0-1,1 0 1,-1 0-1,0 0 1,0 0-1,0 0 1,0 0-1,0 0 1,1 0-1,-1 0 1,0-1-1,0 1 1,0 0-1,0 0 1,-11 24 863,-23 31 132,-258 385 2500,-8-5-3690,187-252-2668,79-124 1306,-21 45-2888,28-34-3558,15-25-2872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01.8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350 131 5477,'10'-7'1050,"-7"6"-639,0-1 0,0 0-1,-1 0 1,1 0 0,-1-1-1,1 1 1,-1-1 0,0 1 0,4-6-1,3-3 986,0 0 0,1 0 0,0 2 0,1-1 0,0 1-1,15-9 1,-24 17-577,5-16 753,-74 171 3889,-104 230-3180,72-123-4192,28-53-3342,14-39-5957,39-108 2030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02.2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887 20 12801,'0'0'4393,"-1"-2"-3922,0 0-1,-1 0 0,1 1 1,-1-1-1,1 0 0,-1 0 1,1 1-1,-1-1 1,-2-1-1,1 3-310,0 1 0,1 0 0,-1 0 0,0 0 0,1 1 0,-1-1 0,1 0-1,-1 1 1,1 0 0,-4 3 0,-4 2 201,-50 30 257,2 4 0,2 2 0,1 2 0,3 2-1,-47 56 1,40-31-393,3 2-1,-88 158 1,123-193-198,-2 3 13,2 1 0,-24 69 0,40-98-116,2-1 1,0 0-1,0 1 1,2 0-1,-1 0 1,2-1-1,0 1 1,0 0-1,1 0 1,1 0-1,1-1 1,0 1-1,5 15 1,-7-25 38,1-1 0,-1 0 0,0 1 1,1-1-1,0 0 0,0 0 0,0 0 1,0 0-1,0-1 0,1 1 0,-1 0 1,1-1-1,-1 0 0,1 1 1,0-1-1,0-1 0,0 1 0,0 0 1,1-1-1,-1 1 0,0-1 0,1 0 1,-1 0-1,0 0 0,1 0 1,-1-1-1,1 0 0,0 0 0,-1 1 1,1-2-1,-1 1 0,1 0 0,-1-1 1,1 0-1,-1 0 0,5-1 1,4-2 14,0-1 1,-1 0-1,0 0 1,0-1-1,0-1 1,-1 0-1,0 0 1,0-1-1,9-10 1,-4 1 113,-1 0 0,0-1 1,-1-1-1,-2 0 0,0-1 0,0 0 1,10-33-1,39-158 710,-41 129-497,12-116 0,-28 170-252,-2-1-1,-1 1 0,-1-1 1,-1 1-1,-2 0 0,-1 0 0,-1 0 1,-10-28-1,13 47-118,-1 0 1,1 1-1,-2 0 0,1 0 0,-1 0 1,0 0-1,0 1 0,-1 0 1,0 0-1,-12-10 0,12 13-83,1 0 0,-1 1 1,0 0-1,-1 0 0,1 0 0,-1 0 0,1 1 0,-1 0 0,0 1 0,1 0 0,-1 0 1,0 0-1,0 1 0,0-1 0,-7 2 0,-2 1-351,1 1 0,0 0 0,0 0 0,0 2 0,0 0 0,1 1 0,-1 0 0,-16 11 0,9-4-1406,1 1-1,0 1 1,1 1-1,-24 25 1,4 7-6509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02.5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909 1 9993,'21'0'2619,"-17"0"1847,-8 0-4039,0 0 1,0 1 0,1-1-1,-1 1 1,0 0 0,0 0 0,1 1-1,-1-1 1,1 1 0,-1 0 0,1 0-1,0 0 1,-5 4 0,-36 38 1445,42-41-1690,-370 449 6295,194-218-8570,8 6-5139,110-145-9,7 4-4813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03.8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1080 161 4664,'23'-33'2964,"26"-32"-1,-48 64-2798,0-1 0,0 1 1,0-1-1,0 0 0,-1 1 0,1-1 1,0 0-1,-1 0 0,1 1 0,-1-1 1,1 0-1,-1 0 0,0 0 0,0-2 1,1-3 370,3-7-110,-3 0 2234,-21 14-897,13 2-1618,-1 0 1,1 0-1,0 1 0,0 0 0,0 0 1,1 1-1,-1 0 0,1 0 0,0 0 1,0 1-1,-7 6 0,-13 15 464,-24 30 0,25-27-256,-55 70 925,-116 192 0,152-223-1105,-333 551-2306,308-503 167,-28 42-2880,45-80-91,9-3-2695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04.4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782 24 8461,'22'-23'6656,"-36"36"-3562,1 2-1848,0 0 0,-18 30 0,-10 14 312,-102 114 948,-63 79-2025,4-10-5944,169-203 3742,-50 71-7025,59-65 1166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04.7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433 100 8429,'39'-33'4258,"-37"31"-2568,-20 10 860,3 2-2075,0 0 1,1 1-1,0 1 1,-21 21-1,0 1-42,-133 131 735,141-134-1045,2 2 0,0 0 1,-33 62-1,54-87-113,1-1-1,-1 2 1,1-1-1,1 0 1,-1 1-1,1-1 1,1 1 0,0-1-1,0 1 1,1 0-1,0-1 1,0 1-1,2 9 1,-1-14-8,0 0 1,0 0-1,1 0 1,-1 0-1,1 0 0,0-1 1,0 1-1,0-1 1,0 1-1,1-1 0,0 0 1,-1 0-1,1 0 1,0 0-1,0 0 0,1-1 1,-1 0-1,0 1 1,1-1-1,0 0 0,-1-1 1,1 1-1,0-1 1,0 1-1,0-1 0,0 0 1,0-1-1,0 1 1,6 0-1,0-1 14,0 0 1,0-1-1,1 0 1,-1-1-1,-1 0 1,1 0-1,0-1 1,0 0-1,-1-1 1,0 0-1,1 0 0,-2-1 1,1-1-1,0 1 1,-1-1-1,0-1 1,-1 1-1,11-12 1,-2 1 75,-1-2 1,-1 1-1,0-2 1,-1 1 0,-1-2-1,17-43 1,-11 16 10,-3-1 1,-2 0 0,-3-2 0,8-75-1,-18 119-93,1-1 0,-1 1 0,0-1 0,0 1-1,-1-1 1,0 1 0,0 0 0,-1-1 0,0 1-1,0 0 1,0 0 0,-1 0 0,-1 1 0,1-1-1,-6-8 1,5 11-85,0 1 0,0-1-1,0 1 1,0-1 0,-1 1-1,1 1 1,-1-1 0,0 1-1,1-1 1,-1 1 0,0 1-1,-1-1 1,1 1 0,0 0-1,0 0 1,-1 0 0,1 1 0,0 0-1,-1 0 1,1 0 0,0 1-1,-9 1 1,-2 1-578,-1 1-1,1 0 1,0 1-1,1 1 1,-30 15-1,28-12-1595,0 2 0,-25 19 0,3 7-5607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05.1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1004 58 11585,'0'-4'516,"0"1"1,0-1-1,0 1 0,0-1 1,-1 1-1,1-1 0,-1 1 1,0 0-1,0-1 0,0 1 1,-1 0-1,1-1 0,-1 1 0,-2-4 1,2 5 278,-3 2-165,-11 1-492,0 1 0,0 1 0,0 0 1,0 1-1,1 1 0,0 0 0,0 2 0,0-1 1,1 2-1,0 0 0,0 0 0,-23 20 1,6-2-58,0 2 0,2 1 1,1 1-1,-24 36 0,34-41-58,1 1 0,1 2 1,1-1-1,2 2 0,0 0 0,3 0 0,0 1 0,2 0 1,1 1-1,1 0 0,-3 53 0,8-16-62,1-36 42,-1 1 0,-6 34 1,5-58-3,0 0 0,0 0 0,-1 0 0,0 0 0,0-1 0,-1 0-1,0 1 1,-1-1 0,0 0 0,0-1 0,-12 14 0,5-10-34,0 0 0,-1-1 0,-1 0 0,1-1 0,-2 0 0,1-1 0,-20 7 0,-10 1-1788,-56 13 0,5-2-7732,75-19 2778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05.3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30 8241,'2'-2'204,"-1"0"0,0 0 0,1 0 0,-1 0 0,1 0 1,-1 1-1,1-1 0,0 1 0,0-1 0,0 1 0,0 0 0,0-1 1,0 1-1,0 0 0,0 1 0,0-1 0,1 0 0,-1 0 0,0 1 1,1 0-1,-1-1 0,0 1 0,4 0 0,11-1 616,1 1 0,20 2 0,-13 0-427,700 49 3117,-390-20-2918,-266-25 90,-91 10-1961,7-11 693,11-4-459,0 0-1,0 1 1,0-1-1,0 1 1,0 0-1,1 0 1,-1 0-1,-4 4 1,-2 5-5474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06.3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1080 58 9501,'21'-48'2477,"-16"38"3016,-9 37-2742,-11 43-747,-2 0 1,-49 124-1,48-147-1581,2-2-125,-90 215 899,-54 77-308,38-103-847,65-127-425,-165 292-2458,-3 6-4445,165-275-643,43-77 268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06.9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445 1 10849,'0'0'6273,"-6"17"-4677,0-3-228,-7 9-260,-16 14-212,4 0-184,-7 0-60,-3 9-600,-6 3-184,6-4-328,-6-5-440,-4 3-628,10 3-308,-6 0-585,9 5-2335,4-2-3733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07.2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199 144 12261,'0'0'7195,"-2"3"-6481,-75 135 997,50-94-1411,-24 52-1,44-80-266,0 1-1,0 0 0,2 1 1,0 0-1,1 0 0,-2 30 1,5-42-34,2 0 0,-1-1 0,0 1 0,1 0 1,0 0-1,0-1 0,1 1 0,0-1 0,0 1 1,0-1-1,1 0 0,-1 0 0,1 0 0,0 0 1,1 0-1,-1 0 0,1-1 0,0 0 0,0 0 0,0 0 1,1 0-1,-1-1 0,1 1 0,0-1 0,0 0 1,0-1-1,1 1 0,-1-1 0,0 0 0,1-1 1,0 1-1,-1-1 0,1 0 0,0 0 0,9-1 0,0 1 2,-1-1-1,1-1 0,0-1 1,-1 0-1,1 0 0,26-10 1,-31 8 20,0 0 0,-1-1 1,0 0-1,0-1 0,0 0 1,-1 0-1,1-1 0,-2 0 0,1 0 1,11-14-1,-6 2 48,-1-1-1,0 0 0,-1 0 1,-1-1-1,-1-1 1,-1 0-1,-1 0 0,-1 0 1,-1-1-1,-1 0 1,-1 0-1,-1 0 1,-1-32-1,-1 40-42,-2 0-1,0 0 1,0 1-1,-1-1 1,-1 1 0,-1 0-1,0 0 1,0 0-1,-14-22 1,14 27-34,-2 0 0,1 1 0,-1-1 0,-1 1 1,0 1-1,0 0 0,0 0 0,-1 0 0,0 1 0,0 0 0,0 1 0,-1 0 0,0 0 0,-14-3 1,13 4-226,0 1 1,-1 1-1,0 0 1,1 1-1,-1 0 1,0 1-1,1 0 1,-1 0-1,0 2 1,-12 2 0,16-2-683,0 0 1,0 1 0,0 0 0,0 0 0,0 1 0,1 0 0,0 0-1,0 1 1,-8 5 0,-17 21-8413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08.3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605 168 5236,'0'0'3562,"-14"-26"3357,13 20-6472,0 0 0,-1 0 0,0 0-1,0 0 1,0 0 0,-1 1 0,0-1 0,0 1-1,0-1 1,-1 1 0,-8-9 0,6 7-342,-1 1 1,0 0 0,0 1 0,0 0-1,-1 0 1,0 0 0,0 1 0,0 0 0,0 1-1,-1-1 1,0 2 0,1-1 0,-1 1-1,0 1 1,0 0 0,0 0 0,0 0-1,0 1 1,0 1 0,0 0 0,0 0 0,0 0-1,0 1 1,-11 4 0,-5 3-151,1 1 1,0 1-1,1 1 1,0 1-1,0 1 1,2 1-1,0 1 1,0 1-1,2 1 1,0 0-1,1 2 1,1 0-1,-28 44 0,44-63 10,0 1 0,0-1-1,0 1 1,0-1-1,0 1 1,0 0-1,1-1 1,-1 1-1,1 0 1,-1-1 0,1 1-1,-1 0 1,1 0-1,0-1 1,0 1-1,0 0 1,0 0-1,0 0 1,0-1-1,1 1 1,-1 0 0,1 0-1,-1-1 1,1 1-1,-1 0 1,1-1-1,0 1 1,1 1-1,1 0-16,1 0 0,0 0 0,-1 0 0,1 0 0,0-1 0,0 0 0,0 0 0,0 0 0,1 0 0,6 1 0,3 1 19,1-2-1,0 1 0,-1-2 1,1 0-1,0-1 1,0 0-1,27-5 0,-11 2 85,30-5 568,-1-4-1,92-28 1,-89 21 1659,110-18 0,-168 36-2125,-1 1 0,0-1 1,0 1-1,1 0 0,-1 1 0,0-1 0,0 1 0,1 0 0,-1 0 0,0 0 0,0 0 1,4 3-1,-5-3-67,-1 0 1,0 1-1,0-1 1,0 1 0,0 0-1,0-1 1,-1 1-1,1 0 1,0 0 0,-1 0-1,1 0 1,-1 1-1,0-1 1,0 0-1,2 5 1,-2-2 3,0 1 0,-1-1-1,1 1 1,-1-1 0,0 1-1,0 0 1,-1-1 0,1 1 0,-1-1-1,-1 1 1,1-1 0,-1 0-1,0 1 1,0-1 0,0 0 0,-4 6-1,-17 22-84,-1 0 0,-1-2-1,-57 54 1,48-50-297,-137 115-5553,93-85 1210,18-6-2492,10 1-4603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09.0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585 23 5573,'19'5'2199,"-19"-13"435,-3-12 6836,19 23-7911,-14-3-1492,-1 1 1,1-1 0,-1 1 0,0-1 0,0 1 0,1 0-1,-1 0 1,0 0 0,0-1 0,0 1 0,0 0-1,0 0 1,0 1 0,0-1 0,0 0 0,0 0 0,0 0-1,-1 1 1,1-1 0,0 0 0,-1 1 0,1-1 0,-1 0-1,0 1 1,1-1 0,-1 1 0,0 1 0,2 45 987,-2-40-885,-11 135 1703,-30 152 0,32-243-1643,-122 685 1037,-47-9-4298,-24-70-5622,162-535 2853,9-17-3534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09.8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284 66 6149,'7'-49'2334,"2"32"8224,-12 19-9110,-9 6-807,1 1 1,0 0-1,1 0 1,0 1 0,0 1-1,1-1 1,-13 22 0,-51 95 1371,54-91-1565,3-4-464,2 0 1,-16 51 0,2 19-3864,15-54 132,5-6-2876,9 5-4181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10.2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314 0 8961,'4'1'4911,"-4"7"-1637,-13 23-179,-23 39-467,12-27-1537,-93 179 2919,97-178-4201,3 0-1,1 2 0,-13 60 0,10-37-2235,2-10-1760,8-1-3495,11-10-2241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10.6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858 55 12329,'54'-55'8964,"-26"83"-8289,-3 19-427,-4-6-176,10 14-515,-2 2-1,34 93 1,-60-136 396,-1 0-1,0 0 1,0 0 0,-2 0-1,0 1 1,0-1 0,-1 0-1,-5 22 1,3-24 18,1 1 0,1 0 0,0 0-1,1-1 1,0 1 0,1 0 0,0 0 0,6 23 0,-2-26-2,0-1 1,0 0 0,0 1-1,2-2 1,-1 1 0,1-1-1,0 0 1,8 7-1,-3-3-15,-2 0-1,13 16 0,-21-25 64,0-1 1,0 1 0,0 0-1,-1 0 1,1 0-1,-1 0 1,0 0 0,1 0-1,-1 0 1,0 0-1,-1 0 1,1 1 0,-1-1-1,1 0 1,-1 1-1,0-1 1,0 0 0,-1 0-1,1 1 1,0-1-1,-1 0 1,0 0 0,0 1-1,0-1 1,0 0-1,-1 0 1,1 0 0,-1 0-1,0-1 1,1 1-1,-1 0 1,-1-1 0,1 1-1,-5 3 1,-3 2 67,0 0 1,0-1 0,-1 0-1,0-1 1,0 0-1,-13 5 1,7-4-2,-43 19 192,-2-4 0,-98 24-1,-136 11-449,78-16-1716,63-4-1951,57-6-2039,41-8-1333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11.4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0 603 9977,'0'-31'2988,"6"30"-2275,539-48 2332,1435-76 1356,-1876 118-4278,341-19 254,399-32 186,-627 37-467,298-30 104,150-73-1198,-299 44-6490,-338 74 6408,51-8-2947,7 5-1879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11.7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559 133 4628,'2'-15'397,"-1"9"-86,0 0 0,-1-1 1,1 1-1,-1-1 0,-1 1 0,1-1 0,-3-10 1,2 15-4,0-1 0,0 1 0,0-1 1,-1 1-1,1-1 0,-1 1 1,1 0-1,-1-1 0,-2-1 0,-2-3 504,5 5 317,0 0-183,-9-16 198,8 26-37,10 40 132,-5-37-1313,37 166 893,7 39-377,-39-168-470,-2 1 1,-1 75 0,-8-64-471,-3 0-1,-2-1 1,-3 0-1,-2 0 1,-3-1-1,-2-1 1,-3-1 0,-3 0-1,-1-2 1,-3-1-1,-3-1 1,-1-2 0,-3-1-1,-2-1 1,-69 68-1,-6-12-2514,-3-6-1094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3:11.9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191 210 11737,'-4'-38'3156,"-2"16"-2040,3 2-351,-13 8-537,-9-14-676,-7 9-741,-3-11-739,0 2-1964,0 6-2669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25.3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404 26 14725,'-41'-26'12778,"39"30"-11525,-9 17-868,2 0 0,0 1 1,-11 45-1,-8 79 1450,7-35-1200,-171 873-4830,150-799-4416,28-132 3120,0 16-5995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25.7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9 292 15409,'-1'-1'233,"0"-1"-1,0 0 1,0 0-1,0 1 1,0-1-1,1 0 1,-1 0-1,1 0 1,-1 0-1,1 0 1,0 0-1,0 0 0,0 0 1,0 0-1,0 0 1,0 0-1,1 0 1,0-4-1,1 3 59,0 1-1,0-1 0,0 0 0,0 1 1,0-1-1,1 1 0,-1 0 0,1 0 1,-1 0-1,1 0 0,3-2 0,2 0 159,0 0 0,0 1 0,0-1 0,0 1 0,1 1 0,-1 0 0,1 0 0,-1 1 0,1 0 0,0 0 0,0 1 0,0 0 0,-1 0 0,15 3 0,-4 1-191,0 0 1,0 2-1,0 0 0,-1 1 1,26 13-1,-15-3-178,-2 0-1,-1 2 1,0 1-1,-1 1 0,-1 1 1,-1 1-1,-1 1 1,31 45-1,-28-31-3,-1 2 1,-1 0-1,-3 1 0,-1 1 1,20 69-1,-32-83-114,0 1 0,-2 1 1,-1-1-1,-2 0 0,-1 1 0,-1 0 1,-1-1-1,-2 1 0,-1-1 0,-9 35 1,9-51-63,3-16-38,3-25 15,-2 21 180,15-88-143,3 0 1,40-116 0,-36 133 49,-6 19-2,8-28 13,46-112-1,-60 175 84,1 1 0,1 1 0,1 0 0,1 0 0,1 1 0,1 1 0,0 1-1,2 0 1,29-24 0,-37 35-27,0 1-1,0 1 1,1-1-1,0 2 1,0-1-1,1 2 1,0-1 0,0 2-1,0-1 1,18-1-1,-19 4-17,-1 0 1,0 1-1,0 1 0,1 0 0,-1 0 0,0 1 1,0 0-1,0 0 0,0 2 0,0-1 0,-1 1 1,1 0-1,9 7 0,4 5-13,0 1 0,-1 0 0,-1 2 0,0 1 0,-2 0 0,0 2 0,-1 0 0,24 40 0,-3 7 0,59 136 0,-73-138-13,-2 0-1,-4 2 1,-2 0 0,7 76-1,3 286-748,-27-370-381,3 83-2079,-1-122 1930,1 0 0,0 0 1,2-1-1,9 28 0,-13-45 532,1 1 0,1-1 1,-1 1-1,0-1 0,1 0 0,0 0 1,0 0-1,4 5 0,35 19-10532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26.0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823 7 15357,'-6'-2'717,"-1"1"-1,0-1 1,0 2-1,1-1 0,-1 1 1,0 0-1,0 0 0,0 1 1,0 0-1,1 0 1,-1 1-1,0-1 0,-12 7 1,-8 3 1382,-49 29 0,70-36-1931,-85 51 728,-122 95-1,163-109-589,3 2 0,1 2-1,-67 85 1,111-126-306,-31 45 7,31-46-9,0 0-1,1 0 1,0 0 0,0 0-1,0 1 1,0-1 0,0 0-1,0 0 1,1 1 0,0-1-1,0 0 1,0 1 0,0-1-1,1 6 1,0-8-9,0 1 0,0-1 0,0 1 0,0-1-1,0 1 1,0-1 0,1 0 0,-1 0 0,0 1 0,1-1 0,-1 0 0,1 0 0,-1 0 0,1-1-1,0 1 1,0 0 0,-1-1 0,1 1 0,0-1 0,0 1 0,-1-1 0,1 0 0,0 0 0,0 1-1,0-2 1,0 1 0,1 0 0,64-6-122,-54 4 94,35-4-35,79-8 64,-113 13 13,0 2 1,0-1-1,0 2 1,-1 0 0,1 0-1,0 2 1,13 4-1,-21-5-11,1 0 0,-1 1 0,0-1 1,-1 1-1,1 1 0,-1-1 0,0 1 0,0 0 0,0 0 0,5 7 0,5 10-984,18 31-1,-16-22-792,1 1-798,6 9-2122,-4-17-2634,1-6-3393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26.2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315 2 16313,'1'1'992,"-1"-1"-869,0 0 1,0 0 0,0 0 0,0 0 0,0 0 0,0 0 0,0 0 0,1 0 0,-1 0-1,0 0 1,0 0 0,0 0 0,0 0 0,0 0 0,0 0 0,1 0 0,-1 0-1,0 0 1,0 0 0,0 0 0,0 0 0,0 0 0,0 0 0,1 0 0,-1 0 0,0 0-1,1-1 992,-1 1-991,0 0 0,0 0 0,0 0 0,0 0 0,0 0 0,0 0 0,0-1-1,0 1 1,0 0 0,0 0 0,0 0 0,0 0 0,0 0 0,0 0 0,0-1-1,0 1 1,8 20 2061,3 28-1052,-6-7-336,-3 0-1,-1 1 1,-2-1 0,-2 0-1,-8 43 1,9-68-632,-16 97-493,-5-2 1,-5 0-1,-66 167 1,19-122-3956,36-83 158,5 1-3699,16-16-3783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26.3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38 115 17026,'-38'5'3020,"44"-16"-256,10 8-272,3-3-451,13 1-389,28-13-340,4 7-328,12 5-744,23-5-744,8-3-1024,11 2-480,6 1-685,0 2-707,-4 6-2929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26.7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34 14129,'0'0'1,"5"-5"426,1 1 1,-1 0-1,1 0 1,0 0-1,0 1 0,9-4 1,-12 6-75,1 1 0,-1-1 0,1 1 0,-1-1 0,1 1 1,-1 0-1,1 1 0,-1-1 0,1 1 0,-1-1 0,1 1 0,-1 0 0,1 0 0,-1 0 1,0 1-1,4 1 0,4 3-12,0 0 0,0 1 0,-1 0 0,0 1 1,0 0-1,-1 0 0,0 1 0,0 0 0,-1 0 1,-1 1-1,1 0 0,-1 1 0,-1 0 0,0 0 0,6 16 1,-6-8-263,0 1 0,-1 0 0,-1 0 1,0 0-1,-2 0 0,0 1 0,-2-1 0,-2 34 1,0-29-167,0-1 0,-2-1 0,-1 1 1,0 0-1,-2-1 0,-1 0 0,0-1 1,-21 38-1,-12 2-62,24-36 152,13-21 75,5-8 75,40-59-88,4 2 0,1 2 0,3 3 0,97-86 1,-120 117-85,1 1 1,0 1-1,2 1 1,1 1-1,48-23 1,-75 42 12,0-1 1,0 1-1,0 0 0,0 0 0,0 1 1,1-1-1,-1 1 0,0 0 1,0-1-1,1 1 0,-1 1 1,0-1-1,1 0 0,-1 1 0,0 0 1,0-1-1,0 1 0,0 1 1,0-1-1,0 0 0,0 1 0,0-1 1,0 1-1,-1 0 0,1 0 1,-1 0-1,5 5 0,-3-2-99,0 0 0,0 1 0,0-1-1,-1 1 1,0 0 0,0 1 0,0-1 0,-1 0-1,0 1 1,0-1 0,1 11 0,-2 10-877,0-1 1,-2 0-1,-1 0 1,-5 31-1,-3 26-7857,7-37-1824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26.8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29 14573,'-3'-26'2157,"-19"23"2819,44 12-6264,0 5-552,-9 3 80,13 23-3193,-7-3-3928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27.0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1 15857,'-29'85'3449,"48"-50"-237,6-1-280,7 6-403,6 0-413,13 3-460,16 5-640,9 1-1016,6-3 0,1-3 0,0-3 0,9-3 0,0-6 0,-3-5-1876,6-6-936,-6 0-593,-7-6-3839,-5-5-7202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27.1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690 4 15521,'-51'-3'3017,"6"23"-585,4 6-188,6 2-480,-3 9-372,0 9-311,3 8-205,-6 6-228,-4 3-624,-5 3-1132,-8-3-905,-8 8-1383,-7 6-3237,0 1-6232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27.6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85 11417,'11'-4'557,"1"-2"458,0 1 0,1 0 1,0 1-1,0 1 0,0 0 1,16-1-1,195-11 4613,76-5-3479,919 4 434,209 107-1674,-1393-89-954,39 3-375,0 3 1,80 20-1,-140-23-506,-13-1-648,-20 3-933,15-6 2450,-28 7-4908,-35 3 1,8-4-6105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29.2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2739 343 6557,'-7'-7'280,"1"1"0,-1 0 0,0 0 0,0 0 0,-1 1 0,0 0 1,0 0-1,0 1 0,-1 0 0,1 0 0,-10-2 0,-88-30 2354,15 4-1189,-135-32 283,-3 9-1,-321-33 1,526 86-1409,-1 1 0,1 1 0,-33 4 0,56-3-290,0 0 1,0 0-1,0 0 0,0 0 1,0 0-1,0 0 0,1 0 1,-1 0-1,0 1 1,1-1-1,-1 0 0,1 0 1,-1 1-1,1-1 0,0 0 1,0 1-1,-1-1 0,1 0 1,0 1-1,0-1 1,0 0-1,1 3 0,1 0 14,1 0-1,0 0 1,0 0-1,1-1 1,-1 1-1,1-1 1,5 5-1,8 7 67,-5-3-22,0 0-1,0 1 1,-1 1 0,-1 0-1,0 0 1,-1 1 0,-1 0-1,0 0 1,-1 1 0,-1 0-1,8 29 1,-10-21 79,-1 1 0,-2 0 1,0 1-1,-1-1 0,-4 25 0,-28 127 933,-179 493 915,-109 97-1386,-69-8-85,77-156 887,178-310-727,119-252-608,2 0-1,1 1 1,3 1-1,1-1 1,-3 59-1,10-85-60,2 0 0,-1 0 0,2 1 0,0-1 0,1 0-1,8 24 1,-8-34-14,-1 1-1,1-1 0,0 0 1,1-1-1,-1 1 1,1-1-1,0 1 0,0-1 1,1 0-1,7 6 1,111 88 500,-97-81-386,2-1-1,0-1 0,1-2 1,0-1-1,1-1 1,52 14-1,-35-12 11,289 70-11,-162-43-436,-155-37-405,0 0 1,0-1 0,38 1-1,-46-5-210,1 0-1,0 0 1,-1-1 0,1-1-1,-1 0 1,0 0-1,20-9 1,14-9-6305,0-1-4873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29.9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950 415 4516,'0'-6'391,"1"-1"-1,0 1 0,0-1 0,1 1 0,0 0 0,0 0 0,0 0 0,1 0 0,0 0 0,0 0 0,1 1 1,-1-1-1,1 1 0,0 0 0,1 0 0,-1 0 0,1 1 0,6-5 0,12-9 632,1 2-1,48-25 1,-59 34-680,43-21 500,2 3-1,0 2 1,2 3-1,89-18 1,252-23 354,-41 35-722,-294 26-411,1 4 0,-1 2 0,91 19 0,-140-20-60,0-1 0,0 2-1,0 0 1,-1 1 0,0 1-1,0 0 1,-1 1 0,0 1-1,-1 0 1,0 1 0,23 24-1,-32-30 10,-1 1 0,1 0 1,-1 0-1,-1 1 0,1-1 0,4 14 0,6 14 102,-1 0 0,-2 1 0,-2 1 1,7 41-1,0 72 765,-4 166 1,-10-219-381,-4 111 764,-50 353 1,-99 104-394,110-510-728,-60 193 51,-15 58 5,83-274-130,-80 201 0,106-317-65,-1-1 0,0 1 0,-1-2 0,-1 1 0,0-1 0,-1-1 0,0 0 0,-1 0 0,0-1 0,-1-1 0,0 0 1,-1 0-1,0-2 0,0 0 0,-1 0 0,0-1 0,-24 7 0,-15 1 8,-1-2 0,-1-3-1,-91 6 1,116-13-3,-352 31 22,-363 38-1935,405-40-2341,140-15-4429,82-5-2128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30.4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391 81 8377,'0'-1'451,"1"0"1,0 0-1,0 0 1,-1 0-1,1 0 0,0 0 1,-1 0-1,1 0 1,-1 0-1,1 0 1,-1 0-1,0 0 1,1 0-1,-1-1 0,0 0 1,-4-33 4163,0 8 4222,-13 50-6864,7-3-1705,1 0-1,2 1 1,0-1 0,-6 33-1,-11 31 137,4-29-633,-63 174-4671,-62 107-7295,89-226-264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30.8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98 178 11029,'-1'0'92,"1"1"0,0-1 0,-1 1 0,1-1 1,0 1-1,-1-1 0,1 1 0,-1-1 0,1 0 0,-1 1 0,1-1 0,-1 0 1,1 1-1,-1-1 0,1 0 0,-1 0 0,1 0 0,-1 1 0,1-1 0,-1 0 0,1 0 1,-1 0-1,0 0 0,1 0 0,-1 0 0,1 0 0,-1 0 0,0 0 0,-10-12 2215,4 2-994,6 9-1177,1 1 1,0-1-1,0 0 0,0 0 0,0 0 0,0 0 1,0 1-1,0-1 0,0 0 0,0 0 0,0 0 1,0 1-1,1-1 0,-1 0 0,0 0 0,0 0 1,1 1-1,-1-1 0,1 0 0,-1 1 0,1-2 0,0 1 255,5-26 1747,-5 23-1941,0 0 1,-1 0 0,2 0 0,-1 0 0,0 0 0,1 0 0,-1 0-1,1 1 1,0-1 0,3-3 0,1 0-91,1 1 0,0 0 0,0 1-1,0-1 1,0 1 0,1 1 0,0-1 0,0 1 0,0 1 0,0-1 0,1 1 0,-1 1-1,1 0 1,0 0 0,9-1 0,2 1-14,-1 1-1,1 0 1,-1 1 0,1 1-1,38 8 1,-48-7-81,1 1 0,-1 0 0,0 0-1,0 1 1,0 1 0,-1 0 0,1 0 0,-1 0-1,0 1 1,10 10 0,-15-12-25,1 1 0,-1 0-1,0 0 1,0 0 0,-1 0 0,1 1-1,-1 0 1,0-1 0,-1 1 0,0 0 0,1 0-1,-2 1 1,1-1 0,-1 0 0,0 1-1,0-1 1,-1 0 0,0 9 0,-1-5-9,-1 0 1,1 0 0,-2 0-1,1 0 1,-1 0 0,-1 0-1,0-1 1,0 0 0,-1 1-1,0-2 1,-1 1 0,0 0-1,0-1 1,-10 10 0,-12 9-33,0-1 1,-50 34-1,40-32 17,-78 54-105,-41 33 81,155-113 65,-25 26-263,27-27 228,-1 0 0,1 0 1,-1 0-1,1 0 0,-1 0 0,1 0 0,-1 0 0,1 0 0,0 0 1,0 0-1,0 1 0,0-1 0,0 0 0,0 0 0,0 0 0,0 0 1,0 0-1,0 1 0,1-1 0,-1 0 0,0 0 0,1 0 0,-1 0 1,1 0-1,-1 0 0,1 0 0,0 0 0,-1 0 0,1 0 1,1 1-1,1 1-135,1-1 0,-1 1 0,1-1 1,0 1-1,0-1 0,0 0 0,0 0 0,0-1 1,0 1-1,1-1 0,-1 0 0,1 0 1,-1-1-1,0 1 0,1-1 0,5 0 1,15 0-1488,44-8 1,-47 5 780,127-14-7041,-67 15 571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31.2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201 12 7705,'85'1'6773,"-1"-7"-3311,-39 2-2631,0 2 1,54 4 0,-89-1-787,2-1 18,-1 1 0,0 1-1,0 0 1,-1 1 0,12 3 0,-20-5-54,0 0 1,0-1-1,-1 1 1,1 0-1,0 0 1,0 0-1,-1 0 0,1 1 1,-1-1-1,1 0 1,-1 1-1,1-1 1,-1 1-1,0-1 0,0 1 1,0-1-1,0 1 1,0 0-1,0 0 1,0 0-1,0 0 1,-1-1-1,1 1 0,-1 0 1,1 0-1,-1 0 1,0 0-1,0 0 1,0 0-1,0 0 0,0 0 1,0 0-1,-1 0 1,1 0-1,-1 0 1,0 3-1,-5 10 20,0-1 0,-2 1 0,1-1 0,-2 0 0,-19 24 0,15-20-93,-23 40 1,32-50-12,0 0 0,1 0 1,1 0-1,-1 1 0,1-1 0,0 1 0,1-1 1,-1 18-1,3-14-12,-1 1 0,-1 0 0,-1 0 0,-4 21 0,5-29 79,-1 0 1,-1 0-1,1 0 0,-1-1 1,1 1-1,-1 0 1,-1-1-1,1 0 0,-1 0 1,1 0-1,-1 0 1,0-1-1,-7 6 1,-15 8-90,0-1 0,-1-1 0,-1-2 0,0 0 0,-37 10 0,-42 7-1895,-1-5-3421,83-20 3539,-17 4-5320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32.3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148 136 4740,'0'0'2562,"0"-2"-1308,-9-56 6826,9 55-6202,-1 1-1113,0-3-277,1 0 0,-1 0-1,1 0 1,0-1 0,0 1-1,1 0 1,0 0 0,0 1 0,1-7-1,-1 9 1583,-3 0-1483,2 2-548,-1-1 0,1 0 0,-1 0 0,1 1 0,-1-1 1,1 0-1,-1 1 0,0-1 0,1 1 0,-1-1 0,0 1 0,1-1 0,-1 1 0,0-1 0,0 1 0,0 0 0,0-1 0,1 1 0,-1 0 0,0 0 0,0 0 1,0-1-1,0 1 0,0 0 0,1 0 0,-1 0 0,0 0 0,0 1 0,0-1 0,0 0 0,0 0 0,0 0 0,1 1 0,-1-1 0,0 1 0,-1 0 1,-1 2 70,-1 0 0,1 0 0,0 0 0,0 1 0,1 0 0,-5 6 0,-3 10 154,0 0 0,1 1 0,1 0 1,-7 31-1,9-31-131,-2 7 4,2 1 0,1 0-1,-2 42 1,6-54-143,1 0 0,0 0 0,2-1 0,0 1 0,1-1 1,0 1-1,9 23 0,-6-27-146,1 0 1,0-1 0,1 0-1,1 0 1,-1-1 0,2-1-1,-1 1 1,2-1-1,-1-1 1,1 0 0,1 0-1,-1-1 1,2-1 0,-1 0-1,1 0 1,18 6-1,-2-3-199,0 0-1,0-3 0,0 0 0,1-2 0,0 0 0,52-1 0,-58-4 382,0-1-1,0-1 1,0-1 0,-1-2 0,1 0 0,-1-1 0,0-1-1,0-1 1,-1-2 0,-1 0 0,1-1 0,-1-1 0,-1-1-1,0-1 1,-1 0 0,-1-2 0,0 0 0,-1-1 0,22-29-1,9-31 1702,-72 95-1247,7 0-394,1 0-1,0 2 1,-21 34-1,-37 77-395,38-64-544,-7 10-551,-62 104-4767,47-87-463,3 8-4144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32.7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712 35 11873,'-2'-1'190,"0"1"0,-1-1 0,1 0 0,-1 0 0,1 0 0,0-1 0,0 1 0,0 0 0,0-1 0,0 0 0,-2-1 0,4 2-32,1 0 0,-1 0 0,1 0 0,0 0 0,-1 0 0,1 0 0,0 0 0,0 0 0,-1 0 0,1 1 0,0-1 0,0 0 0,0 0 0,0 1 0,0-1 0,0 1 0,0-1 0,0 1 0,0-1 0,0 1 0,0 0 0,0 0 0,2-1 0,0 0 3518,-5 2-2023,-122 91 3705,95-68-4720,1 2-1,-31 36 1,46-46-585,0 1 0,1 0 0,1 1 0,1 0 1,-12 30-1,17-35 5,0 1 0,2 0 0,0 0 0,0 0 0,1 0 0,1 0 0,0 0 0,1 1 0,2 14 0,-1-19-82,1 0 0,1 0 0,0-1 0,5 13 0,64 145-586,-70-161 584,1 0 0,-1 0 0,0 0 0,-1 0 1,0 0-1,1 1 0,-2-1 0,1 0 0,-1 1 0,0-1 0,0 0 0,-1 1 0,0-1 0,0 0 0,-3 9 0,1-7 16,-1 0-1,0 0 0,0 0 0,-1-1 0,0 1 1,0-1-1,-1 0 0,0-1 0,-12 11 0,-10 4-182,0-1-1,-2-1 1,0-2-1,-47 19 1,68-31 54,-109 42-2238,38-27-4192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32.8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15 13069,'-9'12'4889,"28"-24"-3849,-3 6-236,12 9-144,39-6-180,-4 1-980,-5 2-660,2 0-568,3-6-613,10 6-2067,0 11-3413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33.3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311 1 13361,'-4'0'922,"1"0"0,-1 0 0,1 0 0,0 0 0,-1 0 0,1 0 0,-1 1 0,1 0 0,0 0 0,0 0 0,-7 3 0,5-2-355,0 1 0,1 0 0,-1 1 0,0-1 0,1 1 0,-6 7 0,-4 5-860,1 2 0,-22 37-1,12-15 1517,-8 7-882,-30 60 0,52-89-316,2-1 1,0 1-1,1 0 1,1 0-1,0 1 1,2-1-1,-3 29 1,6-39-78,0-1 0,0 0 0,1 1-1,0-1 1,1 0 0,-1 0 0,2 0 0,-1 0 0,1 0 0,-1 0 0,2-1 0,-1 1 0,9 10 0,-5-9-84,0 1 1,1-2-1,0 1 0,0-1 1,1 0-1,0-1 1,0 0-1,15 7 0,0-2-132,1-1 0,0-2 1,0 0-1,1-2 0,0 0 0,51 2 0,-53-6 225,-1-1 0,1-1 1,-1-1-1,0-1 1,0-1-1,0-1 0,0-1 1,0-2-1,-1 0 1,0-1-1,37-19 0,-58 26 51,0 1 0,1-1-1,-1 0 1,1 0 0,-1 0-1,0 0 1,0 0 0,1 0-1,-1 0 1,0 0 0,0 0-1,0-1 1,0 1 0,-1 0-1,1-1 1,0 1 0,0-1-1,-1 1 1,1-1 0,-1 1-1,0-1 1,1 1 0,-1-1-1,0 0 1,0-1 0,0 2-13,-1-1-1,1 1 1,-1-1 0,0 1-1,0 0 1,0-1 0,0 1 0,0 0-1,0 0 1,0 0 0,0 0-1,0 0 1,0 0 0,-1 0-1,1 0 1,0 0 0,-1 0 0,1 1-1,-1-1 1,1 0 0,-1 1-1,1 0 1,-1-1 0,1 1 0,-3-1-1,-48-7-834,1 1 0,-1 3 0,-88 5 0,-57 21-8331,104-5-662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35.1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 5881,'18'-2'9551,"8"8"-5722,36 14-4135,-27-8 1263,482 111 947,6-45-1490,-331-52-211,1157 116 131,-1146-124-306,1444 98 187,2-39-182,-1536-72-4,1398 39-36,-994-60-3568,-501 13 2134,-13-1-313,-24-8-3087,-33-10-3629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35.8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 7081,'0'1'163,"-1"0"1,1 1-1,-1-1 0,1 0 1,-1 0-1,1 1 1,0-1-1,0 0 1,0 1-1,0-1 0,0 1 1,0-1-1,0 0 1,0 1-1,0-1 1,1 0-1,-1 1 1,0-1-1,1 0 0,-1 0 1,1 1-1,0-1 1,-1 0-1,1 0 1,0 0-1,0 0 0,-1 0 1,1 0-1,0 0 1,0 0-1,0 0 1,1 0-1,0 0 1,3 4 332,0-1 1,0 0-1,1 0 1,-1-1 0,1 0-1,11 5 1,14 2 202,1-1 0,0-2 0,47 5 0,103-1 32,-136-9-530,1486-2 1062,-929-9-1157,-45 3 23,1609-7 29,-1630 14-760,356-2-2207,-547 0 41,-206 3-1998,-35 5-2803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37.7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3118 20 8525,'14'-20'5282,"-19"33"2415,-7 13-8222,-72 152 2146,-8 22-233,-200 541 2208,-406 912-1295,-285 136-4259,851-1574 376,-9-5 0,-286 325 0,409-515 1426,-9 10-165,0-1 0,-2-2 0,-47 37 0,62-53-277,0 0-1,2 1 1,-1 0-1,-17 23 0,26-30 134,2-3-490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39.4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258 602 4688,'5'5'1384,"-3"-12"-237,-1-26 685,0 5-311,-1 25-1131,0 0 0,-1-1 0,1 1 0,-1 0 0,0 0 0,0-1 0,0 1-1,-1 0 1,-2-5 0,0-1 498,4 9-837,0 0 1,0 0-1,0-1 0,0 1 1,0 0-1,0 0 1,0 0-1,0 0 0,0 0 1,0-1-1,0 1 0,0 0 1,-1 0-1,1 0 1,0 0-1,0 0 0,0 0 1,0 0-1,0 0 1,0-1-1,-1 1 0,1 0 1,0 0-1,0 0 1,0 0-1,0 0 0,0 0 1,0 0-1,-1 0 1,1 0-1,0 0 0,0 0 1,0 0-1,0 0 1,-1 0-1,1 0 0,0 0 1,0 0-1,0 0 1,0 0-1,0 0 0,-1 0 1,1 0-1,0 0 1,0 0-1,0 1 0,0-1 1,0 0-1,0 0 0,-1 0 1,1 0-1,0 0 1,0 0-1,0 0 0,0 1 1,0-1-1,0 0 1,-11 15 959,-13 33-1341,14-29 721,-61 159 32,37-86-301,-12 59-173,29-91 99,-14 29 46,30-86-213,5-4-342,1-1 424,-1 0 0,1 0 0,-1-1-1,0 0 1,0 1 0,0-2 0,0 1-1,0 0 1,-1-1 0,0 1-1,1-1 1,4-8 0,3-7-115,17-36-1,-11 19 44,103-244-614,6-12 524,-123 285 203,98-175 414,-81 151-186,1 1 0,1 1-1,43-43 1,-58 65-134,0 1-1,0 0 1,1 0-1,0 0 1,0 1-1,0 0 1,1 1-1,0 0 1,0 0-1,0 1 1,0 0-1,15-3 1,-17 5-34,0 1 0,-1 0 0,1 0 0,0 1 1,0 0-1,-1 0 0,1 0 0,-1 1 1,1 0-1,-1 0 0,0 1 0,0 0 0,0 0 1,0 0-1,0 1 0,-1-1 0,1 1 0,8 10 1,-5-6-8,-1 1 0,-1 0 0,1 0 0,-1 1 1,-1 0-1,0 0 0,-1 0 0,0 1 0,5 14 1,6 15 111,-1 1 0,16 76 0,-17-29-327,-4 0-1,-4 1 1,-3 0-1,-16 145 1,-3-109-2563,3-41-2787,10-66 1321,-3 1-2185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39.6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14 301 9453,'-13'-15'9361,"26"-5"-8369,12-8-204,7 8-168,3 0-116,15-9-476,20 1-428,16-1-452,12 1-700,7-7-540,16 10-2873,6 2-3936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40.0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362 44 7609,'-5'-36'2297,"4"29"5734,-11 27-6378,-128 206 732,98-153-2173,14-28-987,-21 51 0,22-35-1153,-14 29-5519,24-44-831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40.4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0 129 7757,'0'-39'3684,"1"38"-3574,-1 0 0,1 0 0,-1 0 0,1 0 0,0 0 0,-1 1 0,1-1 0,0 0 0,-1 0 0,1 1 0,0-1 0,0 0 0,0 1 0,0-1 0,0 1 0,0-1 0,0 1 0,-1 0 0,1-1 0,2 1 0,-2-1 178,8-3 226,3-3-75,1 0 0,0 1 1,0 1-1,0 0 0,24-5 0,42-3 258,81-4 0,-121 16-651,0 1 0,1 3-1,-2 0 1,47 12 0,-80-14-69,1 0-1,-1 1 1,0 0-1,0 0 1,0 0-1,0 0 1,-1 1-1,1 0 1,0 0 0,-1 1-1,4 3 1,-6-6 12,-1 1 0,0 0 0,1-1 0,-1 1 0,0 0 0,0 0 0,0-1 0,0 1 0,-1 0 0,1 0 1,0 0-1,-1 0 0,0 0 0,1 0 0,-1 0 0,0 0 0,0 0 0,0 1 0,0-1 0,0 0 0,-1 0 0,1 0 1,0 0-1,-1 0 0,0 0 0,1 0 0,-1 0 0,0-1 0,0 1 0,0 0 0,-2 2 0,-5 6 6,-1-1-1,1 0 0,-1-1 0,-1 0 0,0 0 0,0-1 0,0 0 1,-12 5-1,5-2-43,1 1 0,-19 15 0,32-23 53,-1 0 0,1 0 0,0 0 0,1 1 0,-1-1-1,0 1 1,1-1 0,0 1 0,0 0 0,-2 5 0,3-6-4,1 0 0,-1-1 0,1 1 0,0 0 0,0 0 0,0-1-1,0 1 1,0 0 0,1 0 0,-1-1 0,1 1 0,0 0 0,-1-1 0,1 1 0,1-1 0,-1 1 0,0-1 0,0 0-1,4 4 1,12 18-74,24 24 0,20 24 89,-40-44 10,20 34 0,-34-50-10,-1 1 0,0-1 0,-1 1 0,0 1-1,-1-1 1,4 23 0,-7-21 23,0 0-1,-1 0 1,-1 0 0,0-1-1,-1 1 1,-1 0-1,0-1 1,-1 1 0,0-1-1,-2 0 1,1-1 0,-2 1-1,1-1 1,-2 0 0,0-1-1,-17 22 1,1-7-190,-1 0 0,-1-2 0,-2-1 0,0-1 0,-56 35 1,54-41-758,-2 0 1,0-2-1,-39 12 1,-45 10-4299,40-15-740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41.2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419 216 7393,'21'-41'1634,"15"-35"4920,-34 70-5812,-1-1 0,0 1-1,-1-1 1,1 1 0,-1 0 0,-1-1 0,1 1 0,-1-1 0,0 1 0,-3-10 0,4 15-647,-1 0 55,1 0 0,-1-1 1,0 1-1,0 0 0,1 0 1,-1 0-1,0 0 0,0 0 0,0 0 1,0 0-1,0 1 0,0-1 0,0 0 1,0 0-1,0 1 0,-1-1 1,1 1-1,0-1 0,-2 0 0,-2 4-20,0 0-1,1 0 0,-1 0 0,1 1 1,0-1-1,0 1 0,-7 8 0,1-2 40,-13 14 98,1 1 0,1 1 0,-19 32 1,-44 88-1119,9-13-2852,-17 22-6736,48-69-698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41.7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453 86 5925,'-13'-1'630,"10"1"-377,0 0 1,1 0 0,-1 0-1,0 0 1,1-1 0,-1 1 0,1-1-1,-1 1 1,0-1 0,1 0 0,-1 0-1,1 0 1,0 0 0,-1-1 0,1 1-1,0-1 1,0 1 0,0-1 0,0 0-1,-3-3 1,4 3 204,-1 0 0,0 0-1,1 0 1,-1 0 0,0 0 0,0 1 0,-1-1-1,1 1 1,0-1 0,0 1 0,-5-2 0,3 1-358,1 0 938,4 1-960,-1-1-1,0 0 1,1 1 0,-1-1-1,1 1 1,0-1 0,-1 1-1,1-1 1,0 1-1,0-1 1,0 1 0,0 0-1,0-1 1,0 1 0,0 0-1,1 0 1,-1 0 0,0 0-1,1 0 1,-1 0 0,1 0-1,-1 1 1,1-1 0,-1 0-1,1 1 1,-1-1-1,1 1 1,0 0 0,-1-1-1,1 1 1,2 0 0,7-1 28,0-1 1,0 2 0,13 0-1,-20 1-7,8-1-27,0 1-1,-1 1 1,0 0-1,1 1 0,-1 0 1,0 0-1,0 1 1,-1 1-1,1 0 1,-1 0-1,0 1 0,16 12 1,-19-12-53,0 0 0,0 1 0,-1 0 1,0 0-1,0 0 0,-1 0 0,0 1 1,0 0-1,-1 0 0,0 0 0,0 1 1,-1 0-1,0-1 0,0 1 0,-1 0 1,1 11-1,-2 1-3,-1 1-1,-1 0 1,0 0 0,-2 0 0,-1-1-1,0 1 1,-2-1 0,0 0 0,-2-1 0,0 1-1,-18 31 1,-11 10 5,-2-2-1,-56 66 1,-239 231 44,312-336-50,1 1 0,0 1-1,-28 43 1,49-65-22,-1 0 1,0 0-1,1 0 0,-1 0 1,1 0-1,-1 0 0,1 1 0,0-1 1,0 0-1,-1 0 0,1 0 0,0 0 1,0 1-1,0-1 0,0 0 1,0 0-1,0 0 0,1 1 0,-1-1 1,0 0-1,0 0 0,1 0 1,-1 0-1,1 0 0,-1 0 0,1 1 1,0-1-1,-1 0 0,1-1 1,0 1-1,0 0 0,0 0 0,1 1 1,1 1-55,0-1 1,1 0 0,-1 0 0,1 0 0,0 0-1,-1 0 1,9 2 0,2-2-285,0 0 0,0 0 0,0-2-1,1 0 1,25-3 0,-21 2-65,108-10-2419,62-4-3916,-61 13-662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7:42.1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324 283 10321,'19'-22'1065,"0"1"1,2 0-1,0 2 0,1 0 1,44-27-1,-8 14 734,84-34 0,-122 58-1681,1 1 0,-1 1 0,2 1 0,-1 1 0,0 1 1,1 1-1,-1 0 0,26 3 0,-42-1-96,-1 0 0,1 1 1,-1 0-1,0 0 0,1 0 0,-1 0 0,0 1 0,0 0 1,0-1-1,0 1 0,0 1 0,0-1 0,-1 1 1,7 5-1,-8-5-8,0-1 1,0 1-1,0 0 1,0 0-1,-1 0 1,1 0-1,-1 0 1,0 0-1,0 1 1,0-1-1,0 0 1,-1 0-1,0 1 1,1-1-1,-1 0 1,0 1-1,0-1 1,-1 1-1,1-1 1,-2 4-1,-7 38 71,3-22-142,1 0 0,1 0 0,1 1 1,2 0-1,1 36 0,36 165-1471,-29-185 1371,-3-22 165,-2 1 1,-1-1-1,0 1 1,-1-1 0,-1 1-1,0-1 1,-2 1-1,0-1 1,-1 0-1,-1 0 1,-1 0-1,0-1 1,-1 0-1,-1 0 1,-1-1-1,0 0 1,-1 0-1,-1-1 1,-20 23 0,3-9 62,-1-1 0,-2-2 0,0 0 0,-2-2 0,0-2 1,-52 26-1,19-16-854,-2-3 0,-115 33 0,157-55-118,-1-2 0,0 0 0,-42 1 0,-29-8-4304,32-3-1392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8:33.4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910 164 13981,'-58'-58'8540,"40"38"-6227,-1 2 0,0 0 0,-29-20 0,45 36-2287,0 1 0,0 0 0,0-1 0,0 1-1,0 0 1,0 0 0,0 0 0,0 1 0,0-1 0,0 1 0,0 0 0,-1 0 0,1 0-1,0 0 1,0 0 0,0 1 0,0 0 0,0-1 0,-1 1 0,1 0 0,1 0 0,-1 1 0,0-1-1,0 1 1,0-1 0,-3 4 0,-7 5 33,0 1-1,1 0 1,0 0 0,-9 14-1,16-20-56,-40 51-2,2 2 0,2 1 0,-37 75 0,-81 206 0,110-224 0,5 2 0,5 2 0,-29 154 0,59-214 0,2 0 0,3 0 0,5 89 0,3-106 0,1 1 0,3-1 0,1 0 0,2 0 0,26 62 0,-17-62-217,1-1-1,2-1 1,2 0-1,1-2 1,3-1-1,0-2 1,42 40-1,-28-36-567,2-2 0,1-2 0,2-2 0,2-3 0,75 38 0,55 8-7826,6-9-6111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8:35.5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421 693 5304,'0'0'12964,"0"-4"-11993,0-16 181,7-38 7016,-2 42-8034,-4 14 460,-1 6-314,-6 98 695,-24 134 1,27-213-905,-23 110-32,-78 242 0,82-317-787,-3-2 1,-3 0-1,-1-1 0,-4-2 1,-46 60-1,77-112 653,1 1-1,0 0 1,0 0-1,-1-1 1,1 1-1,-1 0 1,1-1 0,-1 0-1,0 1 1,1-1-1,-1 0 1,0 0-1,0 0 1,0 0-1,-3 1 1,5-2 66,-1 0 0,0 0 0,1 0 1,-1-1-1,0 1 0,1 0 0,-1 0 0,0 0 1,1-1-1,-1 1 0,1 0 0,-1-1 0,0 1 0,1-1 1,-1 1-1,1-1 0,-1 1 0,1-1 0,-1 1 0,1-1 1,0 1-1,-1-1 0,1 1 0,-1-1 0,1 0 1,0 1-1,0-1 0,-1 0 0,1 0 0,-1-5-32,-1 0 1,1 0-1,1 0 0,-1-1 0,1 1 0,0 0 0,1 0 1,-1 0-1,3-7 0,27-97-293,63-151 0,-68 197 305,105-241-96,14-40 81,-96 207 59,41-105 56,-71 202-30,2 0 1,2 1-1,43-59 1,-58 89 3,1 0 0,1 1 0,0 0 0,0 0 0,0 1 0,1 0 0,1 1 0,-1 0 1,1 1-1,15-7 0,-17 9 15,0 2-1,0-1 1,0 1 0,0 0 0,0 1-1,0 0 1,1 0 0,-1 1 0,0 1 0,0-1-1,1 1 1,-1 1 0,0 0 0,14 5 0,-3 0 41,-1 2 0,0 1 0,0 0 0,-1 1 1,0 1-1,-1 1 0,0 1 0,-1 0 1,-1 1-1,0 0 0,-1 2 0,18 25 0,-15-16-29,0 2 0,-2 0 0,-1 0 0,-1 1-1,-1 1 1,-2 0 0,12 57 0,-19-62-88,0-1 0,-2 1 0,0 0 0,-2 0 0,-1 0 0,-1 0 0,-1 0 0,-1-1 0,-2 1 0,0-1 0,-1-1 0,-2 0 0,0 0 0,-17 28 0,10-24-48,-2 0 0,0-2 1,-1 0-1,-2-1 0,0-1 0,-2-1 0,0-1 1,-1-2-1,-1 0 0,-48 25 0,31-22-12,0-2 0,-1-3 1,-1-1-1,-1-2 0,-86 14 0,108-24 52,23-3 43,0 0 0,0-1 0,0 1 0,0 0-1,0-1 1,0 1 0,1 0 0,-1 0-1,0 0 1,0-1 0,1 1 0,-1 0-1,1 0 1,-1 0 0,1 0 0,-1 1 0,1-1-1,-1 0 1,1 0 0,0 0 0,0 0-1,-1 0 1,1 0 0,0 0 0,0 1-1,1 1 1,0 0 2,1 1 1,0 0-1,0-1 0,0 1 1,0-1-1,1 1 0,-1-1 1,7 6-1,1 2 0,242 265-1947,-198-220 1570,-31-32-211,-12-12 67,0 0-1,0 0 0,1-2 1,1 1-1,-1-2 0,2 1 1,-1-2-1,17 8 0,-20-11 194,0-1 0,0-1 0,0 0 0,0-1-1,0 1 1,1-2 0,11 1 0,-15-2 325,0 0 0,-1-1 0,1 0 1,-1-1-1,1 1 0,-1-1 0,1 0 0,-1-1 0,0 1 0,0-1 0,0-1 0,6-3 1,1-3 251,-4 4 121,-1 0 1,1 0 0,1 1-1,-1 1 1,11-5-1,-18 9-288,1-1 0,0 0-1,-1 1 1,1-1 0,0 1 0,0 0-1,0 0 1,0 0 0,-1 0-1,1 1 1,0-1 0,0 1-1,-1 0 1,1-1 0,0 1-1,-1 0 1,1 1 0,-1-1 0,1 0-1,-1 1 1,0 0 0,1-1-1,2 4 1,3 3 191,-1 1 0,1 1 0,-2-1 0,1 1 0,8 17 0,9 14 255,-7-17-306,1-1 0,0-1-1,2-1 1,1-1 0,1 0 0,0-2 0,1 0 0,41 22-1,-56-35-141,1-1 0,-1 0-1,1 0 1,0-1 0,1-1-1,-1 1 1,0-1-1,1-1 1,-1 0 0,1 0-1,-1-1 1,1 0 0,0-1-1,-1 0 1,1 0 0,-1-1-1,0 0 1,0-1 0,1 0-1,-1 0 1,-1-1-1,1 0 1,-1-1 0,1 0-1,-1 0 1,-1-1 0,1 0-1,-1 0 1,0 0 0,0-1-1,-1 0 1,0-1-1,0 0 1,-1 0 0,0 0-1,0 0 1,-1-1 0,5-11-1,-4 1-102,-1 0 0,0 0 0,-1 0 0,-1 0 0,-1 0 0,-1 0 0,0 0 0,-1-1 1,-2 1-1,0 0 0,0 1 0,-2-1 0,-1 0 0,0 1 0,-15-29 0,14 32-250,-1 0 0,-1 1 0,-1 0 1,0 1-1,-1 0 0,0 0 1,-1 2-1,-14-13 0,15 16-326,1 1 0,-1 0 0,-1 0-1,1 1 1,-1 1 0,0 0 0,-1 0 0,1 1-1,-1 1 1,0 0 0,-13-1 0,-14 5-4175,7 8-2635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8:35.9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0 13385,'0'0'4791,"0"4"-3735,-13 216 2648,-25 2-5055,36-213 1170,0 1-1,1-1 0,0 0 0,1 16 1,0-23 174,0-1 1,0 0 0,0 1-1,0-1 1,0 0 0,0 1 0,0-1-1,1 0 1,-1 1 0,0-1-1,1 0 1,-1 0 0,1 1-1,0-1 1,-1 0 0,1 0-1,0 0 1,0 0 0,0 0-1,0 0 1,-1 0 0,1 0 0,1 0-1,-1 0 1,0-1 0,0 1-1,0 0 1,0-1 0,0 1-1,1-1 1,-1 1 0,0-1-1,1 1 1,-1-1 0,0 0-1,1 0 1,-1 0 0,0 0 0,1 0-1,1 0 1,29-5 106,49-16-1,-50 12-55,46-7-1,-45 12 6,0 1 0,46 4 0,-64-1-46,1 2-1,-1 0 1,0 1 0,0 0 0,-1 1 0,1 0-1,20 11 1,-30-14 120,-1 1-1,1-1 0,-1 1 1,1-1-1,-1 0 0,1-1 1,0 1-1,-1-1 1,1 1-1,4-1 0,5-30-610,-8 6-525,4-12-2723,6 14-2398,0 8-1730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8:36.2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1 503 9349,'22'-17'2249,"-1"-1"0,0-1 0,30-36-1,-28 25-907,0-2-1,-2-1 1,-2 0-1,18-42 0,30-99 2709,-64 167-4067,-1-2 691,-16 19-193,8-2-454,-1-1-1,1 1 1,1 0-1,-1 1 0,2-1 1,-1 1-1,1 0 1,0 0-1,-4 16 1,-1 13 2,-6 44-1,7-32-22,-65 397-1828,70-435 1483,-1 0 0,0 0 0,0 0 1,-1-1-1,-1 0 0,0 0 0,0 0 0,-1 0 0,-1-1 0,-13 15 1,-27 21-8007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8:36.3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448 1 12725,'-86'51'3076,"55"-28"-299,-11 3-597,4-3-420,0-3-332,3-3-292,-3 3-360,6 0-904,4 0-632,2-6-1084,-2 3-1344,15-5-2737,0 8-5104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8:37.2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575 7 12485,'-9'-7'6147,"-4"11"-3973,-12 16-2325,17-13 909,-65 58 160,2 3 0,4 3 0,-91 121-1,134-157-1112,2 1 0,1 1 0,-31 77-1,45-97 20,1 1-1,1 0 0,1 0 1,0 0-1,2 0 0,0 1 1,1-1-1,0 1 0,2-1 1,0 1-1,6 27 0,-5-37 104,1 0 0,1-1 0,-1 1 0,1-1 0,1 1 0,-1-1 0,2-1 0,-1 1-1,1-1 1,0 1 0,0-2 0,1 1 0,0-1 0,0 0 0,0 0 0,1-1 0,0 0 0,0 0-1,1-1 1,-1 0 0,1-1 0,0 0 0,13 3 0,-4-1 116,1-2-1,0-1 1,0 0 0,0-1-1,0-1 1,-1-1 0,1 0 0,0-2-1,0 0 1,31-10 0,11-11 393,-2-2 0,84-50 1,-45 22 99,-94 52-511,0 0 1,-1 0-1,1 1 0,0-1 0,0 1 0,0 0 1,0 0-1,0 1 0,0-1 0,0 1 1,0 0-1,0 0 0,0 0 0,0 0 0,0 1 1,0-1-1,4 3 0,-3-1 9,0 0 0,0 0 0,0 1 1,-1 0-1,1 0 0,-1 0 0,0 1 0,0-1 0,0 1 0,-1 0 1,5 6-1,5 9 55,-2 1-1,0 0 1,-2 1 0,14 37 0,-23-57-89,17 41-81,1-2 0,3 0 0,1-1 0,1-1 0,50 61 0,-66-92 62,-1 1-1,1-1 1,0 0 0,1-1-1,-1 0 1,1 0-1,1 0 1,-1-1 0,1-1-1,-1 1 1,2-1-1,-1-1 1,0 0 0,1 0-1,-1-1 1,1 0-1,0 0 1,-1-1 0,1-1-1,0 1 1,13-3-1,-10 1 19,-1-2-1,0 1 0,0-2 0,0 0 0,-1 0 0,0-1 0,1 0 0,-1-1 0,-1 0 0,1-1 0,-1 0 0,-1 0 0,1-1 1,-1-1-1,-1 0 0,12-14 0,-13 15-11,-1 0 0,-1-1 0,1 0 0,-1 0 1,-1 0-1,0 0 0,0-1 0,0 1 0,-2-1 0,1 0 0,1-13 1,-4 16-17,0 0 1,0-1-1,-1 1 1,0 0-1,0 0 1,-1 0-1,0 0 1,0 0-1,-1 1 1,1-1 0,-1 1-1,-1-1 1,1 1-1,-1 0 1,0 0-1,-9-8 1,2 2-130,0 2 0,-2-1 0,1 2 0,-1 0 0,0 0 0,-1 1 0,0 1 0,0 0 0,-1 1 0,0 0 1,-16-3-1,-19-3-2171,0 2 0,-56-4 1,53 14-1938,7 7-2072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8:37.4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733 1 14061,'0'0'2040,"-12"11"137,-20 18-105,-3 5-224,-3 9-280,-3 8-292,-7 15-240,-3 8-240,0 9-159,-2 9-213,2-1-492,0 9-621,0-5-555,0-1-724,1-3-572,2-11-276,7-3-2741,12-8-4512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8:37.9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157 1 10937,'-12'9'663,"1"0"1,0 1-1,1 0 1,-1 1-1,2 0 1,0 1-1,0 0 1,1 0-1,1 1 1,0 0-1,0 0 1,-4 15-1,4-8-315,0 1-1,1 1 1,1-1-1,1 1 1,-1 27-1,5-39-382,0 0-1,0 0 1,1 0-1,0 0 1,1 0 0,0 0-1,1 0 1,0-1-1,0 1 1,1-1 0,0 1-1,1-1 1,0-1-1,8 11 1,35 38-1092,-47-56 1095,0 0 0,0-1 1,0 1-1,0-1 0,0 1 0,0-1 0,0 1 0,0-1 0,0 0 0,1 0 0,-1 1 1,0-1-1,0 0 0,0 0 0,0 0 0,3-1 0,2 2-81,4-1 22,0 0-1,0-1 1,1 0 0,-1-1 0,0 0 0,0 0 0,0-1-1,0 0 1,-1-1 0,1 0 0,8-6 0,23-7 207,-38 16-124,27 18-454,-26-14 395,0 0 0,0 0 1,0-1-1,1 1 0,-1-1 0,1 0 0,-1 0 0,1 0 0,0-1 0,0 1 0,0-1 0,0 0 0,0-1 0,0 1 1,6-1-1,24 5-494,-4 3-376,-24-5 506,1-1 0,-1 0 0,1-1 0,0 1 0,13-1 1,-3-1 155,-14 0 11,9-6-862,0 2 578,-11 3-209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08:38.3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876 160 7221,'1'-9'617,"-1"-1"0,-1 1 1,0-1-1,0 1 0,-1 0 0,-3-10 1,2 10 646,1 0 1,0-1-1,1 1 0,-1-1 1,2 0-1,0-18 1,0 36-997,1 0 1,-1 0 0,1 0 0,0 0 0,1 0 0,3 9 0,-3-11-89,87 278 4318,26 108-2247,-99-311-1981,-4 0 0,-3 1 0,-4 0 0,-7 118 1,-3-143-225,-2 0 0,-3-1 0,-3 0 1,-2-1-1,-2-1 0,-3-1 1,-33 65-1,12-44-267,-93 127 1,-74 49-1397,156-198 392,-2-3 1,-2-2 0,-97 62 0,130-95 265,-1 0 0,0-2 1,-35 13-1,-17-2-4623,57-18 3515,-31 10-7435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3.0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50 148 10013,'-1'-2'260,"-1"0"1,1 0 0,0 0-1,-1 0 1,1-1-1,0 1 1,1 0-1,-1-1 1,0 1 0,0 0-1,1-1 1,0 1-1,-1-1 1,1 1-1,0-1 1,0 1 0,0-1-1,1 1 1,-1-1-1,1 1 1,0-3-1,0 2 1290,-13-17 811,-7-21 352,18 39-1534,0-1-756,0 2-309,-6-18 26,8 14-801,8 10-702,-6-2 550,3 1-83,-2 3-6339,1 5-3038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3.2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79 246 11505,'-13'17'8866,"10"-18"-7281,1 0-1400,-25-9 3490,25 10-3493,1-1 0,-1 0 1,1 0-1,-1 0 0,1 0 0,-1 0 0,1 0 0,-1 0 0,1 0 0,0 0 0,0-1 0,0 1 0,0 0 0,0-1 0,-2-2 0,-1-8-123,3 10-177,0-1 0,0 0 0,0 0 0,0 0-1,1 0 1,-1 0 0,1 0 0,0 0 0,-1 0-1,2 0 1,-1 0 0,0 0 0,0 0 0,1 0-1,1-5 1,8-17-3164,21-36 0,-25 51 1379,0 0-1,1 0 1,11-11 0,14-9-7833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0.2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1569 105 8925,'-2'-4'377,"1"0"0,-1 0 0,-1 1 0,1-1-1,-1 0 1,1 1 0,-1-1 0,0 1 0,0 0 0,-1 0 0,1 0 0,-1 1 0,1-1 0,-1 1 0,0 0 0,0 0 0,0 0 0,0 0 0,-7-1-1,-14-5 900,0 1-1,-29-4 0,41 9-1078,-11-4 60,0 2 0,-1 1 0,1 1-1,-1 0 1,0 2 0,-37 5 0,-5 12-68,1 3 1,-113 50-1,38-14-105,-146 56-15,105-45-66,180-66 3,0 0 0,0 1-1,0-1 1,1 1 0,-1 0 0,0 0-1,1 0 1,-1-1 0,1 1-1,0 1 1,0-1 0,0 0 0,0 0-1,0 0 1,0 0 0,0 1 0,1-1-1,-1 1 1,1-1 0,-1 0 0,1 1-1,0-1 1,0 4 0,0-3 4,-3 149 952,2-25 112,-39 706 2215,-8-265-2047,6-289-727,-48 510 477,89-755-965,1 0 1,2 0 0,1-1 0,1 1 0,11 36 0,-12-58-17,1 0 0,0-1 0,1 0 0,0 1 0,1-2 0,0 1-1,1-1 1,0 1 0,0-2 0,1 1 0,0-1 0,1-1 0,0 1 0,1-1 0,-1-1 0,1 0 0,17 9 0,-9-9-6,0 0 1,0-1 0,1-1-1,0-1 1,0 0 0,0-2 0,0 0-1,23-1 1,161-16-1,-185 13-7,368-65-49,-361 61 51,474-117-397,-219 49-1214,-98 24-1442,-66 6-2458,-68 25-1288,-5 9-4443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2.6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346 46 8189,'1'-1'273,"-1"0"0,0-1 0,1 1 0,-1 0 0,0 0 0,0 0 0,0-1 0,0 1 0,0 0 0,0 0 0,0-1 0,0 1 0,0 0 0,-1 0 1,1-1-1,0 1 0,-1 0 0,1 0 0,-1 0 0,1 0 0,-1 0 0,-1-2 0,1 2 336,-1-1 0,0 0 0,-1 1 0,1-1 0,0 1-1,0 0 1,-1-1 0,1 1 0,0 0 0,-1 1 0,-4-2 0,5 2-462,0 0 1,0 0-1,0 0 1,0 1-1,0-1 0,0 1 1,0-1-1,0 1 0,0 0 1,0 0-1,0 0 1,1 0-1,-1 0 0,0 0 1,1 1-1,-1-1 0,1 0 1,-1 1-1,1-1 1,-1 1-1,1 0 0,0-1 1,0 1-1,0 0 0,-1 2 1,-25 50 1422,14-16-507,2 1 0,-10 69 0,7-32-82,-134 715 438,131-663-1419,5 0 0,9 202 0,3-312 0,2 0 0,5 25 0,-7-43-6,0 1 1,0-1-1,0 1 0,0-1 1,0 1-1,1 0 1,-1-1-1,0 1 0,0-1 1,0 1-1,1-1 0,-1 1 1,0-1-1,0 1 0,1-1 1,-1 1-1,0-1 0,1 0 1,-1 1-1,1-1 1,-1 1-1,1-1 0,-1 0 1,1 1-1,0-1 0,1-1-101,1 0 0,-1 0 0,0-1 0,0 0 0,0 1 0,0-1 0,-1 0 0,1 0 0,0 0 0,-1 0 0,3-3 0,18-29-1681,-6 2-1876,21-54 1,-14 28-3093,8-10-5725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5.2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1571 206 4856,'-3'-21'1669,"3"16"3466,10-3-4103,-9 7-665,1-1 0,-1 0 0,0 1-1,0-1 1,0 0 0,1 1-1,-2-1 1,1 0 0,0 0-1,0 0 1,0 0 0,-1 0 0,1 0-1,-1 0 1,0 0 0,0 0-1,0 0 1,1 0 0,-2 0-1,1-1 1,0 1 0,0 0-1,-1-2 1,-17-51 1750,14 44-1119,0 0-227,3 7-577,0 1 0,-1-1 0,1 1 0,-1-1 0,0 1 0,1-1 0,-1 1 0,-1 0 0,1 0 0,0 0 0,-1 0 0,-3-2 0,5 4 801,-16 12-592,12-5-329,-1 2 0,1-1-1,1 0 1,-1 1 0,1 0-1,1 0 1,0 1 0,0-1-1,-3 15 1,-3 5 98,-27 66 382,-4-1 0,-54 93 0,-127 161 239,-76 81-717,-223 311-48,364-536-28,144-187 0,0-2 0,-21 19 0,33-32 1,-1-1 0,0 1 0,1 0 0,-1-1 0,0 1 0,0-1-1,1 1 1,-1-1 0,0 1 0,0-1 0,0 0 0,1 1 0,-1-1 0,0 0 0,0 0 0,0 0 0,0 1 0,0-1 0,0 0 0,0 0-1,1 0 1,-1-1 0,0 1 0,0 0 0,0 0 0,0 0 0,0-1 0,0 1 0,1 0 0,-1-1 0,0 1 0,0 0 0,1-1-1,-1 0 1,0 1 0,0-1 0,0-1 0,-1 0-20,1 0-1,-1 0 1,1 0-1,0-1 0,0 1 1,0-1-1,0 1 1,-1-5-1,1 2-169,1-1-1,0 0 1,0 1-1,0-1 1,0 0-1,1 1 1,0-1-1,3-10 1,19-46-1964,-9 28 712,2-16-1045,9-24-2121,-2 29-2720,-5 20-2596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5.8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657 110 9825,'-16'-13'1580,"-1"1"1,0 1 0,0 1-1,-33-15 1,36 18-645,-1 0-242,9 3-474,0 1-1,-1 0 1,1 0-1,0 0 1,-1 1-1,0 0 0,1 1 1,-1-1-1,0 1 1,0 1-1,0-1 1,0 1-1,-9 1 1,8 0-64,-1 0 0,1 1 1,-1 0-1,1 0 0,0 0 1,0 2-1,0-1 0,0 1 1,1 0-1,-1 0 0,1 1 1,-12 9-1,-5 9 191,1 0 1,1 2 0,0 1-1,2 0 1,1 2-1,2 0 1,0 1-1,-14 37 1,10-14-88,2 0 0,3 2 1,2 0-1,-7 60 0,18-89-199,0 0-1,2 1 1,1-1-1,1 1 1,1-1 0,1 0-1,11 44 1,-8-50-35,1 0 1,0-1 0,1 0 0,2 0-1,-1 0 1,2-2 0,0 1 0,1-1-1,1-1 1,20 19 0,-1-5-6,1-3 1,2-1-1,1-1 1,0-2-1,70 30 1,208 62-32,-167-65-101,-102-34 98,63 25-30,-96-35 39,-1 1-1,0 0 1,0 1 0,0 0 0,-1 0 0,15 15 0,-22-19 2,-1 0 0,1 0 1,-1 0-1,1 1 0,-1-1 0,0 0 0,-1 1 0,1 0 1,-1-1-1,1 1 0,-1 0 0,0 0 0,0 0 1,-1-1-1,1 1 0,-1 0 0,0 0 0,0 0 0,0 0 1,-1 0-1,1 0 0,-1 0 0,0 0 0,0 0 1,0-1-1,-1 1 0,1 0 0,-1-1 0,0 1 0,-4 5 1,-4 6 2,-1 0 0,-1-2 0,0 1-1,-1-2 1,-20 17 0,-53 38 24,-137 82-1,-106 34-748,313-174 566,-80 38-956,84-42 767,-1 0 1,1-1 0,-1-1 0,0 0 0,-23 2 0,32-5 120,1 1-1,-1-1 1,1 0 0,0-1-1,-1 1 1,1 0-1,-1-1 1,1 0 0,0 0-1,-1 0 1,1 0 0,0 0-1,0-1 1,0 0 0,0 1-1,0-1 1,0 0 0,1 0-1,-1-1 1,-3-3-1,3 3-473,1-1 0,-1 0 0,1 0-1,0 0 1,0 0 0,1 0-1,-1-1 1,1 1 0,-1-7 0,-3-45-10079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6.0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170 20 13505,'-7'-2'153,"-3"-2"734,0 1 0,0 0 0,-1 0 0,1 1 1,-19 0-1,27 1-662,0 2 0,-1-1 0,1 0 0,0 0 0,0 1 0,-1-1 0,1 1 0,0 0 0,0 0 0,0 0 0,0 0 0,0 0 0,0 0 0,0 0 0,0 1 0,0-1 0,1 1 0,-1-1 0,0 1 0,1 0 0,0 0 0,-1-1 0,1 1 0,0 0 1,0 0-1,0 0 0,0 1 0,0-1 0,0 0 0,1 0 0,-1 0 0,1 1 0,-1 2 0,-13 92 650,4 1 1,5 0 0,8 108-1,54 297 1758,-21-326-4925,-8-72-3241,78 193-1,-76-240-801,4-11-3754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6.4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26 686 13109,'-26'-6'3758,"38"-9"-1223,-1 6-2260,0 0 1,1 1-1,0 0 1,0 0-1,1 2 1,0 0-1,20-7 1,-4 0-52,55-22 141,149-72-13,-15 1-250,108-59-50,-236 113-34,107-66 204,-195 116-226,-30 18 5,1 1-1,0 1 1,1 1 0,1 1-1,1 2 1,-25 28 0,-118 159 30,113-137-47,-121 178-71,153-214 62,1 1 0,3 1 0,-20 56 0,36-90 22,0 0-1,1 0 1,-1 0-1,1 1 1,0-1-1,1 0 1,-1 7 0,1-10 2,0-1 1,0 1-1,1-1 0,-1 1 1,0-1-1,1 1 1,-1-1-1,0 1 1,1-1-1,-1 1 1,1-1-1,-1 0 1,0 1-1,1-1 0,-1 0 1,1 1-1,-1-1 1,1 0-1,0 0 1,-1 1-1,1-1 1,-1 0-1,1 0 1,-1 0-1,1 0 0,0 0 1,0 0-1,5 2-3,-1-1 2,1 0-1,-1 0 1,1-1 0,-1 0 0,0 0 0,1 0-1,-1 0 1,1-1 0,-1 0 0,0 0-1,1-1 1,6-3 0,12-4-4,32-20 0,-27 13 3,140-67-26,202-68-1,-345 142-512,1 1 1,1 1-1,39-4 0,-49 10-1684,-1 0 0,1 1 1,30 4-1,-10 4-6340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6.7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1 461 13397,'3'3'621,"1"1"0,-1 0 0,0-1 0,0 1 0,-1 0 0,1 1 0,-1-1 0,0 0 0,0 1 0,2 4 0,5 13 721,12 37 0,-8 2 289,9 117 1,-12 67-457,-9-200-1025,-1 48 111,-2-47 56,10 90 1,1-170-185,128-402-2794,-89 305 460,5 2 0,74-127-1,75-61-7027,-132 226 2178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6.9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54 172 8025,'0'0'3288,"-6"-20"-2216,-1 3 580,-5 2-1136,2 1-372,7-3-448,3-3-448,-6-3-632,-4-23-7889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7.1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19 12733,'-36'-16'2344,"34"15"-2109,1 1 0,0 0 0,-1-1 0,1 1 0,-1 0 0,1 0 0,-1 0 0,1 0 0,-1 0 0,1 0 0,-1 1 0,1-1 0,-1 0-1,1 1 1,-1-1 0,1 1 0,0 0 0,-1-1 0,1 1 0,0 0 0,-1 0 0,1 0 0,0 0 0,0 0 0,0 0 0,0 0 0,0 0-1,0 0 1,0 0 0,0 1 0,0 1 0,-5 5 645,0 1-1,1 0 1,-7 15-1,3 1-243,0 0 0,2 1 1,1-1-1,-4 38 0,-1 109 2549,9-118-2897,5 437-288,3-84 0,11 120 0,-11-481-818,2 0 1,2-1-1,31 87 0,-37-121 305,1 0-1,-1 0 1,2 0 0,0-1-1,0 1 1,1-1 0,10 11-1,-13-17-273,1 0 0,0 0 0,0 0-1,0 0 1,0-1 0,1 0 0,-1 0-1,1 0 1,0-1 0,0 0 0,0 0 0,9 2-1,38-1-11383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7.3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144 332 13933,'-105'51'1944,"86"-37"-275,0-2 2291,44-7-3372,23-5-132,15-14-180,26-12-204,19-16-348,22-10-620,23-5-852,12-14-644,13-1-2825,6-8-4168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07.2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23 318 14485,'-21'-81'2830,"21"79"-2687,-1 1-1,1-1 1,0 1-1,0-1 1,0 0 0,0 1-1,0-1 1,0 1-1,1-1 1,-1 1 0,1-1-1,-1 1 1,1-1-1,-1 1 1,1-1 0,0 1-1,0-1 1,-1 1-1,1 0 1,0 0 0,0-1-1,1 1 1,0-1-1,7-8 1270,18-33 1521,64-105 4705,-130 226-16939,-37 108 0,54-100-1833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07.3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63 15273,'13'-20'1741,"9"12"-441,3-1-352,-6 9-192,4-3 208,-4-2-2424,0-1-544,-3-3-3193,6 6-4140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07.5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 1984,'12'-26'-648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09.0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75 6201,'0'-1'158,"0"1"1,1-1-1,-1 0 0,1 0 1,-1 0-1,0 0 1,0 0-1,0 1 1,1-1-1,-1 0 1,0 0-1,0 0 1,0 0-1,0 0 1,0 0-1,-1 0 1,1 0-1,0 0 1,0 1-1,-1-1 1,1 0-1,0 0 1,-1 0-1,1 0 0,-1 1 1,1-1-1,-1 0 1,1 0-1,-1 1 1,1-1-1,-2 0 1,-5-8 847,8 7-599,0 0 1,0-1-1,0 1 1,0 0-1,0 0 1,1-1-1,-1 1 0,1 0 1,0 0-1,-1 1 1,1-1-1,3-2 1,-2 1 99,-3 2-452,1 1-1,-1 0 1,0-1 0,0 1 0,0 0 0,1-1 0,-1 1-1,0 0 1,0-1 0,1 1 0,-1 0 0,0 0 0,0-1 0,1 1-1,-1 0 1,0 0 0,1 0 0,-1 0 0,0-1 0,1 1 0,-1 0-1,0 0 1,1 0 0,-1 0 0,1 0 0,-1 0 0,0 0 0,1 0-1,-1 0 1,0 0 0,1 0 0,-1 0 0,0 0 0,1 0 0,-1 0-1,1 0 1,-1 1 0,1-1 0,6 13 2526,-3-4-3040,-2-6 2061,-1-2-1163,1 3-325,0-1 0,0 1-1,0-1 1,-1 1 0,1 0 0,-1 0-1,0-1 1,0 1 0,-1 0 0,1 0-1,-1 0 1,0 0 0,0 0 0,0 0-1,0 0 1,-1 0 0,1 0 0,-1 0-1,-1 3 1,-2 21 215,1 15 102,3 0-1,2 0 0,11 69 0,1-39-68,29 90 0,-26-114-275,2 0 1,3-1-1,1-1 1,2-1-1,51 68 1,-35-61-21,2-3 0,3-1 0,99 82 0,-54-64-32,3-4 1,3-5 0,2-3-1,2-5 1,115 40-1,97 10 48,-300-97-80,1 0 0,-1-1-1,1 0 1,-1-1 0,28-1-1,-36 0-3,0-1 1,0 0-1,1 0 0,-1 0 0,0-1 0,0 1 0,0-1 0,-1-1 1,1 1-1,0-1 0,-1 0 0,0 0 0,1 0 0,-1 0 0,-1-1 1,1 1-1,6-9 0,2-6-33,-1-1 1,17-36 0,-22 41-123,-5 10-195,1 0 1,0 0-1,0 0 1,0 0-1,0 0 1,0 1-1,1-1 1,5-5-1,-6 7-1351,5-11-4139,-1-3 373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10.1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247 14 9809,'-9'-13'2924,"6"23"1036,-2 12-2758,-52 112 1969,30-72-2149,-27 86 0,28-51-602,5 0 0,3 1 0,5 1 0,0 124 0,13-203-391,1 0 0,1 0 1,1 0-1,0-1 0,2 1 1,0-1-1,2 0 0,0 0 1,1 0-1,0-1 0,21 30 1,-21-37-16,0 0 1,1 0 0,0-1 0,1-1-1,0 1 1,1-2 0,0 1-1,0-1 1,1-1 0,-1 0-1,2-1 1,-1 0 0,1-1 0,0 0-1,0-1 1,0-1 0,0 0-1,16 1 1,-4-2-1,0-2 1,0-1-1,0-1 0,0-1 0,-1-1 1,1-1-1,-1-1 0,0-1 1,-1-1-1,1-2 0,-2 0 0,1-1 1,-2-2-1,1 0 0,31-26 0,-36 25-11,1-1 0,-2 0-1,0-2 1,-1 0-1,-1 0 1,0-2-1,-2 0 1,0 0-1,-1-1 1,-1 0-1,-1-1 1,0 0-1,-2-1 1,-1 1-1,0-1 1,-2-1 0,3-31-1,-6 40-8,-1 1 0,0-1 0,-2 1 0,1-1 0,-1 1 0,-1-1-1,-1 1 1,0 0 0,0 0 0,-1 1 0,-1-1 0,0 1 0,-1 1 0,-14-21 0,3 9-23,0 0 1,-2 2 0,0 0 0,-1 1 0,-39-28-1,34 32-84,-1 0-1,-1 2 0,-1 1 0,0 1 1,0 2-1,-1 1 0,0 1 0,0 1 1,-1 2-1,-43-2 0,45 6-826,0 1 1,-1 1-1,1 2 1,0 1-1,0 1 0,-47 16 1,62-18-215,11-2 498,0-1 1,0 1 0,0 0-1,0 0 1,0 0 0,0 0-1,1 1 1,-1-1 0,-3 3-1,0 11-6678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10.5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 1 8589,'-7'9'9653,"-4"22"-7481,-12 41-1883,12-30 123,-1-4-110,2 1 0,2 0 1,-5 62-1,13-90-285,0 0 0,0 1 0,1-1 0,1 0 0,-1 1-1,2-1 1,0 0 0,0-1 0,1 1 0,0 0 0,1-1 0,0 0 0,1 0 0,0-1-1,0 1 1,1-1 0,10 10 0,-10-13-28,0 0 1,0 0-1,1-1 0,-1 0 0,1-1 1,0 1-1,1-2 0,-1 1 1,1-1-1,-1 0 0,1-1 0,0 0 1,0 0-1,0-1 0,0-1 0,16 1 1,-11-2-15,0 0-1,0-1 1,0-1 0,0 0 0,-1 0 0,1-2-1,-1 1 1,0-2 0,0 0 0,13-8 0,-8 2 14,0 0 1,0-1 0,-2-1 0,1 0-1,-2-1 1,0-1 0,-1 0 0,-1-1 0,0-1-1,16-29 1,-5 0 114,3-6 118,-19 39 34,-9 18 152,-10 27-319,2 1-1,0 0 1,3 0 0,0 0-1,3 1 1,0 0 0,3 45 0,0-70-338,1 1 1,0-1 0,0 0 0,1 1 0,0-1 0,0 0 0,7 15 0,-6-19-290,-1 1 0,1-1 1,0 1-1,1-1 0,5 6 0,-4-6-616,0 0 0,-1 0 0,1-1 0,1 1 0,7 3 0,40 15-7482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11.0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161 1 7129,'-36'43'4529,"30"-35"-3921,0 0 0,-1 0 1,-14 13-1,-16 15 1151,35-34-1287,2-2-431,-1 0 0,0 0 0,1 0-1,-1 1 1,0-1 0,1 0 0,-1 1 0,1-1-1,-1 1 1,1-1 0,-1 1 0,1-1 0,-1 1-1,1-1 1,-1 1 0,1-1 0,-1 1 0,1-1-1,0 1 1,-1 0 0,1-1 0,0 1 0,-1 1-1,1-1 124,-1 0-1,1 0 1,-1 0-1,1 0 0,-1 0 1,1 0-1,-1 0 1,0-1-1,0 1 0,0 0 1,1 0-1,-1 0 1,0-1-1,0 1 0,-1 0 1,0 0-90,1-1 1,0 0 0,0 1-1,0-1 1,0 0 0,0 1-1,0 0 1,0-1-1,0 1 1,0 0 0,1-1-1,-1 1 1,0 0 0,0 0-1,0 0 1,1-1 0,-1 1-1,0 0 1,1 0-1,-1 0 1,1 0 0,-1 0-1,1 0 1,0 0 0,-1 1-1,1-1 1,0 0-1,0 1 1,0 3 134,1-1 1,0 1-1,0-1 0,0 0 0,0 1 0,3 4 1,1 4-586,32 133 686,-28-99-300,23 67 1,-30-109-18,1 2 2,0 1 0,0 0 1,-1 0-1,2 15 0,2-36-34,-5 8 32,0 1 0,-1 0-1,1 0 1,-1-1 0,0 1-1,0 0 1,0-1 0,0 1-1,-2-6 1,0-16-25,5-29-39,19-101-1,-19 144 67,0 0 0,1 0 0,1 0 0,0 0 0,0 1 0,2 0-1,-1 0 1,1 1 0,1-1 0,0 2 0,0-1 0,1 1 0,12-10 0,-13 13 54,0 0-1,0 0 1,0 1 0,1 1 0,0-1 0,0 1-1,0 1 1,0 0 0,1 0 0,0 1-1,-1 0 1,1 0 0,0 1 0,0 1 0,0-1-1,0 2 1,16 1 0,-18 0 0,1-1-1,0 1 1,0 1 0,-1-1-1,1 2 1,-1-1 0,0 1-1,0 0 1,0 1 0,-1 0-1,1 0 1,-1 1 0,0-1-1,-1 2 1,1-1 0,-1 1-1,-1 0 1,1 0 0,-1 0-1,0 1 1,-1 0 0,0 0-1,0 0 1,-1 0 0,0 1-1,3 14 1,-1 1-327,-2 0-1,0 0 1,-2 1 0,-2 27-1,0-9-2786,1-42 2753,0-1 0,1 1 0,-1 0 0,0-1 0,0 1 1,0 0-1,1-1 0,-1 1 0,0-1 0,0 1 0,1 0 0,-1-1 0,0 1 0,1-1 1,-1 1-1,1-1 0,-1 1 0,1-1 0,-1 1 0,2-1 0,0 2-1594,7 10-7500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11.3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183 81 10853,'-10'-11'1842,"2"1"0,0-1 1,0 0-1,-11-24 0,18 33 65,-7 9-1560,0 0 0,1 1 0,1 0 0,-1 0 0,1 1 0,0 0 0,1 0 0,0 0-1,1 1 1,0-1 0,0 1 0,-3 15 0,-9 47 604,2 0 0,-8 145 0,24 150 176,29-7-510,-21-297-894,3-1-1,3 1 1,37 95 0,-41-130-378,2 0 1,0-1 0,29 40-1,-34-55-352,1 0-1,0-1 0,20 17 1,-21-22-344,-1 0 1,0-1-1,1 1 0,0-2 0,1 1 1,12 4-1,19 1-9531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12.0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1688 12025,'0'0'1961,"-1"-1"-1717,-1 1 1,1-1-1,0 1 1,0-1-1,0 0 0,0 0 1,0 0-1,0 1 0,0-1 1,0 0-1,0 0 1,0 0-1,0-1 0,1 1 1,-1 0-1,0 0 1,0-3-1,3 1-118,0-1 0,1 1 0,-1 0 1,1-1-1,0 1 0,0 1 0,0-1 0,0 0 0,0 1 1,5-4-1,4-2 109,67-50 376,3 3-1,128-63 0,-168 95-556,251-129-343,69-37-1138,-339 176 1105,48-18 1,-68 30 89,-7 3-402,0-1 610,1 1 0,-1 0 0,1 1-1,0-1 1,0 0 0,-5 5 0,-3 2-4,4-3 66,0 0 0,1 0 0,0 1 0,0 0 0,1 0-1,0 0 1,0 0 0,1 1 0,-5 11 0,0 0 114,2 1 0,-10 40 0,13-43-41,2 0-1,0 0 0,1 0 0,2 31 0,-1-41-90,0 0 0,1 1 1,0-1-1,0 0 0,1 0 0,0 0 0,0 0 0,0 0 0,1 0 0,0 0 0,1-1 1,-1 0-1,1 0 0,1 0 0,-1 0 0,1 0 0,0-1 0,0 0 0,0 0 1,1 0-1,0-1 0,0 1 0,12 5 0,-7-6-25,-1 0 0,1-1 1,-1 0-1,1-1 0,0 0 0,0-1 0,0 0 0,0-1 0,0 0 0,0 0 1,0-1-1,0-1 0,0 0 0,18-6 0,6-4-44,-1-1 0,-1-2 0,0-1 0,-1-2 0,-1-1 0,0-2 0,48-42 0,-33 19 17,-2-2 0,-2-1 0,58-86-1,68-101 228,-166 231-173,1 0-1,-1 0 1,0 0 0,1 0-1,-1 1 1,1-1 0,0 1-1,0-1 1,0 1 0,0 0-1,0 1 1,1-1 0,-1 0-1,0 1 1,1 0 0,-1 0-1,7-2 1,-7 3-7,0 0 0,0 0 1,-1 0-1,1 1 0,0-1 0,-1 0 1,1 1-1,0 0 0,-1 0 1,1 0-1,-1 0 0,1 0 0,-1 0 1,1 1-1,-1-1 0,0 1 0,0-1 1,0 1-1,0 0 0,0 0 0,0 0 1,0 0-1,1 4 0,13 16 87,-2 0-266,2-1 0,0 0-1,35 33 1,-46-49 116,0-1 0,1 1 0,-1-1-1,1 0 1,0-1 0,0 0 0,0 0-1,1 0 1,-1-1 0,1 0-1,0 0 1,-1 0 0,1-1 0,0 0-1,0 0 1,0-1 0,0 0 0,0 0-1,13-3 1,-3 0 59,-1-1-1,0-1 0,-1 0 1,1-1-1,-1-1 1,0 0-1,-1-1 1,0-1-1,0 0 1,-1-1-1,0-1 0,0 0 1,-1 0-1,-1-1 1,0-1-1,-1 0 1,9-14-1,-4 2 162,-2-1 1,-1 0-1,-2-1 0,14-49 0,16-117 792,-39 186-932,8-66 919,0-106 1,-6 73 645,-4 64-534,-4 32-447,4 10-594,1 1 0,-1-1 1,1 0-1,-1 0 0,1 1 1,-1-1-1,1 0 0,-1 1 1,1-1-1,-1 0 0,1 1 1,0-1-1,-1 1 0,1-1 1,0 0-1,-1 1 0,1-1 1,0 1-1,-1-1 0,1 1 0,0 0 1,0-1-1,0 2 0,-21 49 368,3 1-1,2 2 1,-16 93-1,8-34-260,-45 268-5012,67-364 3941,0 1 0,1-1 0,1 20 0,1-27-891,0 1-1,1-1 0,5 16 1,5 4-7821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12.6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162 172 5665,'-30'-95'5259,"25"33"1455,5 61-6577,0 0 0,0 1 0,0-1 0,0 0 0,0 0 0,0 1-1,0-1 1,-1 0 0,1 1 0,0-1 0,-1 1 0,1-1 0,0 0 0,-1 1 0,1-1 0,-1 1 0,1-1 0,-1 1 0,1-1 0,-1 1 0,1-1 0,-2 0 0,-10 19 1995,4 1-1549,1 0 0,0 0 0,2 0-1,0 1 1,-3 23 0,-6 108 1290,13-127-1567,-39 827 3495,32-630-3431,4 178-349,5-155-149,0-69-3506,29 215-1,-28-374 2672,1 1 0,1-1 0,0 0 0,10 23 0,-13-37 643,-1-1 0,1 1 0,-1-1 0,1 1 0,0-1 0,0 1 0,0-1 0,0 1 0,0-1 0,0 0 0,0 0 0,0 1 0,1-1 0,-1 0 0,0 0 0,1 0 0,-1 0 0,1 0 0,-1-1 0,1 1 0,-1 0 0,1-1 0,0 1 0,-1-1 0,1 0 0,2 1 0,23 0-8632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12.9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470 124 9381,'0'-5'409,"-1"0"1,1 0 0,0 0-1,0 0 1,1 0-1,0 0 1,-1 1-1,2-1 1,-1 0-1,1 0 1,-1 0 0,1 1-1,0-1 1,1 1-1,-1 0 1,1-1-1,0 1 1,4-4-1,-4 5-281,0 0-1,1 0 0,0 1 0,0-1 0,-1 1 0,1-1 0,1 1 1,-1 1-1,0-1 0,0 0 0,1 1 0,-1 0 0,1 0 0,-1 0 1,1 1-1,0 0 0,-1 0 0,1 0 0,-1 0 0,9 2 0,20 4 52,0 2-1,0 1 0,-1 1 0,-1 2 0,0 2 0,38 21 0,-52-26-142,-2 1 0,1 1-1,-1 0 1,-1 1 0,0 0-1,-1 1 1,0 1 0,-1 0-1,-1 1 1,0 0 0,-1 0-1,0 1 1,9 23 0,-15-29-22,-1 0 0,0 1 1,-1-1-1,0 1 0,-1-1 1,0 1-1,0 0 0,-1-1 1,-1 1-1,0 0 0,-4 18 1,1-14-17,-1 1 1,0-1-1,-2-1 1,0 1-1,0-1 1,-1 0-1,-12 14 1,-10 9-135,-1-2 0,-2-2 0,-2-1 0,-53 39 0,36-33-504,-1-3 1,-115 56-1,-128 27-3145,256-107 1535,0-1 0,-53 6 0,86-15 1617,-21 5-4355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13.7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1594 5288,'0'0'3200,"1"-3"-1470,3-5-492,1 1-1,0 0 1,0 0-1,0 0 1,9-9-1,-12 13-683,-1 0 1,0 0-1,1 0 1,-1 0-1,0-1 1,-1 1-1,1 0 0,0-1 1,-1 1-1,0-6 1,-3-5 1421,3 14-1965,-1 0 0,0 1-1,1-1 1,-1 1 0,1-1 0,-1 0 0,0 1-1,1-1 1,-1 1 0,1-1 0,0 1 0,-1 0-1,1-1 1,-1 1 0,1-1 0,0 1-1,-1 0 1,1-1 0,0 1 0,0 0 0,0 0-1,0-1 1,-1 2 0,-14 37 262,2 2-1,2-1 1,1 2 0,2-1-1,2 1 1,2 0-1,2 1 1,5 74 0,0-96-492,0 0 1,2-1 0,1 1 0,0-1-1,2 0 1,0-1 0,1 0 0,1 0-1,1-1 1,0 0 0,1-1 0,1 0-1,1-1 1,0-1 0,2 0 0,-1-1-1,2 0 1,-1-2 0,2 0 0,0 0-1,0-2 1,34 14 0,-48-23 160,8 5-179,0-2-1,1 0 1,0 0-1,0-1 1,0 0-1,0-2 1,0 1-1,0-2 1,0 1-1,1-2 1,15-2-1,0-4 7,0 0 0,-1-2 0,0-2 0,-1 0 0,0-2 0,-1-1 0,0-1 0,45-35 0,-33 16 203,-2-2 0,-1-1 1,-2-2-1,-2-2 0,40-65 1,108-237 741,-135 251-334,-9 14 93,-22 46-82,1 1-1,24-39 1,-36 68-121,0 3-242,-1 0 0,1-1 0,-1 1-1,1 0 1,-1 1 0,1-1 0,-1 0 0,0 0 0,1 1-1,1 2 1,-1-2 9,5 8 15,-1 1 0,0 0 0,0 0 1,-1 0-1,0 1 0,-1-1 0,0 1 0,3 20 1,-3-14-32,1 1 0,15 34 0,-15-45-62,0 1 1,1 0 0,0-1 0,0 0-1,1 0 1,0-1 0,0 0-1,1 0 1,0-1 0,0 0 0,0 0-1,1-1 1,0 0 0,0 0-1,0-1 1,0 0 0,1-1 0,0 0-1,-1 0 1,1-1 0,0-1-1,1 1 1,-1-2 0,0 1 0,12-2-1,-3-1-25,0 0 0,1-1 1,-1-1-1,0-1 0,-1 0 0,1-2 0,-1 0 0,0-1 0,-1 0 0,0-2 0,0 0 0,20-17 1,-12 5-14,0-1 1,-1-1-1,-2-2 1,-1 0 0,31-48-1,-27 31 49,-2-2 0,-1-1 0,17-56 0,-3-24 13,40-255 0,-58 244 588,-6-1 0,-5-159 0,-7 294-520,0 0 0,0 1-1,0-1 1,-1 0 0,1 0 0,-1 1 0,1-1 0,-1 0 0,-1-3 0,1 6-35,1-1-1,-1 1 1,1 0 0,-1 0-1,1 0 1,-1 0 0,1 0-1,-1 0 1,1 0-1,-1 1 1,1-1 0,-1 0-1,1 0 1,-1 0 0,1 0-1,-1 1 1,1-1 0,-1 0-1,1 0 1,-1 1-1,1-1 1,0 0 0,-1 1-1,1-1 1,0 0 0,-1 1-1,1-1 1,-1 1 0,-3 3 81,0-1-17,0 1 0,0 0 0,0 1 0,1-1 0,0 1 1,-1-1-1,2 1 0,-1 0 0,0 0 0,1 1 0,-2 6 1,-2 10 195,-6 36 1,4-16-81,-28 130-287,7 2 0,-11 262 0,41-393-1141,1 1 1,14 78-1,-9-88-2854,24 65 0,-3-37-4888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13.8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0 238 9765,'0'0'1408,"48"0"-216,35-9-244,-7-2-192,19-4-272,16-10-568,22-7-636,26-11-516,16-2-2412,19-13-2233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15.2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552 52 9513,'-30'-20'2552,"25"17"-2140,0-1 0,0 1 0,0 0 0,0 0-1,0 0 1,-1 1 0,1-1 0,-1 2 0,1-1-1,-1 0 1,-10 0 0,6 2-253,0 0 0,0 1 0,0 0 1,0 1-1,0 0 0,0 0 0,1 1 0,-1 1 1,1-1-1,-12 8 0,6-2 5,0 0 0,1 1 0,0 1 0,1 0 1,-18 20-1,7-3-2,1 2-1,1 1 1,1 1 0,-30 65 0,32-57-25,2 2 1,-19 70 0,32-98-117,1 1 1,0-1-1,2 1 1,-1-1-1,2 1 1,0-1 0,1 1-1,0 0 1,1-1-1,1 0 1,8 29-1,-9-40-18,-1 1 0,1 0 0,0-1 0,0 1 0,0-1 0,1 1 0,-1-1 0,1 0 0,0 0 0,0 0 0,0-1 0,0 1 0,0-1 0,1 1 0,-1-1-1,1 0 1,-1 0 0,1-1 0,0 1 0,0-1 0,7 2 0,-5-2 1,-1-1-1,1 0 1,-1 0-1,1 0 1,0 0-1,-1-1 1,1 0-1,-1 0 1,0-1-1,1 1 1,-1-1-1,0-1 1,0 1-1,0 0 0,8-7 1,2-2-3,0-2 0,-1 0 0,-1 0 0,0-1-1,-1-1 1,0 0 0,-1 0 0,-1-2 0,0 1 0,12-31 0,-9 13 126,0-1 0,-3-1 1,-1 0-1,7-58 0,-13 55 389,-4-52 0,0 40-21,1 46 480,4 7-845,-1 1 0,0 0 0,1 0 1,-1 0-1,-1 0 0,1 0 0,0 1 1,-1 0-1,0-1 0,0 1 0,0 0 0,0 0 1,1 5-1,5 7 133,41 88 706,70 215-1,1 122-441,-118-431-514,25 104-134,18 175 0,-39-212-146,-4 0 1,-2 0-1,-15 99 0,12-152 49,0-1 1,-2 1-1,-1-1 1,-1 0 0,-18 38-1,7-24-562,-28 45-1,44-79 632,0 1 0,0-1-1,-1 0 1,1 0 0,-1 0 0,1 0-1,-1 0 1,0-1 0,0 1-1,0-1 1,0 0 0,-1 0 0,1 0-1,0 0 1,-1 0 0,0-1-1,-3 2 1,5-3 13,-1 0-1,1 0 1,0-1-1,0 1 1,0 0-1,0-1 1,-1 1 0,1-1-1,0 0 1,0 0-1,0 0 1,0 0-1,1 0 1,-1 0-1,0 0 1,0 0 0,1-1-1,-1 1 1,0-1-1,1 0 1,-2-1-1,-3-5-741,1 0 0,0 0 0,0-1 0,1 0-1,0 1 1,1-2 0,0 1 0,0 0 0,-2-13 0,3-29-6548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15.6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66 117 6905,'-24'23'1964,"19"-18"3826,3-5-5478,1 0 0,-1 0-1,0 0 1,1 0-1,-1 0 1,1 0 0,-1 0-1,0 1 1,1-1-1,-1 1 1,1-1 0,-1 1-1,1-1 1,-1 1 0,1 0-1,-1 0 1,1 0-1,0 0 1,0 0 0,-2 2-1,2-2-227,1 0 0,-1 0 0,1 0 0,0 1 0,-1-1 0,1 0 0,0 0 0,0 1 0,0-1 0,0 0-1,0 1 1,0-1 0,0 0 0,0 1 0,1-1 0,-1 0 0,0 0 0,1 1 0,0 0 0,4 8-54,0-1 0,0 0 0,1 0 0,11 12 0,-16-20 51,29 39 184,-1 2 0,-2 1-1,41 89 1,38 145-179,-92-223-123,-12-43 21,1 1 0,0-1 0,1 0-1,6 14 1,-5-39 15,0 0-1,0 0 1,-1-1-1,-1 1 1,2-19-1,4-21-27,25-108 39,83-305 568,-110 448-316,1 1 1,0 1 0,14-21 0,-21 36-213,0 1-1,-1 0 1,1-1-1,0 1 1,0 0-1,1 0 1,-1-1-1,0 1 1,0 0-1,1 0 1,-1 0-1,0 0 1,1 1-1,-1-1 1,1 0 0,-1 1-1,1-1 1,-1 1-1,1-1 1,0 1-1,-1 0 1,1-1-1,0 1 1,-1 0-1,1 0 1,0 0-1,-1 0 1,1 1 0,-1-1-1,1 0 1,0 1-1,-1-1 1,1 1-1,-1 0 1,1-1-1,-1 1 1,1 0-1,1 1 1,3 2 35,-1 0 0,0 1 1,0-1-1,0 1 0,-1 0 1,1 0-1,-1 0 0,4 7 1,6 13 138,-2 1 0,0 1-1,10 35 1,19 90 239,-14-50-271,-16-61-172,58 190-689,-48-175-291,2 0 1,3-2-1,2-1 0,3-1 0,1-2 1,47 55-1,-62-83-509,1-1-1,34 30 1,-38-39-720,0-2 0,27 17 0,19 1-6476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17.2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 1024 12213,'-2'19'4539,"-8"5"-2061,-4 14-1319,5 20-397,2 0 0,2 1 0,7 115 0,8-74-527,33 149 0,-37-220-285,2-1 1,1 1-1,1-2 1,1 1-1,1-2 0,2 1 1,1-2-1,24 32 1,-33-48-2,2 0 0,-1-1 0,1 0-1,0 0 1,1-1 0,0 0 0,0-1 0,1 0 0,0 0 0,0-1 0,0 0 0,0 0 0,1-2 0,-1 1 0,1-1 0,0-1 0,0 0 0,1 0 0,-1-1 0,0-1 0,0 0 0,1 0 0,-1-1 0,18-4 0,-16 2-37,1-1 0,-1 0 0,0-1 0,0 0 0,-1-1 0,0 0 0,0-1-1,0-1 1,17-14 0,-16 9-55,1 0 0,-2-1 1,0 0-1,-1-1 0,0 0 0,12-23 0,-3-7-232,-1 0 1,-2-1 0,-2-1 0,13-74-1,-8 25-20,-4-1 0,4-100-1,-27-316 2820,-1 469-1588,8 45-822,0-1 0,0 0-1,0 1 1,0-1 0,0 1 0,0-1 0,-1 0 0,1 1 0,0-1 0,0 0-1,-1 0 1,1 1 0,0-1 0,0 0 0,-1 1 0,1-1 0,0 0 0,-1 0 0,1 0-1,0 1 1,-1-1 0,1 0 0,-1 0 0,1 0 0,0 0 0,-1 0 0,1 1-1,0-1 1,-1 0 0,1 0 0,-1 0 0,1 0 0,0 0 0,-1 0 0,1-1 0,-1 1-1,1 0 1,0 0 0,-1 0 0,1 0 0,0 0 0,-1 0 0,1-1 0,-1 1-1,1 0 1,0 0 0,0-1 0,-1 1 0,1 0 0,0 0 0,-1-1 0,1 1 0,0 0-1,0-1 1,0 1 0,-1 0 0,1-1 0,0 1 0,0 0 0,0-1 0,0 1-1,0-1 1,0 1 0,-1 0 0,1-1 0,-6 18 149,0 0 0,1 1-1,0 0 1,2 0 0,0 1 0,0 29 0,0-18-44,-1 43-17,3 1 0,4 0 0,3-1 0,3 1 0,3-2 0,3 0 0,26 73 0,-31-113-130,2 0 1,1-1-1,31 52 0,-39-74-12,0-1 1,0 0 0,1 0 0,1-1 0,-1 1 0,1-1 0,0-1 0,1 1-1,-1-1 1,1 0 0,1-1 0,-1 0 0,1-1 0,0 1 0,0-1 0,0-1 0,14 4-1,-16-6 6,-1-1-1,1 1 1,0-1-1,-1-1 0,1 1 1,-1-1-1,0 0 1,1 0-1,-1-1 1,0 0-1,1 0 0,6-4 1,-3 1-25,-1-1 1,0 0-1,-1 0 1,1-1-1,-1 0 0,13-15 1,0-5-133,-1-1 0,-1-1-1,23-47 1,-6 1 47,-18 37 40,1 1 1,30-44 0,-48 80 110,0 1-1,0-1 1,0 1 0,0-1 0,0 1 0,0 0 0,0-1 0,0 1 0,0 0 0,0 0 0,0-1 0,0 1 0,0 0 0,0 0 0,0 0 0,0 0 0,0 1 0,0-1 0,0 0 0,1 1 0,0-1 16,4 1-1,0 0 0,-1 0 0,1 0 0,0 1 0,-1 0 0,1 0 0,-1 0 0,0 1 0,0-1 0,0 1 0,6 5 0,52 44 76,-57-46-85,-1-2-12,0-1 0,1 1 0,-1-1 0,1 0-1,-1 0 1,1 0 0,0-1 0,0 0 0,11 2 0,14 6 19,-20-5-43,-1 1 0,1 0 0,-1 0 1,0 1-1,0 1 0,-1 0 0,0 0 0,10 13 0,-10-12-59,0 1 0,0-2 0,0 1 0,2-1 0,-1-1 0,1 0 0,17 9 0,-25-15 69,0 0-1,0-1 1,0 0-1,0 0 1,0 1 0,0-2-1,1 1 1,-1 0 0,0-1-1,0 1 1,0-1 0,0 0-1,-1 0 1,1 0 0,0 0-1,0-1 1,0 1 0,-1-1-1,1 1 1,-1-1 0,1 0-1,-1 0 1,4-4 0,5-5 10,-1-1-1,0 0 1,9-13 0,-19 24 3,28-38 11,-6 6-54,44-48 0,-60 74 52,13-14 58,28-23 1,-41 40-63,0-1-1,0 1 1,0 0 0,1 0 0,0 0 0,-1 1-1,1 0 1,0 1 0,15-4 0,-18 6-9,0 0 0,0 0 0,0 0 0,1 1 1,-1 0-1,0 0 0,0 0 0,0 0 0,-1 0 0,1 1 0,0 0 1,0 0-1,4 3 0,-1-1-33,-4-3-19,1-1-52,0 0 106,1-1-1,0 0 1,0 0-1,-1 0 1,1-1-1,-1 1 1,1-1-1,-1 0 1,1-1-1,-1 1 1,0-1-1,0 1 0,0-1 1,-1 0-1,1-1 1,-1 1-1,0-1 1,0 1-1,0-1 1,0 0-1,0 0 1,-1-1-1,0 1 1,0 0-1,3-9 1,-2 3 6,-1 0-1,0 0 1,0 0 0,-1-1 0,-1-19-1,-1 26-1,1-1-1,-1 1 1,0 0-1,0 0 1,-1 0-1,1-1 1,-1 1-1,0 1 0,0-1 1,-1 0-1,1 0 1,-1 1-1,1-1 1,-1 1-1,0 0 1,-7-6-1,7 7 2,1 0 0,-1 0 0,1 0-1,-1 1 1,0-1 0,0 1 0,0-1 0,0 1-1,0 0 1,-1 0 0,1 0 0,0 1 0,0-1-1,0 1 1,-1 0 0,1 0 0,0 0 0,-7 1-1,6 0 4,0 0-1,-1 1 0,1 0 1,0-1-1,0 2 0,0-1 1,0 0-1,1 1 0,-1 0 0,1 0 1,-1 0-1,-3 5 0,0 0 2,1 0 1,0 1-1,1-1 0,0 1 0,0 0 0,1 0 0,0 1 0,1 0 0,0-1 0,0 1 0,1 0 0,-1 11 0,2 6-270,4 48 0,-2-64 13,0-1 1,1 0-1,0 1 0,1-1 0,0 0 0,1-1 0,0 1 0,6 10 0,22 15-1339,-31-35 1541,1 0 0,-1 0-1,0 0 1,0 0 0,0-1 0,0 1 0,0 0 0,0 0 0,0-1 0,0 1-1,0-1 1,0 1 0,0-1 0,1 0 0,-1 0-44,3 0 64,-1-1-1,0 0 0,0 0 1,-1 0-1,1 0 1,0 0-1,-1 0 0,1-1 1,-1 1-1,0-1 0,0 0 1,0 0-1,0 1 0,0-1 1,0-1-1,-1 1 1,0 0-1,0 0 0,0 0 1,0-1-1,0 1 0,0-5 1,2-11 43,-1 0 0,0-34 0,-2 47-17,0-180 197,-16-742 460,6 710 574,10 214-329,-2 10-483,-4 13-283,1 1 0,1 0 0,0 0 0,-1 28 0,3 92 207,2-104-258,1 52-7,16 110 0,-11-156-188,2-1 0,2-1 0,1 1 1,32 70-1,-40-103 40,1 1 0,1-1 0,-1-1 0,1 1 1,1-1-1,-1 1 0,1-1 0,1-1 0,-1 1 0,1-1 0,0-1 0,1 1 0,-1-1 1,1 0-1,0-1 0,0 0 0,0 0 0,1-1 0,0 0 0,-1 0 0,1-1 0,0 0 0,0-1 1,0 0-1,0 0 0,1-1 0,-1 0 0,10-1 0,-4-3 18,0 0 0,0 0 0,0-1-1,-1-1 1,0-1 0,0 0 0,-1 0-1,0-1 1,0-1 0,-1-1 0,0 1 0,-1-2-1,0 0 1,0 0 0,10-15 0,2 0-310,-38 1 150,13 29 201,-1 1 0,1 1 1,0-1-1,0 0 0,0 0 1,1 1-1,0-1 0,0 1 1,0 0-1,1-1 0,-1 1 1,1-1-1,1 1 0,-1 0 1,1-1-1,0 1 0,0-1 1,3 8-1,-2-9 4,0 0 0,0 0 0,0 0 0,1-1 0,-1 1 0,1 0 0,0-1 0,0 0 0,0 0 0,1 0 1,-1 0-1,1 0 0,-1-1 0,1 0 0,0 1 0,0-1 0,0-1 0,0 1 0,0-1 0,1 1 0,-1-1 0,0 0 0,1-1 0,-1 1 0,7-1 0,-1 1-34,0-2 0,-1 1 0,1-1-1,-1 0 1,1-1 0,-1 0 0,0-1-1,0 0 1,0-1 0,0 1 0,9-7 0,2-3 58,-1-2 1,23-22 0,-40 34 12,0 1-1,-1 0 1,1 0 0,-1-1-1,1 1 1,-1-1 0,0 0-1,0 1 1,0-1 0,-1 0-1,1 1 1,-1-1 0,1 0-1,-1 0 1,0 0 0,0 1-1,0-1 1,0 0 0,0 0-1,-1 1 1,0-1 0,1 0-1,-1 0 1,0 1 0,0-1-1,0 1 1,-1-1 0,1 1-1,-2-3 1,-2-4 150,-1 1-1,0-1 1,0 1 0,-1 1-1,1-1 1,-15-11-1,17 16-93,-1 0-1,1 0 0,-1 0 0,0 1 0,0-1 0,0 1 0,0 0 0,0 1 0,0-1 0,-1 1 0,1 0 0,0 0 0,-1 1 0,1-1 0,-1 1 0,1 0 0,-1 1 0,1 0 0,0-1 0,-1 2 0,1-1 0,0 0 0,0 1 0,0 0 0,0 1 1,0-1-1,0 1 0,1 0 0,-1 0 0,-6 5 0,3 1-16,6-7-56,3 1-155,10 23-187,-10-23 154,3-5-46,5-4 198,1 0-1,-1-1 1,0 0-1,0 0 1,-1-1 0,0 0-1,11-15 1,47-74 361,-10 14 1214,-53 79-809,-2 5-679,1 0 0,0 0 0,-1 0 0,1 0 1,-1 0-1,1 0 0,-1 0 0,0 1 1,1-1-1,-1 0 0,0 1 0,0-1 1,0 1-1,0 0 0,0-1 0,1 3 1,0 7-23,0 0 1,-1 0 0,0 0-1,0 13 1,0 17-518,1-13-360,7 53-2438,7-28-2561,5-13-2145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18.2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55 7249,'-2'-3'169,"0"0"60,0 1-1,0-1 0,0 0 0,0 1 1,-1 0-1,1-1 0,-1 1 1,0 0-1,1 0 0,-1 0 1,0 1-1,0-1 0,0 1 0,0-1 1,-4 0-1,6 2 52,-1 0 0,1-1 0,0 1 0,0-1 0,-1 1 0,1-1-1,0 0 1,0 1 0,0-1 0,0 0 0,0 0 0,0 0 0,0 0 0,-1-1 0,-7-5 3582,8 8-3747,0-1 0,1 0 0,-1 1 0,1-1 1,-1 0-1,0 1 0,1-1 0,-1 1 0,1-1 0,-1 1 0,1-1 1,-1 1-1,1-1 0,0 1 0,-1-1 0,1 1 0,0 0 1,-1-1-1,1 1 0,0 1 0,-2 1 101,1 1 1,0 0-1,0 0 1,0 0-1,0 0 0,1-1 1,0 1-1,0 0 0,0 0 1,0 0-1,0 0 1,2 6-1,15 50 1259,-16-57-1379,121 277 2942,-69-168-2593,154 292-3558,-92-169-4472,-87-174 2811,14 31-6187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18.9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974 27 10921,'8'-21'1714,"-7"16"2252,-24 5-2537,14-1-1242,1 1 0,-1 0-1,0 1 1,0 0 0,0 0-1,0 1 1,1 0 0,-1 0-1,-11 6 1,-30 14 43,2 2-1,1 2 1,1 3-1,-48 38 1,-177 167 77,215-180-268,3 2 1,-75 102 0,119-146-40,1 1 0,0-1 0,1 2 0,1-1-1,0 1 1,1-1 0,0 2 0,1-1 0,1 0 0,-3 16 0,6-22 3,0 0-1,0-1 0,1 1 1,-1 0-1,2-1 0,-1 1 1,1-1-1,0 1 0,1-1 1,-1 0-1,1 0 0,1 0 1,0 0-1,0-1 1,0 1-1,0-1 0,1 0 1,0 0-1,1-1 0,-1 0 1,7 6-1,22 14 7,0-1 0,2-1 1,38 17-1,120 47 12,-114-52 6,-50-23-216,-1 0-1,2-2 0,-1-1 1,54 8-1,-68-15-466,0-1 0,1-1 0,-1-1 0,23-2 0,-27 0-460,1 0-1,-1 0 1,1-1-1,-1 0 1,-1-1 0,15-9-1,9-6-5463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19.3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1 345 11569,'21'-9'1290,"-1"-1"0,28-17 0,-25 13-670,33-15 1,400-118 1206,-224 81-1598,-83 27-29,-147 38-198,0 0 0,1 1 0,-1-1 0,0 1 0,0 0 0,1 0 0,-1 0 0,0 0 0,1 0 0,-1 0 0,0 1 0,0-1 0,1 1 0,-1-1 0,0 1-1,0 0 1,0 0 0,0 0 0,0 0 0,3 3 0,-3-2 1,0 0 0,0 1 0,0-1-1,-1 1 1,1-1 0,-1 1 0,1 0 0,-1-1-1,0 1 1,0 0 0,-1 0 0,1 0 0,0 5-1,0 8 1,-1 0-1,-1 0 0,0-1 0,-6 26 0,7-41-3,-101 431-347,80-360 155,-84 306-554,85-280 620,-7 28 52,8-60 92,-18 56-82,31-106 64,-1 1 0,-1-2 0,0 1 0,-1-1 0,-16 21 0,1-8-781,-1-1-1,-2 0 0,-45 33 1,34-34-2065,-39 22-1,7-8-2825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20.3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1 271 4768,'12'-46'2227,"-8"37"-1175,-2-1-1,1 1 1,2-17-1,-4 18-660,0 1-1,0-1 1,1 1-1,1 0 1,-1 0 0,1 0-1,7-13 1,11-27 2487,-20 43-2615,0 0 0,1 0 0,-1 0 0,1 0 0,0 0 0,1 1 0,-1-1 0,1 0 0,-1 1 0,7-6 0,-8 8-191,0 1 0,0-1-1,0 1 1,-1-1 0,1 1-1,0-1 1,0 1 0,1-1-1,-1 1 1,0 0 0,0 0 0,0-1-1,0 1 1,0 0 0,0 0-1,0 0 1,0 0 0,2 1-1,-1-1 12,0 1-1,0 0 1,0 0 0,0 0-1,-1 0 1,1 0-1,0 0 1,-1 1-1,1-1 1,-1 1-1,1-1 1,-1 1-1,2 2 1,4 7 232,0 0 0,-1 0 0,-1 0 0,0 1 0,0 0 0,-1 0 0,-1 0 0,4 24-1,6 114 1204,-9-72-984,57 558 1343,46-98-6616,-38-232-8038,-53-226 3899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20.5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12093,'0'0'1780,"10"12"-48,-1-4-215,17 9-265,21 6-312,-2-11-212,9 5-124,16-6-116,9 3-112,10-2-296,16-1-492,3-2-644,9-1-268,10 1-324,10-6-41,-1 3-267,1-1-1956,-4 1-2697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20.7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969 0 11933,'-61'18'2100,"36"-18"-164,-23 5-123,16 12-121,-2 1-112,-8 7-228,-5 4-292,-7 5-152,-4 6-196,-2 9-144,-3 2-156,-1 12-700,1 8-312,-1 7-800,1-1-676,-1 3-460,1 8-3173,-1-2-4764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23.0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295 0 10349,'0'0'6149,"-2"2"-4881,-8 7-685,1 0 0,-1 1 1,2 1-1,0 0 0,0 0 0,1 0 0,0 1 0,-8 20 0,-4 4 325,-13 22-114,2 2 1,3 1-1,3 1 1,2 2-1,-19 94 1,35-124-677,1-1 0,2 1 0,2-1 1,0 1-1,3 0 0,0-1 0,2 1 0,2-1 1,1 0-1,2-1 0,0 1 0,26 53 0,-20-57-101,2 0 0,0-1 0,2-1 0,1-1 0,1 0 0,2-2 0,0-1-1,39 31 1,-28-29-342,2-2-1,0-1 1,1-2 0,1-1-1,1-2 1,46 14-1,-52-21-380,69 12 0,127 4-1948,-195-23 2035,0-2 0,1-1 0,-1-1 0,0-2-1,44-10 1,-56 7 101,0-1-1,-1-1 1,0-1-1,0 0 0,-1-2 1,0-1-1,22-16 0,-29 18-141,0-1 0,-1-1-1,-1 0 1,0 0-1,0-1 1,-1-1-1,-1 1 1,-1-2-1,0 1 1,0-1 0,9-28-1,6-28-4599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23.2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1 206 10609,'41'-17'1780,"3"-15"-176,-2 9-284,2 6-87,7 0-197,9-6-228,7 6-204,3 0-112,12 3-196,7-1-404,0 4-420,105 8-2545,-105 6 593,-3 8-1448,-10 12-2753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23.3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0 363 11017,'13'-45'1932,"-7"27"-276,4-2-104,9-17-283,0 12-253,-3 2-268,16 0-160,3-6-396,12-2-400,1 8-844,12-6-748,0 6-1093,-2 3-1151,5 3-2945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23.5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10397,'35'0'3312,"-10"6"-1940,20 11-264,-13-8-219,12 2-173,4 3-220,9 3-112,0 3-448,3 0-632,1 3-624,2 0-317,-6-6-2687,-3 3-3325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23.6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693 0 9717,'-57'3'1752,"-3"20"-236,9 3-176,3 5-448,4 4 92,-7 7-199,0 13-173,-3 8-104,0 5-360,0 4-616,10 8-1145,-7-6-1147,7 6-1124,15-9-2661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24.6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709 1216 8593,'22'-20'5588,"-43"24"-3118,2 3-1886,1 1 0,-1 1 0,2 0 0,-26 19 0,3-3-107,-22 14 118,0 3 0,-104 93 0,132-102-477,1 1 0,2 2-1,2 1 1,1 1 0,-39 70-1,60-95-93,1 1-1,0 0 0,1 0 0,1 1 0,0-1 1,1 1-1,0 0 0,0 21 0,2-29-26,2 1-1,-1-1 0,1 1 1,0-1-1,0 1 0,1-1 1,0 1-1,0-1 0,1 0 1,0 0-1,0 0 0,1-1 1,0 1-1,0-1 0,1 0 1,-1 0-1,1 0 0,7 6 1,0-3-44,0 0 0,1-1-1,0 0 1,0-1 0,0 0 0,1-1 0,0-1 0,0 0 0,1-1 0,-1-1 0,1 0-1,0-1 1,24 0 0,9-1-127,1-3 0,90-15 0,-87 7 121,-1-2 1,0-2-1,-1-3 0,0-2 0,-2-1 0,0-3 0,47-32 1,-39 19 30,-2-3 0,-2-3 0,-2-1 0,-1-3 1,51-63-1,41-63-48,-132 159 90,-1-1 0,9-19-1,-7 8 128,-9 19 16,-3 6 82,-3 5-194,0 1 0,1 0-1,0 0 1,0 0 0,0 1 0,0-1-1,1 1 1,-2 8 0,-17 61 188,15-49-183,3-9-11,0 0 1,-1 25 0,5-36-35,0 0 0,0-1 0,1 1-1,0 0 1,0 0 0,0-1 0,1 1 0,0-1-1,1 1 1,3 6 0,-6-12-15,1 0 0,-1 0 1,1 0-1,0 0 0,0-1 0,-1 1 1,1 0-1,0 0 0,0-1 0,0 1 0,0 0 1,0-1-1,0 1 0,0-1 0,0 1 0,0-1 1,0 1-1,0-1 0,1 0 0,-1 0 1,0 1-1,0-1 0,1 0 0,3 0-16,-1 0-1,0-1 1,0 1 0,1-1-1,-1 0 1,6-2-1,4-3-57,0 0 1,21-13-1,-11 2 25,-2 0 1,0-2-1,-2-1 0,0-1 1,18-23-1,-37 42 43,37-49-84,-26 34 67,0 1 0,0 0-1,2 1 1,20-19 0,-32 34 25,0-1 1,0 1 0,0 0 0,0 0 0,0 0 0,0 0-1,0 0 1,0 0 0,0 1 0,0-1 0,0 0 0,0 1-1,0 0 1,-1-1 0,1 1 0,3 2 0,-1 0 0,-1 1 0,1 0 0,-1-1-1,0 1 1,0 0 0,-1 1 0,1-1 0,-1 0 0,4 10 0,-4-7 4,1-1-1,1 1 1,-1-1-1,1 0 1,9 12-1,-9-14-10,0-1 1,0 1-1,0 0 0,0-1 0,1 0 0,0 0 1,-1 0-1,1-1 0,0 0 0,0 0 0,1 0 1,-1 0-1,0-1 0,1 0 0,-1 0 0,7 0 1,4-1-6,-1-2 0,0 0 1,0-1-1,0-1 1,0 0-1,0-1 1,-1-1-1,0 0 0,0-1 1,0 0-1,-1-1 1,0 0-1,-1-1 0,0-1 1,11-11-1,0-1 12,-2-1-1,0-1 0,-2-1 0,-1-1 1,-1 0-1,21-43 0,-8 0-134,-3-1 1,-3-1-1,-4-1 0,16-100 0,19-303-194,-54 468 331,3-108 23,4-30 108,-7 115-137,-5 26 35,-2 14-34,-66 171-4814,71-179 4667,-3 1-3261,0 1 2827,0 0 0,0 0 0,0 0 0,1 0 0,-1 1 0,1 0 0,-4 9 0,5-12 172,-13 32-3409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26.1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2685 6617,'11'22'1579,"-10"-21"-1496,-1 0 0,0 0 0,0-1 0,0 1 1,0 0-1,0 0 0,0-1 0,0 1 0,0 0 1,0 0-1,0-1 0,-1 1 0,1 0 0,0-1 1,0 1-1,-1 0 0,1-1 0,0 1 1,-1 0-1,1-1 0,-1 1 0,1-1 0,-1 1 1,1 0-1,-2 0 0,0 1 3059,1 2-2580,-1 0 0,1-1 0,-1 1 0,0-1 0,0 1 0,0-1 0,-1 0 0,1 0 1,-1 0-1,0 0 0,-4 4 0,5-5 914,6-3-1124,3-1-284,0-1 0,-1 0 0,1 0 0,-1 0 0,0-1 0,0 1 0,0-2 0,0 1 0,-1-1 0,1 1 0,-1-2 0,0 1 0,-1 0 0,6-10 1,8-12 69,28-58 0,-41 74-108,10-25 43,13-43 0,-5 13-15,37-99-50,-8-3 1,42-240 0,-55 138-183,-12-2-1,-16-507 1,-11 775 171,-1-24-40,-1-1 1,-7-31-1,8 58 35,-3 6 2,-3 5 10,0-1 0,0 1 0,1 0 1,0 1-1,1 0 0,0 0 0,0 0 0,1 0 0,-5 21 1,-1 14 61,-4 53 0,8-52-24,-107 978 823,99-881-848,-7 117 94,20-212-92,3 1 0,1-1 0,12 63 0,-12-97-20,0-1 0,1 1-1,0-1 1,1 0 0,1 0-1,0-1 1,1 0 0,15 23-1,-17-29-11,1 0 0,0 0-1,0 0 1,1-1 0,-1 0-1,1 0 1,0-1 0,0 0-1,1 0 1,-1-1 0,1 0-1,0 0 1,0 0 0,0-1-1,0 0 1,12 0 0,0-1-40,0 0 0,0-2 1,-1 0-1,1-2 1,0 0-1,-1-1 0,1-1 1,23-9-1,8-7-234,85-46 0,-92 41 58,-2-1 0,-1-2 1,57-53-1,-45 33-167,86-104-1,16-57-190,-130 175 512,-12 10-52,-13 25 127,0 0-1,0 0 0,0 0 1,-1 0-1,1-1 1,0 1-1,0 0 0,0 0 1,0 0-1,-1 0 1,1-1-1,0 1 0,0 0 1,0 0-1,0 0 0,-1 0 1,1 0-1,0 0 1,0 0-1,0 0 0,-1 0 1,1 0-1,0 0 1,0 0-1,0 0 0,-1 0 1,1 0-1,0 0 0,0 0 1,-1 0-1,1 0 1,0 0-1,0 0 0,0 0 1,0 0-1,-1 0 1,1 0-1,0 0 0,0 1 1,0-1-1,-1 0 0,1 0 1,0 0-1,0 0 1,0 0-1,0 1 0,0-1 1,-1 0-1,1 0 1,0 1-1,-6 3 9,0 0 0,0 1 0,1 0 0,-9 9 0,0 6 35,0 0 1,2 1-1,0 1 0,2 0 1,0 0-1,-11 43 0,19-59-30,1 0-1,0 0 1,0 0-1,0 0 1,1 0 0,0 0-1,0 1 1,1-1-1,-1 0 1,1 0-1,1 0 1,-1 0 0,4 7-1,-2-4 10,1-1-1,0 0 1,0 0 0,1 0-1,0 0 1,0-1 0,1 0-1,8 8 1,-5-8-13,0 1 1,1-2-1,0 1 0,0-1 1,1-1-1,0 0 0,0 0 1,0-1-1,0-1 0,1 1 1,0-2-1,-1 0 0,1 0 1,13-1-1,-5 0-6,1-1 0,0-1 0,-1-1 1,0-1-1,1-1 0,-1 0 0,25-10 0,-25 5 1,-1 0-1,0-1 1,-1-1-1,0-1 0,-1 0 1,0-1-1,-1-1 1,0-1-1,-1 0 0,14-20 1,3-7 10,-2-3 1,45-87 0,-13 15-23,-61 116 9,-1 0 0,1 0 1,-1-1-1,1 1 0,0 0 1,-1 0-1,1 0 0,0 0 1,0 0-1,0 0 0,0 0 1,0 0-1,0 1 0,0-1 1,0 0-1,0 1 0,0-1 1,0 0-1,0 1 0,0-1 1,1 1-1,-1 0 0,0-1 1,0 1-1,1 0 0,-1 0 1,0 0-1,0 0 0,1 0 1,-1 0-1,0 0 0,1 0 1,-1 0-1,0 1 0,0-1 1,1 0-1,-1 1 0,0-1 1,0 1-1,0 0 0,0-1 1,0 1-1,0 0 0,2 1 1,3 2 10,1 1 1,-1 1-1,0-1 1,0 1-1,0 0 1,-1 0-1,0 1 1,0-1-1,-1 1 1,1 0-1,2 9 1,0-4-2,0-1 0,0 0 0,13 14 0,-10-15-5,1 0 0,1-1 1,0-1-1,0 0 0,1-1 0,0 0 1,0-1-1,0 0 0,1-1 1,0 0-1,0-1 0,0-1 1,1-1-1,20 2 0,-10-2-13,0-2-1,-1-1 0,1-1 1,0 0-1,-1-2 1,1-1-1,40-14 1,-51 13-9,1 0 0,-1-1 0,-1-1 0,1 0 1,-1-1-1,0 0 0,-1-1 0,0 0 0,-1-1 0,0 0 1,-1-1-1,0 0 0,-1-1 0,14-24 0,-14 20-10,-2 0 1,0 0-1,0 0 0,-2-1 0,0 0 0,-2 0 0,0 0 0,0-1 0,-2 1 0,0-1 0,-1 1 1,-4-21-1,4 35 22,0 1 0,-1-1 1,1 1-1,-1-1 1,0 1-1,0-1 1,-1 1-1,1 0 0,-1-1 1,1 1-1,-1 0 1,0 0-1,0 0 0,-1 1 1,1-1-1,-3-3 1,2 5 1,1-1 1,-1 1-1,0-1 1,0 1 0,1 0-1,-1 0 1,0 0-1,0 0 1,0 1 0,0-1-1,0 1 1,0-1-1,0 1 1,0 0 0,-4 1-1,-4 1 0,0 0-1,0 1 1,0 1-1,0-1 1,1 2 0,0 0-1,0 0 1,-15 10-1,2 3-21,0 1 1,2 0-1,-23 27 0,36-37-5,-5 5-248,0 2 0,2-1 0,0 1 0,-14 27 0,18-29 3,5-12 221,1 0-1,0 0 1,0 0-1,0 0 1,0 1-1,0-1 1,1 0-1,-1 1 1,1-1-1,-1 1 1,1-1-1,0 0 1,0 1 0,0-1-1,0 1 1,1-1-1,-1 1 1,1-1-1,-1 0 1,1 1-1,0-1 1,0 0-1,0 0 1,0 1-1,0-1 1,0 0-1,1 0 1,-1 0-1,3 2 1,-2-2 24,1 0 0,0 0 0,-1 0 0,1 0 0,0-1 0,0 1 0,0-1 0,0 0 0,0 0 0,0 0 1,0 0-1,0 0 0,0-1 0,1 1 0,-1-1 0,0 0 0,0 0 0,1 0 0,-1-1 0,0 1 0,5-2 1,3-1 8,0-2 0,0 1 1,0-1-1,-1-1 1,1 0-1,-2 0 0,1-1 1,-1 0-1,1-1 1,-2 0-1,0 0 1,0-1-1,0 0 0,-1-1 1,12-19-1,-2-4 42,0 0-1,-2-1 1,19-67-1,-21 51-1,-2 0 0,4-56 0,1-105 30,-13 151-84,1-119-21,-7-1 0,-41-267 0,37 405 244,3 35-73,1 23 4,3 20-18,2 1-1,1-1 0,2 0 1,1-1-1,13 42 0,66 172 448,-84-248-546,120 284 255,-96-237-220,2-1-1,2-1 0,58 70 1,-70-97-20,1 0 0,0-2 1,2 0-1,0-1 1,43 25-1,-52-35-3,0 0 0,0-1 0,1 0 0,0-1 0,0 0 0,0-1 0,0 0 0,1-1 0,-1-1 0,1 0 0,-1 0 0,1-1 0,0-1 0,12-2 0,-6-1-10,0-1-1,-1-1 1,1-1-1,-1-1 1,0 0-1,-1-1 1,0-1-1,-1 0 1,0-2-1,0 0 1,-1 0 0,24-28-1,-18 15-23,-1 0 1,-2-2-1,0 0 1,-2-1-1,-1-1 0,-2-1 1,11-32-1,-1 0 15,25-119 1,-33 105-5,-15 63 54,-7 16 11,-10 22 47,11-10-55,0 1 1,1 0-1,1 0 0,1 0 0,-2 18 0,-1 83 85,6-91-205,1 1 1,2-1 0,0 0-1,2-1 1,14 47 0,-14-59-359,1 0 0,-1 0 1,2 0-1,0-1 0,1 0 0,0 0 1,0-1-1,1 0 0,1 0 1,0-1-1,0 0 0,15 10 1,31 15-3770,11 1-2139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26.2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83 8613,'-3'-20'5176,"-4"6"-3980,1-3 1493,0 3-6350,-1-4-379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27.1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135 0 8245,'0'0'3603,"-3"2"-2050,-7 2-651,6-2-643,0-1-1,1 1 1,-1 0-1,0 0 0,1 1 1,-1-1-1,1 1 1,0 0-1,0 0 1,0 0-1,0 0 1,0 0-1,1 1 1,-1-1-1,1 1 0,0 0 1,0-1-1,-1 5 1,-10 18 949,1 0 1,-11 38-1,19-52-923,1 0-1,0 0 1,1 1-1,0-1 1,1 1-1,0-1 1,1 1-1,1-1 1,3 18-1,-2-18-158,2-1 0,0 0-1,0 0 1,1 0 0,1 0-1,-1-1 1,2 0 0,-1 0-1,12 12 1,-5-8-14,1 0 1,0-2-1,1 0 0,1 0 1,19 11-1,17 4-17,2-2 1,99 32-1,-145-55-97,494 145-3284,-162-71-2599,-213-51-112,-13-2-3750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28.3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779 149 12357,'-3'-16'2073,"1"-1"-1,0-21 1,2 37-1969,0 1-1,1-1 1,-1 0-1,0 0 1,-1 0-1,1 0 1,0 0 0,0 0-1,0 0 1,0 1-1,-1-1 1,1 0-1,0 0 1,-1 0-1,1 1 1,-1-1 0,1 0-1,-1 0 1,1 1-1,-1-1 1,1 0-1,-1 1 1,0-1 0,1 1-1,-1-1 1,0 1-1,0-1 1,1 1-1,-1-1 1,0 1-1,0 0 1,0-1 0,0 1-1,1 0 1,-1 0-1,0-1 1,0 1-1,0 0 1,0 0-1,0 0 1,0 0 0,1 0-1,-1 1 1,0-1-1,0 0 1,0 0-1,0 1 1,0-1 0,1 0-1,-1 1 1,0-1-1,0 0 1,0 1-1,0 0 1,-16 11 463,1 0 0,1 1 0,0 0 0,-18 22 0,-50 69 619,60-75-867,-45 66 358,3 3 1,-76 157 0,-59 231-236,152-328-638,43-139 124,2 1 0,0-1 0,1 1 0,1 0 1,1 0-1,2 23 0,-1-37 15,0-1 1,0 0 0,1 1-1,-1-1 1,1 0 0,0 0-1,0 0 1,1-1-1,0 1 1,0 0 0,0-1-1,0 0 1,1 0 0,-1 0-1,7 5 1,-4-4-31,0-1 0,1 0 0,0 0 0,0 0 0,0-1 0,0 0 0,1 0 0,-1-1 0,14 2 0,-3-1-38,0-2-1,0 0 1,0-1 0,0-1 0,0 0 0,-1-2-1,1 0 1,27-9 0,-9-1 14,0-2 0,-2-1 1,0-2-1,-1-2 0,37-27 0,-3-6-93,76-75 1,-85 69 60,100-132 1,-127 146 101,-2 0 0,-2-2 0,-2-2 0,20-53 0,-35 75 31,-2 0-1,-1-1 1,-1 0 0,-1 0 0,-1 0 0,-2 0 0,-1-1-1,-1 1 1,-8-55 0,5 63-15,-2 0 0,0 0 0,-1 1 0,-1 0 0,-1 0-1,-1 0 1,0 1 0,-2 0 0,0 1 0,0 0 0,-2 1 0,0 1 0,-1 0 0,-22-19 0,12 15-90,0 2 1,-1 1 0,-1 1 0,-1 1 0,0 1 0,0 2-1,-39-11 1,26 11-246,0 3-1,0 1 1,-1 1 0,-73 1-1,91 6-43,0 0-1,1 2 1,-1 1 0,1 0 0,0 2-1,0 0 1,1 2 0,0 0-1,-24 13 1,29-12-613,1 1 0,0 1 0,0 0 0,1 1 0,0 0 0,1 1 0,-13 17 0,-9 26-6552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28.8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100 317 11209,'-1'0'104,"0"0"0,0 0 0,0 0 0,-1 0 0,1 0 0,0-1 0,0 1 1,0 0-1,0 0 0,0-1 0,0 1 0,0-1 0,0 1 0,0-1 0,0 1 0,1-1 0,-1 1 0,0-1 0,0 0 0,-1-1 0,3 1 63,0 0 0,0 0 0,0 1 0,0-1 0,1 0 0,-1 1 0,0-1 0,0 1 0,1-1 0,-1 1 0,0 0 0,1-1 0,-1 1 0,0 0 0,3 0-1,-1 0 2503,-4 14-2358,-1 0-1,0 0 0,-1 1 0,-1-2 0,-8 23 1,-1 1-91,-6 23 43,-19 74-126,35-119-154,1 1 0,0 0-1,1 0 1,1 0-1,0 0 1,5 28 0,-5-41 15,1 1 0,0-1 1,-1 0-1,1 0 0,1 0 1,-1 0-1,0 0 0,1 0 1,0 0-1,0 0 0,0 0 0,0-1 1,0 1-1,0-1 0,1 1 1,-1-1-1,1 0 0,-1 0 1,1 0-1,0 0 0,0-1 1,0 1-1,0-1 0,0 0 1,0 0-1,0 0 0,1 0 1,-1 0-1,0-1 0,6 1 1,6 0-8,0-1 1,0 0 0,-1-2 0,1 1 0,0-2 0,-1 0-1,20-7 1,100-41-160,-131 50 162,40-17-174,-1-1 1,-1-2 0,70-48-1,-87 52 32,-1-1 0,0-2 0,-1 0 0,-1-1 0,-2-1 0,0-1 0,-1 0 0,-1-2 0,-1 0 0,-2-1 0,0 0 0,-2-1 0,-1 0 0,10-36 0,47-157-52,-66 216 273,-1 0 0,1 1 0,0-1 0,0 0 1,0 1-1,0-1 0,1 1 0,-1 0 0,5-4 0,-7 7-44,0 0 0,1-1 0,-1 1 0,0 0 0,1-1 0,-1 1-1,0 0 1,1 0 0,-1-1 0,1 1 0,-1 0 0,1 0 0,-1 0 0,1 0 0,-1 0 0,0 0-1,1-1 1,-1 1 0,1 0 0,-1 0 0,1 0 0,-1 1 0,1-1 0,-1 0 0,1 0-1,-1 0 1,1 0 0,0 1 0,-1-1 33,1 1 0,0 0 0,0 1 1,-1-1-1,1 0 0,-1 0 0,1 0 0,-1 0 0,1 0 0,-1 1 0,0-1 0,0 0 0,1 0 1,-1 1-1,0-1 0,0 2 0,0 15 247,-1 1 1,0-1-1,-1 0 0,-1 0 1,-1 0-1,-9 26 1,-48 110 783,18-50-641,-46 117-1569,26-80-4785,54-116 518,10 2-3230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29.2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0 290 9449,'0'0'1847,"1"2"-285,0 1-1367,0-1-1,0 0 1,0 0 0,0 0-1,1 1 1,-1-1 0,1 0-1,-1-1 1,1 1 0,-1 0-1,1 0 1,0-1 0,0 1-1,0-1 1,0 0 0,0 1-1,4 1 1,3-1 55,-1 1 0,0-1 0,0-1 0,16 2 0,53 3-1473,95-5-1,-110-2-344,-45 2 820,0-1 1,1 0 0,-1-2-1,0 0 1,0-1-1,24-6 1,-32 4 425,-1 0-1,0 0 1,1 0 0,9-10 0,4-2-33,6-3 164,108-72-1249,-123 85 1424,0 1-1,0 1 0,1 0 0,0 1 0,21-4 0,75-6 668,-82 11-569,71-4 668,0 5 0,0 3 1,140 22-1,-204-16-401,-32-7 119,16-2-4,-18 2-450,0 0 0,-1 0 0,1 0 0,-1 0 0,1 0 0,0 0 0,-1 0 0,1 0 0,-1 0 0,1 0 0,0-1 0,-1 1 1,1 0-1,-1 0 0,1 0 0,-1-1 0,1 1 0,-1 0 0,1-1 0,-1 1 0,1-1 0,-1 1 0,1 0 0,-1-1 0,0 1 1,1-1-1,-1 1 0,0-1 0,1 1 0,-1-1 0,0 1 0,0-1 0,1 0 0,-1 1 0,0-1 0,0 1 0,0-1 0,0 0 1,0 1-1,0-1 0,0 1 0,0-1 0,0 0 0,0 1 0,0-1 0,0 1 0,-1-1 0,1 1 0,0-1 0,0 0 0,0 1 0,-1-1 1,1 1-1,0-1 0,-1 1 0,0-1 0,-2-11-11,3 9 70,3-17-220,-2 17 37,0 0-1,0 1 1,0-1-1,0 0 1,0 0-1,1 1 1,-1-1-1,1 1 1,0-1 0,0 1-1,0 0 1,0-1-1,3-1 1,12-15-2781,-7 2-101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1.5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251 156 7333,'0'0'5212,"2"-2"-3989,13-5-674,-1 0 0,1 1 0,0 1 0,0 0-1,32-5 1,-31 6-308,448-66 1490,5 38-984,-438 30-685,34-2 156,-1 2 1,85 10-1,-144-8-171,0 1-1,0 0 1,0 1-1,-1-1 0,1 1 1,0 0-1,-1 0 1,0 0-1,1 1 1,-1-1-1,0 1 1,6 5-1,-8-5-6,0-1 0,0 0 0,0 1-1,0-1 1,-1 1 0,1 0 0,-1 0-1,0-1 1,1 1 0,-1 0 0,0 0 0,-1 0-1,1 0 1,-1 0 0,1 0 0,-1 1 0,0-1-1,0 0 1,0 0 0,0 0 0,-2 6 0,-6 19 316,-1 1 0,-17 34 0,13-30 237,-14 45 1,10-15 247,-2 4 65,4 1-1,-8 70 1,17-29-119,5 1 0,17 156 0,60 215 100,2-176-603,-6-28-72,-68-254-196,-1 1 0,-2 0 0,0 0 0,-2 0 0,0 0 0,-2-1 0,0 1 0,-2 0 0,0-1 0,-2 0 0,-1-1 0,0 1 0,-2-1 0,0-1 0,-2 0 0,0 0 0,-1-1 0,-1-1 0,-1 0 0,-1-1 0,-25 22 0,-9 2 64,-1-3 0,-2-2 0,-1-2 1,-2-3-1,-2-2 0,0-3 0,-2-2 0,0-3 0,-2-3 0,-100 19 0,32-18-428,-1-6-1,-181-2 1,270-13-2201,-81-11 1,94 6-1258,-44-14 1,46 11-2409,-1 6-3602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3.6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375 276 9821,'-2'-2'263,"1"0"0,-1-1 0,0 1 0,0-1 0,1 0 0,0 1 0,-1-1 0,1 0 1,0 0-1,0 0 0,1 0 0,-1 0 0,1 0 0,-1 0 0,1 0 0,0 0 0,0 0 0,0 0 0,1 0 0,-1 0 0,1 0 0,-1 0 1,1 0-1,0 0 0,0 0 0,3-5 0,0 0 43,0 0 1,0 0-1,1 1 1,-1-1-1,2 1 1,-1 0-1,1 0 1,8-6-1,0 2-152,0 2 0,0 0-1,1 1 1,1 0 0,-1 1 0,1 1-1,24-7 1,110-19 287,-124 28-360,8-2-25,-1 2 0,0 1 0,1 2 0,66 6 0,-84-3-42,0 1 0,0 0 0,0 1 0,0 1-1,-1 1 1,0 0 0,0 1 0,0 0 0,-1 1-1,0 1 1,17 14 0,-22-15-7,0 1 1,-1 0-1,-1 0 0,1 0 1,-2 1-1,1 0 1,-1 0-1,-1 1 0,0 0 1,0 0-1,-1 0 0,-1 0 1,0 1-1,0 0 0,-1-1 1,0 1-1,-1 0 1,-1 0-1,0 0 0,-2 17 1,-5 19 31,-2-1 0,-2-1 0,-30 83 0,13-44 47,-4 10 7,14-43-16,2 1-1,-18 107 1,33-146-67,1 1-1,0-1 1,1 1-1,0 0 1,1-1-1,1 1 1,0-1-1,1 0 1,1 0-1,10 22 1,0-8 1,0-1 0,2-1 0,37 45 0,-49-67-10,0 2 1,-1-1-1,0 0 0,-1 1 1,1 0-1,-1 0 1,0 0-1,0 0 0,-1 0 1,0 1-1,0-1 0,0 1 1,-1-1-1,0 1 1,0 0-1,-1-1 0,0 1 1,0 0-1,0 0 1,-1-1-1,0 1 0,0 0 1,-1-1-1,0 1 1,0-1-1,-1 0 0,1 0 1,-1 1-1,-1-2 1,1 1-1,-1 0 0,-5 5 1,-10 13 18,-2-1 1,0-1-1,-2 0 1,0-2 0,-2-1-1,-46 29 1,-7-5-12,-87 36 1,-182 59-1239,221-93-8,48-17-433,-47 17-4970,40-15-2558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8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0 198 3196,'22'4'892,"-1"1"0,25 10 1,-45-15-594,1 0 0,0-1 1,0 1-1,0-1 0,-1 1 0,1-1 1,0 0-1,-1 0 0,1 1 1,-1-1-1,1 0 0,-1 0 1,1-1-1,-1 1 0,1 0 1,-1 0-1,1-2 0,11-39 2680,-8 33-1974,-2-1 0,0 0 0,0-1-1,2-14 1,-3 10-117,0 0 0,2 0 0,-1 0-1,11-23 1,35 162 3224,263 534 793,-246-538-4885,332 574 20,59-35-52,-373-559 12,4-3 0,4-5 0,157 123 0,-172-158 0,3-3 0,2-4 0,2-4 0,2-3 0,137 47 0,-123-59-375,1-4 0,1-6 0,198 18-1,-173-34-763,-1-6-1,232-30 0,-180-1-80,-2-8 0,-1-7 0,-3-8 0,295-138 0,-271 91-4536,-146 75 2467,48-24-6429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8.5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40 14865,'-32'-33'2893,"26"26"1514,11 27-1557,0-7-2264,37 144 2285,32 243 0,-32-146-1447,4 37-1424,11 61 0,-40-274 0,3-2 0,44 110 0,-52-159 0,1 0 0,1-1 0,1 0 0,2-2 0,0 1 0,41 42 0,-42-52 0,1 0 0,0-2 0,0 0 0,2-1 0,-1 0 0,2-2 0,-1 0 0,1-1 0,1-1 0,25 6 0,-18-8-322,0-1 0,0-2 0,0 0 1,0-2-1,1-1 0,-1-1 0,0-2 0,1-1 0,-2-1 0,1-1 1,-1-1-1,40-17 0,3-7-1347,-2-3 1,-1-3 0,89-65-1,-18 2-5444,-1-9-4699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8.7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109 589 11849,'-83'-20'2096,"70"0"-184,1 0-315,18 0-333,13-14-272,13 2-184,12-8 12,23-2-336,12-1-80,17-3-88,15-3-96,19 4-208,10-1-496,3 3-456,-1 9-872,1 2-528,-3 12-2745,-7 18-4044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8.8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1 490 9993,'19'-35'4516,"-3"24"-2732,9-12-327,4-8-313,9-4-288,19-5-188,10-8-264,117-61-1688,-67 52-692,4 5-3233,9 4-4160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9.2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86 12417,'-3'-1'309,"1"-1"1,-1 1-1,0-1 0,1 0 0,0 0 1,-1 0-1,1 0 0,0 0 0,0 0 0,0 0 1,0-1-1,1 1 0,-1-1 0,0 1 1,1-1-1,0 0 0,0 0 0,0 0 0,0 1 1,0-1-1,0 0 0,1 0 0,0 0 1,-1-4-1,1 6 123,-1-1 1,0 0 0,0 0-1,0 0 1,0 0 0,0 0-1,0 1 1,0-1-1,0 0 1,-2-1 0,-1 2 1714,9 14-1208,1 0-751,12 20 85,-1 1 0,-2 1 0,12 43 0,-19-48-205,6 28 65,8 61 0,-1 31-14,-11-82-64,36 130 0,-46-195-53,1 0-1,0 0 0,0 0 1,0-1-1,0 1 1,0 0-1,1-1 1,-1 1-1,1-1 0,0 1 1,-1-1-1,1 0 1,0 1-1,0-1 1,1 0-1,-1-1 1,0 1-1,1 0 0,4 2 1,-4-3-1,0-1 0,0 1 0,0-1 0,0 0 1,0 1-1,0-1 0,0-1 0,0 1 0,0 0 0,-1-1 0,1 0 1,0 1-1,0-1 0,0 0 0,0-1 0,2-1 0,9-4 1,-1-2 0,-1 0 0,1-1 0,-2 0 0,1 0 0,9-13 0,89-105-1,73-76-35,-28 66-27,-126 115 64,0 2 1,1 1 0,58-27 0,-81 44 11,0 0 0,1 0-1,-1 1 1,0 0 0,1 1 0,-1-1 0,1 2 0,-1-1 0,1 1 0,0 0 0,-1 0 0,14 3 0,-15-1 0,-1-1 1,0 1 0,0 0 0,0 1-1,0-1 1,0 1 0,-1 0-1,1 0 1,-1 1 0,0-1 0,0 1-1,0 0 1,0 0 0,-1 0 0,0 1-1,1-1 1,-2 1 0,5 8-1,6 17 13,-2 0 0,-1 1 0,8 47 0,14 43-904,-20-87-68,1 0 0,2-1 0,27 45 0,-33-64-106,2 0 1,-1-1-1,22 21 0,-22-25-354,0 0 0,1-1 0,0 0-1,1-1 1,16 8 0,31 9-8759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9.6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1153 1549 13645,'-3'-6'114,"-2"-3"457,0-1 0,-1 1 0,0 0 0,-12-13 0,14 19-312,1 0 1,0 1-1,0-1 1,-1 1-1,0-1 1,1 1-1,-1 1 1,0-1 0,0 0-1,0 1 1,0 0-1,0 0 1,-1 0-1,1 0 1,0 1-1,-7-1 1,-11 3 228,0 0 0,0 1 0,1 2 1,-1 0-1,1 1 0,0 1 0,1 1 0,0 1 0,0 1 1,-27 17-1,-6 9 108,1 2 1,-65 62 0,50-36-363,3 3-1,3 2 1,3 3 0,3 3 0,3 2-1,-74 151 1,110-194-252,2 0 1,1 1-1,-8 37 0,18-60-33,1-1-1,0 0 1,0 0-1,1 1 1,1-1-1,0 1 1,0-1-1,2 1 1,-1-1-1,1 0 1,1 1-1,0-1 1,0-1-1,6 13 1,-7-19-21,0 0 0,1 0 0,-1 0 1,1 0-1,0 0 0,0-1 0,0 1 1,1-1-1,-1 0 0,1 0 0,0 0 1,0 0-1,0-1 0,0 1 0,0-1 1,0 0-1,1-1 0,-1 1 0,1-1 1,-1 0-1,1 0 0,0 0 0,-1 0 1,1-1-1,0 0 0,0 0 0,-1 0 1,1-1-1,0 1 0,8-3 0,1-2-61,-1 1 0,1-2-1,-1 0 1,1 0 0,-2-2-1,1 1 1,-1-2 0,20-17-1,14-18-51,-2-1 0,-2-3 0,-2-1 0,-2-2 0,35-63 0,-12 5 103,76-193-1,-53 67 239,-9-3 0,-11-4 0,48-367 0,-97 479 906,-5 0-1,-11-203 1,-4 310-332,4 23-708,1 0-1,0 0 1,-1 0 0,1 0 0,0 0 0,-1 0-1,1 0 1,0 0 0,-1 0 0,1 0-1,0 0 1,0 0 0,-1 0 0,1 1-1,0-1 1,-1 0 0,1 0 0,0 0-1,0 0 1,-1 1 0,1-1 0,0 0 0,0 0-1,-1 0 1,1 1 0,0-1 0,0 0-1,0 0 1,0 1 0,-1-1 0,1 0-1,0 1 1,0-1 0,0 0 0,0 0 0,0 1-1,-18 45 966,3 20-351,2 1-1,-4 77 0,8-60-455,-46 709-109,36-204-1635,12-404-703,-3 121-3048,14-106-3383,7-72-3241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49.8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19 178 15393,'-9'-43'2409,"12"26"-301,0 3 940,-13-4-1960,4 4 184,9-6-2480,-3 3-616,7 0-6661,-1 0-2332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51.0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143 49 6561,'-6'-49'12815,"3"51"-12364,-4 4-356,0-1-1,0 1 0,0 1 1,1-1-1,0 1 0,1 0 1,-1 1-1,1-1 0,1 1 1,-1 0-1,2 0 0,-7 17 1,-2 10-957,-12 66 1,11 17-6562,12-116 7094,-4 64-8266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51.9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1 4184,'6'31'2129,"-16"-14"-1373,4 1-136,3 2-140,3 22-96,6 7-36,1 0-68,5 11-124,-2 8-548,3 4-400,-4-1-1552,4 9-481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52.4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0 264 3556,'101'-60'2003,"23"-11"-825,-55 38-878,-25 10-77,2 2 1,91-28 0,-129 47-209,0 0-1,1 1 1,-1 0-1,0 1 1,0-1-1,1 2 1,-1-1-1,0 1 1,0 0-1,0 1 1,0 0-1,0 0 1,0 1-1,0-1 1,8 6-1,-6-2-4,1 1 0,-1 0-1,0 1 1,0 0 0,-1 0-1,0 1 1,-1 0-1,1 1 1,8 15 0,2 1-31,-3 1 1,0 0-1,-1 1 0,-2 1 1,-1 0-1,-2 1 1,9 36-1,-16-47 35,0 0 1,-2 0-1,0 0 0,-1 0 0,-1 0 1,0 0-1,-2-1 0,0 1 0,-1 0 1,-1-1-1,-1 0 0,-13 29 0,4-18 26,-5 9 2,-1-1-1,-29 37 0,24-42-107,-1-1 0,-2 0 0,-2-3 0,0 0 0,-2-2 0,0-1 0,-2-2 0,-53 26 0,-196 75-3131,229-102 1751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53.6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70 271 5044,'17'-17'1925,"0"1"784,-1-1 1,23-31-1,-2 3 1003,-31 39-3148,0 0-1,-1 0 1,1-1 0,-1 1-1,-1-1 1,1-1-1,-1 1 1,-1-1 0,1 1-1,-1-1 1,3-16-1,3-3 1684,-7 27-1554,-7 15-308,-13 27-79,-28 49-1,-11 23-1100,-2 47-2763,38-99 1346,6-16-2551,-14 78 0,15-35-5670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54.1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466 208 7789,'2'-1'240,"0"0"0,0-1 0,-1 1 0,1-1 0,0 1 1,-1-1-1,1 1 0,-1-1 0,0 0 0,0 0 0,1 0 0,-1 0 1,-1 0-1,1 0 0,0 0 0,1-3 0,10-42 2582,-10 38-2426,2-10 284,-1 11-76,-1-1 0,0 0 1,-1 0-1,1-14 0,-2 21-516,0 0-1,0 0 0,-1 0 1,1 1-1,0-1 1,0 0-1,-1 0 0,1 1 1,-1-1-1,0 0 0,0 0 1,1 1-1,-1-1 0,0 1 1,0-1-1,0 1 0,-1-1 1,1 1-1,0 0 0,0-1 1,-1 1-1,1 0 1,-3-1-1,2 1-31,0 0 0,-1 1 0,1-1 0,-1 1 1,1 0-1,-1 0 0,1 0 0,-1 0 0,1 0 0,-1 0 0,1 1 1,-1-1-1,1 1 0,-5 1 0,-9 5 118,1 0 1,0 2-1,-28 18 1,43-26-161,-27 19 192,1 1-1,1 2 0,1 0 1,-28 36-1,-71 116 273,110-154-430,1 0 0,1 1 1,1 0-1,1 1 1,1 0-1,1 0 1,1 1-1,1-1 1,2 1-1,0 1 1,0 44-1,5-49-24,0-1 1,1 1-1,0 0 0,2-1 1,1 0-1,0 0 0,1 0 1,1-1-1,1 0 0,0-1 0,1 1 1,1-2-1,1 0 0,26 28 1,9 2-31,85 64 0,64 26 45,30 25-84,-207-146 43,0 1 1,-1 1-1,-1 1 1,0 0 0,-1 2-1,-2-1 1,0 2-1,11 22 1,-20-35 3,-1 1 0,0-1 1,-1 1-1,0 0 0,0 0 0,-1 0 1,0 1-1,-1-1 0,0 0 0,0 1 1,-1-1-1,0 1 0,-1-1 0,0 1 1,-1-1-1,0 0 0,0 0 0,-1 0 1,0 0-1,0 0 0,-1 0 0,0-1 1,-11 16-1,0-3-86,-1-1 0,-2 0 0,1-2 0,-2 0 1,-1-1-1,-31 22 0,40-32-204,1-1 1,-1 0 0,0 0-1,-1-1 1,1 0 0,-1-1-1,0-1 1,0 0-1,0 0 1,0-1 0,-1-1-1,1 0 1,-1-1 0,1 0-1,-22-3 1,31 2 65,0 0 1,-1 0-1,1 0 1,0 0-1,0 0 0,-1-1 1,1 1-1,0-1 1,1 0-1,-1 0 1,0 0-1,0 0 1,1 0-1,-4-4 0,5 4-253,-1-1-1,1 1 0,-1-1 0,1 0 0,0 1 0,0-1 1,0 0-1,0 0 0,0 1 0,0-1 0,1-4 0,1-29-7236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54.7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179 118 11309,'-1'0'27,"-14"-27"2045,15 26-1903,0-1-1,-1 1 1,1 0-1,0-1 1,0 1-1,0 0 1,0 0-1,1-1 1,-1 1-1,0 0 1,0 0-1,1-1 1,-1 1-1,1 0 1,-1 0-1,1 0 1,-1 0 0,1 0-1,0 0 1,0 0-1,1-2 1,0-5 1826,-1 5-1695,0 0 0,-1 0 0,0 0 0,1 0 0,-1 0 0,0 0 0,-1 1-1,1-1 1,0 0 0,-1 0 0,0 0 0,1 0 0,-1 1 0,0-1 0,-1 0 0,1 1 0,-3-5 0,4 7-243,-1 0 1,0 0-1,0 1 1,0-1-1,0 0 1,0 0-1,0 0 1,0 1 0,0-1-1,0 0 1,0 1-1,1-1 1,-1 1-1,0-1 1,0 1-1,1-1 1,-1 1-1,0 0 1,0 0 0,-1 0 61,-3 4-20,0 0-1,0 0 1,1 1-1,-1-1 0,1 1 1,0 0-1,1 0 1,-1 0-1,-2 10 0,-22 67 415,24-70-436,-17 75 158,4 1 0,4 0 0,-3 152 0,16-155-427,3 0 0,5 0-1,29 138 1,-28-184-386,25 70 0,-28-96 406,0-1-1,0 1 1,1-1 0,1-1-1,0 1 1,1-1 0,1-1 0,14 15-1,-22-24 151,0 0-1,1 0 1,-1 0-1,1-1 1,-1 1-1,1-1 1,-1 0-1,1 1 1,0-1-1,-1-1 1,1 1-1,0 0 1,0 0-1,0-1 1,0 0-1,0 0 1,0 0-1,4 0 1,-2-1 2,-1 0-1,1 0 1,0-1 0,-1 0 0,1 0 0,-1 0-1,0 0 1,1-1 0,-1 1 0,4-5 0,5-5-21,0 0 0,-2 0 0,1-1 1,-2-1-1,13-20 0,90-166-34,-58 98 28,-14 13 239,-40 86-47,-15 21 136,-1 5-193,1 1 0,1 1 0,2 0 0,-11 31 0,6-4 50,-12 66 0,26-107-138,0 1-1,1-1 1,0 1-1,1 0 1,0-1-1,1 1 1,2 11-1,-2-19-28,0 0 0,0 0 0,0 0 0,0-1 1,1 1-1,0 0 0,-1-1 0,1 1 0,1-1 0,-1 1 0,0-1 0,1 0 0,0 0 1,-1 0-1,1-1 0,0 1 0,1-1 0,-1 1 0,0-1 0,1 0 0,-1 0 0,8 2 1,-2-1-28,0-1 1,0-1-1,1 0 1,-1 0 0,0 0-1,1-1 1,-1-1-1,0 0 1,1 0-1,-1 0 1,10-4 0,3-2-49,-1 0 1,0-2 0,30-16-1,-8 0 12,-1-2 0,-1-2-1,-2-2 1,37-37 0,129-152 109,-180 189 39,-19 23 10,0 0 0,0 0-1,1 1 1,0-1-1,11-7 1,-16 38 232,-3 1-153,-1-1 1,-1 1 0,-7 23-1,5-27-195,1 0 0,1 0 0,1 0-1,0 36 1,3-46-310,5 41-1233,5-28-1619,7-6-3561,-3-8-2329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54.9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9 10429,'-19'-8'9237,"41"13"-13818,-3 1 213,0 8-3365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55.1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216 2 9945,'0'-2'2162,"-3"8"908,-8 16 1405,7-10-3937,-11 29 1355,2 0 0,-14 80 0,-65 575 2935,77-581-4748,-15 192-2118,26-219 813,3 142-5371,9-177 2863,7-21-1524,9-5-3687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55.3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657 38 10401,'6'-26'1875,"-7"25"-1750,1 0-1,-1 1 1,0-1 0,1 0 0,-1 1 0,0-1-1,1 1 1,-1-1 0,0 1 0,0-1 0,1 1-1,-1 0 1,0-1 0,0 1 0,0 0-1,1 0 1,-1-1 0,0 1 0,0 0 0,0 0-1,0 0 1,0 0 0,0 0 0,-1 1 0,1-1 106,-17-3 1252,14 3 2729,3 3-3734,-1 3-282,0-4-158,1 0 0,1 0 0,-1 0 0,0 1 0,0-1 0,1 0 0,-1 0-1,1 0 1,0 1 0,0-1 0,0 0 0,0 1 0,0-1 0,0 0 0,1 4 0,24 53 434,-17-44-381,0 1 0,-1 0 0,-1 1 0,5 24 0,-8-26-78,-1 0-1,0 0 0,-1 0 1,-1 0-1,0 0 0,-1 0 1,-1 0-1,0-1 0,-1 1 1,-1 0-1,0-1 1,-1 0-1,-1 0 0,0 0 1,0-1-1,-2 0 0,-14 20 1,3-10-288,-1-1 1,-1-1-1,-1-1 0,0-1 1,-2-1-1,0-1 0,-42 21 1,-19 4-4141,-92 30 1,142-58 2469,-64 23-5853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56.3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14 605 5949,'-1'1'86,"0"-1"0,1 0 1,-1 0-1,0 0 1,1 1-1,-1-1 1,0 0-1,1 1 0,-1-1 1,1 0-1,-1 1 1,1-1-1,-1 1 0,1-1 1,-1 1-1,1-1 1,-1 1-1,1-1 1,0 1-1,-1-1 0,1 1 1,0 0-1,0-1 1,-1 1-1,1-1 1,0 1-1,0 0 0,0-1 1,0 1-1,0 0 1,-1-1-1,1 1 1,1 0-1,-1-1 0,0 2 1,0-1-1,0 2 2956,9-3-2269,-1-1 0,1 0 0,0 0 0,9-4 0,63-25 777,-47 16-940,254-87 1086,-73 28-1094,240-82-66,-129 45-906,-52 23-2105,-134 43-2822,-123 39 1353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56.5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257 1 4932,'-13'28'11812,"1"26"-7473,-2 115-711,-5 34-2258,-31 116-959,33-242-1185,-3 0 1,-31 78-1,26-85-529,5-13-2401,5-20-4432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57.2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15 318 10749,'-1'0'89,"0"1"0,0-1 0,0 1 0,0 0 0,1-1 0,-1 1-1,0 0 1,0 0 0,0-1 0,1 1 0,-1 0 0,1 0 0,-1 0 0,1 0 0,-1 0 0,1 0 0,-1 0 0,1 0 0,0 0-1,-1 0 1,1 0 0,0 0 0,0 0 0,0 1 0,0-1 0,0 0 0,0 0 0,0 0 0,0 0 0,1 0 0,-1 0 0,0 0 0,0 0-1,1 0 1,-1 0 0,2 2 0,-1 0 161,0-1 0,0 1-1,0 0 1,0 0 0,0 0-1,-1 0 1,0 1-1,1 2 1,-1 11 352,0-1 0,1 1 1,1-1-1,5 20 0,-6-31-571,1-1-1,-1 0 1,1 1 0,-1-1-1,1 0 1,1 0 0,-1 0-1,0 0 1,1-1 0,0 1-1,0-1 1,0 1 0,0-1-1,1 0 1,-1 0 0,1 0-1,0-1 1,-1 0 0,1 1-1,6 1 1,-4-2-38,1 0 0,-1 0 0,1-1-1,0 0 1,-1 0 0,1-1 0,0 0 0,0 0-1,-1 0 1,1-1 0,0 0 0,-1 0 0,13-5 0,2-2-1,0-1 1,36-22-1,-36 19-12,45-20-1,-48 26 17,1 0 0,-1 1 0,1 1 0,33-3 0,-49 7 4,1 1 0,-1-1 0,1 0 0,-1-1 0,1 1 0,-1-1 0,1 1 0,-1-1 0,1 0 0,-1-1 0,6-2 0,6-3 254,20 0 24,-32 7-117,31 4 217,31 25-13,-60-27-348,0-1 0,0 0-1,0 0 1,0-1 0,0 1-1,1-1 1,-1 0-1,0-1 1,0 1 0,7-2-1,3-2-16,-1-1-1,21-10 1,-30 12-10,8-4 5,0-1 0,0-1-1,-1 0 1,-1-1 0,16-16 0,18-14 32,-14 17-57,43-24 0,-72 45 38,37-20-242,-1-2 0,-1-2 0,-1-2 0,-2 0 0,34-38 0,-22 25 141,-44 39 271,-1 2-171,0 0 0,0 1-1,0-1 1,0 0 0,0 0-1,0-1 1,0 1 0,0 0-1,0 0 1,0 0 0,0-1-1,-1 1 1,1 0 0,0-1-1,0 1 1,0-1 0,0 1-1,0-1 1,0 0 0,-1 1-6,1-1 0,-1 1 0,0 0 0,1 0 0,-1-1 0,0 1 0,1 0 0,-1 0 0,0-1 0,1 1 0,-1 0 0,0 0 0,1 0 0,-1 0 0,1 0 0,-1 0 0,0 0 0,1 0 0,-1-1 0,1 1 0,-1 1 0,0-1 0,1 0 0,-1 0 0,1 0 0,-1 0 0,0 0 0,1 0 0,-1 0 0,0 0 0,1 1 0,-1-1 0,0 0 0,1 0 0,-1 0 0,0 1 0,1-1 0,-1 0 0,0 1 0,0-1 0,1 0 0,-1 0 0,0 1 0,0-1 0,1 1 0,-1-1 0,0 0 0,0 1 0,0-1 0,0 0 0,0 1 0,0-1 0,0 1 0,1-1 0,-1 0 0,0 1 0,0-1 0,-1 1 0,1 0 0,24 108-2041,-23-107 1961,-1 0 1,1 0 0,-1 0-1,0 0 1,0 0 0,0 0 0,0 0-1,0 0 1,0 0 0,-2 4-1,1 10-197,3-3-243,-1 1 0,-1 24-1,-1-12-437,2-17 437,-1-1 0,1 0 0,1 0 0,3 11-1,-5-18 414,0 0-1,0 0 0,0 0 0,0 0 1,0 0-1,0 0 0,0 0 1,0 0-1,-1 0 0,1 0 0,0 0 1,-1 0-1,1 0 0,0-1 0,-1 1 1,1 0-1,-1 0 0,1 0 0,-2 0 1,0 4-459,-4 13-2129,5-14-796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57.3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124 26 4940,'-3'-25'9240,"22"30"-8271,-16-3-888,0-1 0,0 1 0,0 0-1,0-1 1,0 1 0,0 0 0,-1 1-1,1-1 1,-1 0 0,0 1 0,0 0-1,4 5 1,-5-6-89,0-1 3,-1 0-1,0 0 0,1 0 0,-1 0 0,0 0 0,0 0 0,0 0 0,0 0 1,0 0-1,0 0 0,-1 1 0,1-1 0,0 0 0,0 0 0,-1 0 0,1 0 1,-1 0-1,1 0 0,-1 0 0,0 1 0,0 0-46,-2 6-198,0-2-1,0 1 1,-1 0 0,0 0-1,0-1 1,0 0 0,-1 0-1,0 0 1,0-1 0,-12 10-1,2-3-1751,-2-1 0,-33 16-1,15-7-2268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7:58.6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3608 594 4000,'-1'-1'12,"-29"-33"1034,-44-40-1,15 19 249,-4 4 0,-87-57 0,82 69-942,-2 3 1,-2 4-1,-1 2 1,-1 4-1,-150-33 1,111 39-145,-1 5 0,-1 5 0,-166 6 0,192 8-139,0 5-1,0 3 1,-171 47-1,199-40-7,2 3 0,0 3 0,2 2-1,1 3 1,1 2 0,-71 55-1,56-29 151,3 3 0,2 3 0,3 3 0,3 2 0,4 3-1,2 2 1,4 2 0,3 2 0,3 3 0,-42 114 0,2 26 380,10 3 1,10 4 0,-48 327-1,89-382-368,8 1 0,7 0 0,8 0 1,8 0-1,40 224 0,-20-258-110,96 268 0,92 118 156,-83-211 97,16 105 25,-8-20 37,-130-371-402,2 0 1,0-1-1,2 0 0,1-1 0,2-1 1,0-1-1,2-1 0,0 0 1,2-2-1,0 0 0,2-2 1,0 0-1,1-2 0,1-1 0,0-1 1,2-1-1,50 18 0,16-2 2,0-4 0,2-5-1,178 18 1,-228-36-25,1-3 0,0-3 0,0-1 1,0-2-1,-1-2 0,1-3 0,-2-1 0,0-3 0,0-1 0,-2-3 0,0-1 1,-1-2-1,-1-2 0,-1-2 0,49-39 0,343-297-41,-153 123 22,393-282-21,-626 486 43,-1-2 1,-2-2 0,76-87-1,-87 84-12,-1-1 0,-3-1 0,-1-2 0,-3-1 0,34-85 0,13-83-72,44-231 1,-93 328 20,84-555-5,-97 512 14,-7 0 0,-29-271 0,15 354 36,-3 0 0,-43-134 0,40 165-9,-2 1 0,-1 1 0,-3 1-1,-1 1 1,-52-66 0,34 58 18,-2 2 0,-2 3 0,-3 1 0,-1 3-1,-1 1 1,-68-37 0,46 35-159,-1 4 0,-2 4-1,-2 2 1,-111-28 0,186 59 145,-25-7-234,-1 2 0,0 1 1,-46-2-1,-93 0-1219,114 6 404,0 3-1,-90 15 1,-74 38-5474,141-30 1298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30.8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82 290 3640,'-5'0'638,"-40"0"340,41 0 917,1-1-1709,-18-4 372,18 4 223,14 4-359,11 1-154,-1-1 1,1 0 0,0-2-1,-1-1 1,44-4 0,108-28 98,330-101 62,-500 132-430,39-13 72,50-9 0,-88 23 33,-9-1-135,-30 1 34,0 2-1,0 2 1,0 1 0,-37 10 0,55-11 2,0 0 6,14-3-26,2-2 19,-1 0 0,1 0-1,0-1 1,-1 1 0,1 0-1,0 0 1,0-1 0,0 1 0,0-1-1,0 1 1,0-1 0,0 0 0,1 1-1,-2-3 1,9-4-10,0 0-1,0 0 0,1 1 1,0 0-1,12-7 1,37-32 12,-55 44 2,-32 17-142,1 0 123,0-1-1,-58 19 1,-90 23-19,173-55 42,-18 5 59,18-8-140,14-5 43,24-9 45,0 2-1,1 1 0,40-9 1,-62 21-123,-22 10 104,-22 9-25,7-8-12,10-4-3,0-1 0,-28 7 0,39-11-24,8-2-248,139-32-4416,-102 24 1472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31.6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296 711 2264,'-111'8'4699,"100"-7"-4464,0-1 0,1-1 0,-1 0 0,0 0 0,-17-5 0,6 1 86,17 4-245,-1-1 0,1 1 0,0-1 1,0 0-1,1-1 0,-1 1 0,0-1 0,1 0 0,-1 0 0,1 0 0,-6-6 1,8 7-56,1 1 0,-1 0 0,1-1 0,0 0 0,0 1 0,-1-1 1,1 0-1,0 0 0,0 1 0,0-1 0,1 0 0,-1 0 0,0 0 1,1 0-1,-1 0 0,1 0 0,0 0 0,0 0 0,0 0 0,0-1 0,0 1 1,0 0-1,0 0 0,1 0 0,-1 0 0,1 0 0,-1 0 0,1 0 1,0 0-1,0 1 0,0-1 0,0 0 0,1-2 0,5-3 7,0-1 1,0 1-1,1 0 0,0 0 0,0 1 0,0 0 0,1 1 0,18-9 0,5 0 30,50-15 0,104-18 89,218-28 1,-312 60-134,2240-257 503,13 185-204,-917 119-61,-1396-30-246,253 19-16,-208-12-1,119 30 0,-187-36 19,1 0 0,0 0-1,-1 0 1,0 2 0,1-1-1,-2 1 1,1 0-1,8 7 1,-15-11-8,-1 1 0,1 0 0,0-1 0,-1 1 0,1 0 0,-1 0 0,0 0 0,0 0 0,0 1 0,0-1 0,0 0 0,0 0 0,0 1 0,-1-1 0,1 0 0,-1 1 0,0-1 0,1 1 0,-1-1 0,0 1 0,0-1 0,-1 0 0,1 1 0,-1-1 0,1 1 0,-1-1 0,0 0 0,1 0 0,-1 1 0,-1-1 0,1 0 0,0 0 0,0 0 0,-1 0-1,1 0 1,-3 2 0,-10 12-7,0 0 0,-2-1 0,0-1 0,0-1 0,-1 0 0,-23 13 0,-39 30 17,53-34-74,-44 47 0,63-61 61,1 0-1,-1 1 1,1-1-1,1 1 1,0 1-1,0-1 1,1 1-1,0 0 1,0 0-1,-1 11 0,4-15-1,1 0 0,1 1 1,-1-1-1,1 0 0,0 0 0,1 0 0,0 0 0,0 0 0,0 0 0,0 0 0,1 0 0,0-1 0,0 0 0,1 1 0,-1-1 0,1 0 0,0 0 0,0-1 0,6 5 0,26 19-5,0-2 1,2-2-1,2-1 0,59 25 0,-53-26 31,55 23-26,-97-44 4,1-1-1,-1 0 0,0 0 0,0-1 0,1 1 1,-1-1-1,0 0 0,0 0 0,0 0 0,0 0 1,0-1-1,8-3 0,-11 4 6,36-19-38,-1-2 0,0-1 0,56-49 1,-68 52-1,-2 1-14,0-1 0,-2-1 0,0-1 0,21-32 0,-24 22-935,-12 8-2664,-5 4-101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31.9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34 4168,'-108'-33'2065,"105"33"-1959,0 0 0,-1 0 1,1 0-1,-1 0 0,1 1 1,0-1-1,-1 1 1,1 0-1,0 0 0,0 0 1,0 0-1,-1 1 1,1-1-1,0 1 0,-3 3 1,2-1-38,0 1 1,0 0-1,1 0 0,-1 0 1,1 1-1,0-1 0,1 1 1,0 0-1,-3 7 1,4-9-42,-1 4 15,0 1-1,0 0 1,1 0-1,0-1 1,0 1-1,1 0 1,1 0-1,-1 0 1,1 0-1,1 0 1,0 0-1,0-1 1,1 1-1,0-1 1,0 1-1,8 13 1,3 3 25,2 0 0,0-1 1,38 41-1,40 34 76,163 134-1,129 64-50,-317-245-135,65 45 85,121 95 28,-190-138-41,99 105 1,-148-140-40,0-1 1,-1 2 0,-2 0 0,0 1-1,-1 0 1,13 33 0,-20-42 7,-1 0 0,-1 1 0,0-1 0,0 1 0,-2 0 0,1-1 0,-2 1 0,0 0 1,0 0-1,-1 0 0,-1 0 0,0-1 0,-6 22 0,-2-10-34,0-1-1,-1 0 1,-2-1 0,0 0-1,-1-1 1,-1-1 0,-1 0 0,-1-1-1,-35 31 1,-12 3-421,-115 73 0,44-46-707,-252 106 0,278-138 760,-110 35-1472,182-71 1215,-14 6 78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32.1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52 5268,'-28'-20'1009,"12"11"-245,3 0 24,-3 1-1260,4 2-1665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33.6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1749 4424,'-3'-3'426,"-1"0"0,1-1-1,0 1 1,0-1 0,0 0-1,1 1 1,-1-1-1,1 0 1,0-1 0,0 1-1,0 0 1,1-1 0,-1 1-1,1-1 1,0 1-1,1-1 1,-1 1 0,1-1-1,0 0 1,0-5 0,0 8 32,9-15 238,-5 11-649,1 0 0,0 0-1,1 1 1,-1 0 0,1 0-1,0 0 1,1 0 0,8-4-1,64-31 178,-53 28-146,496-195 253,-300 127-296,782-288-1,9-4-567,-124 27 218,-795 308 234,103-55 0,-157 63-565,-38 28-6,-21-2-9695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34.4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54 651 5549,'-2'2'211,"-1"0"1,1 0 0,-1-1 0,0 1 0,0 0 0,0-1 0,0 0 0,0 1-1,0-1 1,0 0 0,-1-1 0,1 1 0,0-1 0,-5 1 0,7-1-218,-3 1 725,8-1 15,10 3-518,0-2 0,0 0 0,0 0 0,0-2 0,1 0 1,-1 0-1,0-1 0,19-6 0,16-1 101,319-49 863,292-40-11,1047-95 430,-430 53-173,-1118 123-1022,113-15 462,-192 19-439,101-29-1,-124 23-150,-54 18-165,-6-1-2,-7-7-49,8 7-54,-1 0-1,1 0 1,0 1 0,-1-1 0,1 0 0,-1 1 0,1-1-1,-1 1 1,0 0 0,0 0 0,0 0 0,-4-1 0,-26-2-792,-35-3 942,46 7-4237,-1 2-4200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44.6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1161 445 8125,'1'-11'1007,"-1"1"1,-1 0-1,0 0 0,0 0 1,-1 0-1,-1 0 1,1 0-1,-2 0 1,1 0-1,-9-15 0,8 17-550,1 0 0,0 0 0,0 0 0,-2-14-1,-10-26 1405,1 11 5,1-1 0,-12-71 0,25 108-1841,0 0 0,0-1-1,0 1 1,-1 0-1,1-1 1,0 1 0,-1 0-1,1-1 1,0 1 0,-1 0-1,1 0 1,-1-1 0,0 1-1,1 0 1,-1 0-1,0 0 1,0 0 0,0 0-1,0 0 1,0 0 0,0 0-1,0 1 1,0-1 0,0 0-1,0 0 1,0 1-1,-1-1 1,1 1 0,0-1-1,0 1 1,-1 0 0,1-1-1,0 1 1,-1 0 0,1 0-1,0 0 1,-1 0-1,1 0 1,0 0 0,-1 0-1,1 0 1,0 1 0,0-1-1,-1 0 1,1 1-1,-2 0 1,-6 4 1,0-1 0,0 1 0,0 1 0,-15 12-1,22-16-6,-34 30 26,0 1 1,2 2-1,2 1 1,1 2-1,-25 42 1,2 6 11,-59 128 1,54-77 35,5 2 0,-53 222 1,-25 303 450,71-324-442,-52 345 12,91-422-51,21-216-58,3 0 0,2 0 0,14 71 0,-12-96 9,0-1-1,2 1 1,0-2-1,1 1 1,1-1-1,1-1 1,1 0-1,0 0 1,2-2-1,0 1 1,1-2-1,0 0 1,2 0-1,0-2 1,22 16-1,-6-9 1,2-2-1,0 0 0,0-3 0,2-1 0,0-1 0,1-3 0,69 14 1,41-6-61,255 2 0,-178-14 134,-198-6-20,0-1-1,31-4 1,-46 2-153,1 0 1,0-1-1,-1-1 0,0 0 1,0 0-1,17-10 1,38-22-2401,-1-4 0,-2-2 0,-2-3 0,59-55 0,-54 36-3747,2 3-3802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45.6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50 9829,'-1'0'102,"1"-1"1,-1 1-1,1 0 0,0-1 0,-1 1 1,1-1-1,0 1 0,0-1 1,-1 1-1,1 0 0,0-1 1,0 1-1,0-1 0,-1 1 1,1-1-1,0 1 0,0-1 1,0 1-1,0-1 0,0 1 1,0-1-1,0 1 0,0-1 0,0 1 1,1-1-1,-1 1 0,0-1 1,0 1-1,0-1 0,0 1 1,1-1-1,-1 1 0,0-1 1,1 1-1,-1-1 0,0 1 1,1 0-1,-1-1 0,0 1 1,1 0-1,-1-1 0,1 1 0,-1 0 1,0 0-1,1-1 0,0 1 1,1-2 232,1 0 0,0 0-1,0 0 1,-1 0 0,1 1 0,0-1 0,6-1 0,19-2 333,1 1 1,-1 2-1,46 1 0,-24 1-227,496 1 1528,129-3-637,-646 1-1214,244 2 1633,-269 0-1733,29 4 203,-32-5-203,1 0 1,-1 1-1,0-1 1,1 0-1,-1 1 1,0 0-1,0-1 1,1 1-1,-1 0 1,0 0-1,0-1 1,0 1-1,0 0 1,0 0-1,0 0 1,0 0-1,0 1 0,-1-1 1,1 0-1,0 0 1,1 3-1,-2 1 44,0 1 0,0 0-1,-1 0 1,0 0 0,0-1-1,0 1 1,-3 6 0,2-1 34,-61 190 1403,43-106-1042,4 1 1,5 0 0,0 144 0,37 292 1891,-13-347-2097,15 101-252,2 28 0,-26-240 0,-4 0 0,-12 89 0,9-137 0,-1-1 0,-1 0 0,-1 0 0,-1 0 0,-2-1 0,0 0 0,-2 0 0,0-1 0,-2-1 0,0 0 0,-2 0 0,0-2 0,-1 0 0,-1 0 0,-1-2 0,-1 0 0,-25 18 0,10-11 0,-1-2 0,-67 34 0,51-35 0,-1-2 0,-1-2 0,-90 16 0,-169 10 0,230-34 0,-23 0-3455,0-5-1,-142-10 1,180 2-3816,-5 3-4875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49.4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63 8721,'-54'20'10788,"58"-20"-10128,272-18 1227,-102 2-1538,363-23 265,-474 41-614,-60-2 11,19 9 83,-14-9-2531,8-21-1782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56.0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623 32 8345,'-12'-31'13952,"-10"31"-11255,20 0-2570,0 0 0,0 0 1,0 1-1,0-1 0,0 1 0,0-1 0,0 1 0,0 0 0,0 0 0,0 0 0,0 0 0,0 0 0,1 0 0,-1 0 1,0 1-1,-1 1 0,-23 31 889,11-11-490,-124 140 928,-8-6-4249,70-75-766,48-49-1427,-47 69 1,31-28-5849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57.3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10 8453,'0'0'2135,"-3"0"-210,-9 3-138,0-1 0,1 2 0,-17 7 0,23-9-1546,1 0 0,-1 0 0,0 1-1,1 0 1,0 0 0,0 0 0,0 0 0,0 1-1,0-1 1,-3 6 0,5-6 73,-22 21 1440,19-16-2124,-2 1 3911,6-20-1154,26-79-1302,-21 80-2737,2 12-5041,1 10-1486,-5-3 6334,-6 18-7823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57.7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95 11749,'-7'-4'5530,"-17"-7"3690,18 10-5658,14 9-1220,-7-7-2330,8 8 216,10 22-104,-9-18-124,-10-13 0,1 1 0,-1 0 0,1-1 0,-1 1 0,1-1 0,-1 0 0,1 1 0,0-1 0,-1 1 0,1-1 0,0 0 0,-1 0 0,1 1 0,0-1 0,-1 0 0,1 0 0,0 0 0,-1 0 0,1 0 0,0 0 0,0 0 0,-1 0 0,1 0 0,0 0 0,-1 0 0,1 0 0,0 0 0,0-1 0,-1 1 0,1 0 0,0 0 0,-1-1 0,1 1 0,-1-1 0,1 1 0,0 0 0,-1-1 0,1 1 0,-1-1 0,1 0 0,-1 1 0,0-1 0,1 1 0,-1-1 0,1 0 0,-1 1 0,0-1 0,0 0 0,1 1 0,-1-2 0,0 2 0,2-4-94,-1 1-1,1-1 1,-1 1 0,0-1 0,0 1-1,-1-1 1,1 0 0,-1 1 0,0-1-1,0-7 1,0 7-131,0-1-1,0 1 1,1-1 0,-1 0-1,1 1 1,2-7 0,13-38-7720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58.3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333 738 8089,'-29'29'11629,"45"-43"-10295,17-16-699,89-85 2051,-106 97-2315,-1 0 1,-1 0-1,-1-2 1,0 0-1,11-25 1,-6 4-151,-1 0 1,-2-2-1,-2 1 1,-2-2-1,9-71 1,-16 87-134,2-29 93,-6 54-168,0 0 0,0-1-1,-1 1 1,1-1 0,-1 1 0,1 0-1,-1 0 1,0-1 0,0 1 0,-1 0-1,1 0 1,-1 0 0,-1-3 0,2 5-7,0 0 0,1 1 0,-1-1 0,0 0 0,0 1 0,1-1 0,-1 0 1,0 1-1,0-1 0,0 1 0,0 0 0,1-1 0,-1 1 0,0 0 0,0-1 0,0 1 1,0 0-1,0 0 0,0 0 0,0 0 0,0 0 0,0 0 0,0 0 0,-1 0 0,-1 1 2,0 0-1,0 0 0,0 0 0,0 1 0,0-1 1,0 1-1,0-1 0,-2 3 0,-4 4 18,0 0 0,0 0 0,-11 15 0,5-4-4,2 0-1,0 1 1,1 0-1,1 1 1,1 0-1,1 1 1,1 0-1,1 1 1,0-1-1,2 1 1,-3 35 0,6-28-25,1 0 0,2 0 1,1 0-1,1 0 1,2 0-1,1 0 1,1-1-1,17 43 1,-18-57-3,9 22-84,-2 1 0,15 72 0,-26-97 76,0 0 1,-2-1 0,1 1-1,-2 0 1,1 0-1,-2 0 1,0-1-1,0 1 1,-1-1-1,-1 1 1,0-1-1,-11 23 1,5-18 6,-1-1 0,0 1 0,-1-2 0,-1 0 0,0 0 0,-1-2 0,-1 1 0,-21 14 0,-17 8-391,-68 35 1,107-64 240,-14 8-620,0-1 0,-35 11 0,45-20-1318,-1 0-1,-25 4 1,49-29-6114,15-11 574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58.5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0 12821,'-16'26'2096,"6"-12"-239,1 1-181,-4-1-300,-3 0-192,3 9-160,1 14-212,2-3-112,1 9-112,6 0-164,-1 6-248,1 2-460,6-2-444,-3 2-396,4 3-840,2-8-260,0 0-3273,4-3-4432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58.8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0 180 10149,'0'0'2064,"4"-14"1248,-2 11-3137,1 0 0,-1 0-1,1 1 1,-1-1 0,1 0 0,0 1 0,0 0 0,0-1 0,0 1 0,1 1-1,-1-1 1,1 0 0,-1 1 0,1-1 0,6 0 0,-2-1 31,47-15 421,1 2-1,78-12 1,30-7-473,-41 7-352,-118 26 138,-3 4-27,-1-1 50,0 0 0,0 0 1,0 0-1,1 0 0,-1 0 1,-1 0-1,1 1 0,0-1 1,0 0-1,0 0 0,-1 1 1,1-1-1,0 1 0,-1-1 1,1 0-1,-1 1 0,0-1 1,0 1-1,1 1 0,-2 1-143,0-1 0,1 0 0,-2 0 0,1 0 0,0 1 0,0-1 0,-1-1 0,-3 7 0,-35 61-3865,39-69 3483,-2 36-471,2-34 761,23 0-797,-20-3 880,0 1 0,0-1 0,0 1 0,1-1 1,-1 0-1,0 0 0,1 0 0,-1-1 0,0 1 1,0 0-1,1-1 0,-1 1 0,0-1 1,3-1-1,16-9-2078,-4-3-533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59.1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83 6925,'-6'-43'6455,"5"40"-3867,1 5-401,6 23-602,6 23-1087,10 91-1,-24-61-300,3-81-191,1 0 0,-1 0 0,0 0 0,1 1 0,-1-1 0,1 0 0,0 1 0,4-5 0,2-5-18,13-21-162,40-60-1886,-11 20-1468,-19 25-1459,0 7-2254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59.2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 21 10705,'22'-20'1872,"-28"40"-52,-13 11-156,6-19-255,7 8-329,-10 17-204,3-9-184,4 1-140,-1 2-108,1 1-220,-1-1-544,1 6-604,2-2-672,1-1-464,6-17-2765,3 12-3804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59.4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0 126 11085,'16'-17'1968,"3"3"-344,0-1-316,-9 7-443,-1-4 19,14 4-300,11-7-568,-2 4-916,10 2-841,5-2-2831,10 5-3565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59.8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167 32 10873,'0'0'29,"0"0"0,-1 0 0,1 0 0,0 0 0,0 0 1,0 0-1,0 0 0,-1 0 0,1 0 0,0 0 0,0 0 0,0-1 0,0 1 0,0 0 0,-1 0 0,1 0 1,0 0-1,0 0 0,0 0 0,0 0 0,0 0 0,0-1 0,-1 1 0,1 0 0,0 0 0,0 0 0,0 0 1,0 0-1,0 0 0,0-1 0,0 1 0,0 0 0,0 0 0,0 0 0,0 0 0,0-1 0,0 1 0,0 0 1,0 0-1,0 0 0,0 0 0,0-1 0,0 1 0,0 0 0,0 0 0,0 0 0,0 0 0,0 0 0,0-1 1,0 1-1,0 0 0,0 0 0,0 0 0,0 0 0,1 0 0,-1-1 0,0 1 0,0 0 0,0 0 1,0 0-1,0 0 0,0 0 0,1 0 0,-1 0 0,0 0 0,0 0 0,18-8 2343,-13 7-1776,-1-1 1,0 1-1,0-1 1,0 0 0,0 0-1,6-5 1,-8 9-473,0 0 0,0 0 1,-1 0-1,1 0 0,0 0 1,-1 0-1,1 0 0,1 5 1,-2 4 51,0 1 0,-1 0 0,0 0 0,-1 0 0,0-1 0,-1 1 0,-6 21 0,1-1 151,-4 9 65,0-1 0,-3 0 0,-28 56 1,0 1 3,-22 79 149,54-142-405,-10 65 0,18-89-115,1 1 1,1-1-1,-1 1 0,2 0 1,0-1-1,0 1 1,1-1-1,0 1 1,1-1-1,6 17 1,-8-24-78,1 1 0,0-1 1,0 1-1,1-1 1,-1 0-1,1 0 1,-1 0-1,1 0 0,0 0 1,0-1-1,0 1 1,0-1-1,1 0 1,-1 0-1,1 0 0,-1 0 1,1-1-1,0 1 1,-1-1-1,1 0 0,0 0 1,0 0-1,0-1 1,0 1-1,0-1 1,0 0-1,0 0 0,0-1 1,0 1-1,0-1 1,7-2-1,2 0-487,-1-1 1,0-1-1,0 0 0,0-1 0,0 0 1,-1-1-1,0 0 0,16-14 0,5-9-3764,44-55-1,-72 81 3789,39-45-6173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00.0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26 8437,'-13'11'2080,"6"-28"-260,4 0 4473,-16 17-5605,3-3 508,93 23-4504,-27-5 1611,-31-13-347,7 16-1852,-1-7-2689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00.1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27 4536,'35'-12'1453,"-19"4"3183,3 2-4576,0 6-64,-6 6-4448,0 5 1207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00.6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10 678 7369,'-10'14'4413,"21"-29"-1547,-8 13-2700,-1 0 0,1 0 0,0 0-1,0 1 1,0 0 0,0-1 0,0 1 0,0 0 0,0 0 0,6-1 0,0 0 120,161-39 1057,-62 17-1017,-88 18-254,-1 0 0,1 0 0,-1-2 0,-1-1 0,0 0 0,0-1 0,0-1 0,-2 0 0,1-2 0,23-23 0,-23 16 322,8-9 287,-23 28-1,-5 2-626,-4 3-59,-1 1 1,1 0 0,0 0 0,1 1 0,-1 0 0,1 0 0,0 0 0,1 1-1,0-1 1,0 1 0,0 1 0,1-1 0,0 1 0,0 0 0,1 0-1,0 0 1,0 0 0,1 0 0,-2 10 0,4-17-16,0 0 0,1 0 0,-1 0 1,0 0-1,0 0 0,1-1 0,-1 1 0,0 0 0,1 0 0,-1 0 1,1-1-1,-1 1 0,1 0 0,-1-1 0,1 1 0,0 0 1,-1-1-1,1 1 0,1 0 0,0 1-52,0 0 39,1 1-1,-1-1 1,0 0 0,1 0-1,-1-1 1,1 1 0,-1-1-1,1 1 1,0-1 0,0 0-1,0 0 1,0 0-1,0 0 1,0 0 0,0-1-1,0 1 1,0-1 0,0 0-1,0 0 1,0 0 0,0 0-1,0-1 1,0 1-1,0-1 1,0 0 0,0 1-1,0-2 1,0 1 0,5-3-1,1 0 73,0-1 1,-1 0-1,1-1 0,-1 1 0,0-2 1,-1 1-1,0-1 0,8-9 0,-6 4 119,-1-2 0,0 1 0,-1-1 0,9-24 1,1-3 98,35-61 961,126-189 0,-169 282-918,-5 10 203,-1 19-131,-3-11-333,-1 0-1,0 0 1,0-1 0,-1 1 0,0-1 0,0 0 0,-1 1 0,-5 9 0,-38 69 157,21-43-139,-125 251-2232,58-94-3923,82-178 3650,2 0 0,-12 47 0,15-20-4042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00.8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 11081,'25'-18'5617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01.6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416 27 11001,'-1'-7'-721,"-5"-13"7631,5 20-6658,0 0-1,0 1 1,0-1-1,0 0 1,0 1 0,0-1-1,0 1 1,1-1-1,-1 1 1,0-1-1,0 1 1,1 0 0,-1-1-1,0 1 1,1 0-1,-1 0 1,1-1-1,-1 1 1,1 0 0,-1 0-1,1 0 1,-1 0-1,1-1 1,-1 3-1,-21 36 619,2 0-1,1 2 1,-18 58-1,-31 140 758,49-166-1258,-9 32 18,-110 472 631,122-483-1617,4 1 1,4 1-1,4-1 1,11 114-1,-3-165-255,3 0 0,1-1 0,2 0 0,23 61 0,-25-83-98,1-1 0,1 0 0,1-1 0,0 0 0,2 0 0,0-1 0,1-1 0,0-1 0,2 0 0,30 25 0,-15-20-3867,53 26-1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02.1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1029 1 8465,'-1'0'220,"0"1"1,0-1 0,0 1-1,0-1 1,0 0 0,0 1-1,0-1 1,0 0 0,0 0-1,0 0 1,0 0 0,0 0-1,0 0 1,0 0-1,0 0 1,-2 0 0,0-1 1422,11 30 2406,0 32-2053,-6-32-947,9 38 1,123 591 5210,-126-601-5986,-4-1 0,-1 1-1,-3 0 1,-14 101 0,6-114-195,-1 0 0,-3-1 0,-1-1 0,-2 0 1,-2-1-1,-38 66 0,10-36-602,-3-1-1,-3-3 0,-3-2 1,-3-2-1,-73 62 1,-105 63-3940,-16-21-4134,80-63-2404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48.7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7 303 5765,'-7'-11'7893,"20"13"-2511,-2 1-5456,-9-3-298,-2 4 574,0-1-1,0 0 1,1 0 0,-1 0 0,1 0 0,0 0 0,0 0 0,0 0 0,1 3 0,3 6 154,-4-9-292,-1-1 0,1 1 0,0 0 0,0 0 0,0-1-1,1 1 1,-1-1 0,0 1 0,1-1 0,0 0 0,-1 1 0,1-1 0,0 0 0,0 0 0,1 0 0,-1-1 0,0 1-1,0 0 1,1-1 0,-1 1 0,1-1 0,0 0 0,-1 0 0,1 0 0,0 0 0,3 0 0,17-2 43,1 0 1,0-2 0,0-1 0,37-10-1,-6 1-37,176-35 87,398-78 32,-487 99-178,523-79 43,-492 94-1537,-170 11 820,0 1 1,0-1 0,-1 1 0,1-1-1,0 0 1,-1 0 0,1 0 0,0-1-1,-1 1 1,0-1 0,1 1 0,-1-1-1,0 0 1,0 0 0,0 0 0,3-3-1,5-11-7325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50.6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77 120 4948,'4'9'1697,"-14"-17"26,3 1 4852,9-14-4584,0 12 1790,-6 10-3738,1 1 0,0 0 0,0 0 0,0 0 0,0 0 0,0 0 1,0 1-1,0-1 0,1 1 0,0 0 0,-1 0 0,1 0 0,0 0 1,0 0-1,1 0 0,-1 0 0,-1 6 0,-3 6 50,2 0 0,-5 27 1,8-35-66,1-4-8,0 0 0,0-1 0,1 1 0,-1 0 0,1-1 0,0 1 0,-1 0 0,1-1 0,0 1 0,1-1 0,-1 1 0,0-1 0,1 0 0,-1 1 1,1-1-1,0 0 0,0 0 0,0 0 0,0 0 0,0-1 0,0 1 0,4 2 0,-2-4 12,-1 1 0,1-1 0,-1 0 0,1 0-1,-1 0 1,1 0 0,-1-1 0,1 1 0,5-3 0,-8 3-8,3-1 0,0 0-1,0-1 1,0 1 0,0-1 0,-1 0-1,1 0 1,-1 0 0,0 0 0,1 0 0,-1-1-1,0 0 1,0 0 0,0 1 0,2-6-1,0 1 4,0 0 0,-1 0 0,-1 0 0,1-1 0,-1 1 0,3-14 0,-1-1 26,0-1 0,-2 1 0,0-46 0,-3 66-51,-1 0 0,0 1 0,1-1 0,-1 0 0,0 1-1,0-1 1,1 1 0,-1-1 0,0 1 0,-1 0 0,1-1 0,0 1 0,0 0 0,-1 0-1,1 0 1,0 0 0,-1 0 0,1 0 0,-1 0 0,1 0 0,-1 0 0,0 1-1,1-1 1,-1 1 0,0-1 0,1 1 0,-1 0 0,-3-1 0,-1 2-194,-1 0-1,1 0 1,0 0 0,-1 1 0,1 0 0,0 0-1,0 0 1,0 1 0,0 0 0,-8 6 0,11-8-1215,8 11-6598,-3-9 6367,7 14-5629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51.1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47 7445,'0'0'7001,"-3"0"-5626,-20 5 802,21-4-240,0 1-1477,1-1-410,0 0 1,0 0 0,0 0 0,0 0 0,1 0 0,-1 0 0,0 1 0,1-1 0,-1 0-1,0 0 1,1 1 0,0-1 0,-1 1 0,1-1 0,0 0 0,0 1 0,0-1 0,0 1 0,0-1-1,0 0 1,0 1 0,0-1 0,0 1 0,1-1 0,-1 0 0,1 1 0,-1-1 0,1 0-1,-1 1 1,1-1 0,0 0 0,1 2 0,-1-1 102,20 20 389,8 20-360,-28-40-122,9 3 26,-10-4-85,1-1 1,0 1 0,-1 0 0,1-1-1,0 1 1,0-1 0,0 1-1,-1-1 1,1 0 0,0 1-1,0-1 1,0 0 0,0 0 0,0 1-1,0-1 1,0 0 0,1 0-1,-1-1 4,0 0 0,0 0-1,0 1 1,0-1 0,0 0-1,0 0 1,-1 0 0,1-1-1,0 1 1,0 0 0,-1 0-1,1 0 1,-1-1 0,1 1-1,-1 0 1,0 0 0,1-1-1,-1 1 1,0 0 0,0-1-1,0-1 1,1-4 47,-1 0-1,0 0 1,0 0 0,0 0-1,-1 0 1,0 1-1,-1-1 1,-2-8 0,-20-49 640,11 53-77,4 5-3559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52.3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335 384 6929,'-2'-2'221,"1"0"0,0 0 0,0 0 0,0 0 1,0-1-1,1 1 0,-1 0 0,0-1 0,1 1 1,0-1-1,0 1 0,-1-1 0,2 1 1,-1 0-1,0-1 0,1-2 0,13-45 2637,-11 40-2121,0 1 0,-1 0 0,3-16 0,-5-1 469,0 0 1,-5-25-1,0-1 93,4 47-1152,0-1 0,1 1 1,-1-1-1,-1 1 1,1 0-1,-1-1 0,0 1 1,-1 0-1,1 0 1,-4-5-1,5 8-120,0 1-1,-1-1 1,1 1-1,0-1 1,-1 1 0,1 0-1,-1 0 1,1-1 0,-1 1-1,0 0 1,1 0 0,-1 1-1,0-1 1,0 0-1,1 1 1,-1-1 0,0 1-1,0-1 1,0 1 0,0 0-1,0 0 1,0 0 0,0 0-1,0 0 1,0 0-1,1 1 1,-1-1 0,0 0-1,0 1 1,0 0 0,0-1-1,-2 3 1,-9 4 35,0 0 1,1 1-1,0 1 1,0 0-1,1 1 0,1 0 1,-1 1-1,2 0 1,-1 0-1,-12 21 1,-6 15 95,-33 73 0,54-105-146,1 1 0,0 0 0,1 0 0,1 1 0,0-1 0,1 1 0,1 0 0,0 29 0,2-34 0,1 0-1,1-1 1,0 1-1,1 0 1,0-1-1,0 1 1,1-1-1,1 0 1,0 0 0,0-1-1,1 0 1,1 0-1,9 12 1,-2-6-3,1-1 0,1 0 1,0 0-1,1-2 1,19 13-1,100 50 40,-1 1-50,-109-61-13,-15-9 26,0 0 0,-1 1-1,0 0 1,12 11 0,-20-17-12,-1 0-1,0 0 1,0 0 0,1 0-1,-1 0 1,-1 0 0,1 0 0,0 0-1,0 0 1,-1 1 0,1-1-1,-1 0 1,0 1 0,0-1-1,0 0 1,0 0 0,0 1 0,0-1-1,-1 0 1,1 0 0,-1 1-1,1-1 1,-1 0 0,-1 4-1,-1-1-6,0 1-1,0-1 1,0 0-1,0 0 1,-1 0-1,0 0 1,-5 5-1,-14 13-228,-1-2 0,-1 0 0,-1-2 0,-35 20 0,-80 44-4664,141-83 4831,-25 9-3371,9-15-2207,4-3-1400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52.6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38 8317,'11'-31'2292,"-9"25"4488,-9 40-4301,2 4-2089,1 1 0,2 0 0,1 0 0,8 64 0,35 141-3230,-15-137-4916,-14-61-482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53.2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0 323 8145,'19'-14'924,"0"1"0,0 1 1,1 1-1,34-14 1,66-32 746,-18 13-1006,-99 43-552,17-12-126,-23 46-10,-26 96 420,29-127-394,0 1 0,0-1 1,1 1-1,-1 0 0,1-1 1,0 1-1,-1-1 0,1 0 1,1 1-1,-1-1 0,0 0 0,0 1 1,1-1-1,-1 0 0,1 0 1,0 0-1,0 0 0,0-1 1,0 1-1,0 0 0,0-1 0,0 1 1,4 1-1,2-1-192,-1 0-1,0-1 1,1 0 0,-1 0 0,0-1-1,1 0 1,-1 0 0,1-1-1,-1 0 1,12-2 0,-6 0-273,0-1 0,1 0 1,-1-1-1,21-11 1,-27 12 340,-1-1 1,1 0-1,-1 0 1,-1 0-1,1-1 1,-1 0-1,0 0 1,6-9-1,26-53 279,-34 60 151,-1 0-1,1 0 1,-1 0 0,-1 0 0,1 0-1,-1-1 1,-1 1 0,0-12 0,3-22 1187,-3 39 12,16 36-1186,-7 40-465,-9-70 171,3-3-98,-1-1 58,0 1 1,0 0-1,0-1 0,1 1 1,-1-1-1,0 0 0,0 0 1,0 0-1,0 0 0,0 0 0,-1 0 1,1 0-1,0-1 0,0 1 1,-1-1-1,1 1 0,-1-1 1,3-2-1,21-41-1245,-9 15-355,15-15-3583,-10 15 206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53.7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206 17 7069,'-27'7'2125,"22"-6"1444,0-25 4676,4 37-7106,-1 35-247,-2 0-1,-17 87 1,-39 90 132,32-128-691,-21 128 0,48-215-317,-1 1 0,2-1 0,0 1 0,0-1 0,0 1 0,2-1 0,-1 0 0,1 1 1,1-1-1,0 0 0,0 0 0,5 10 0,-5-15-87,0 0-1,0-1 1,1 1 0,-1-1 0,1 0 0,0 0-1,0 0 1,0 0 0,1-1 0,-1 0-1,1 0 1,-1 0 0,1 0 0,0-1 0,1 0-1,-1 0 1,0 0 0,0 0 0,1-1-1,-1 0 1,1 0 0,-1-1 0,1 1 0,6-2-1,12 1-611,0-2-1,-1 0 1,1-2-1,-1 0 0,0-2 1,0-1-1,-1 0 1,39-20-1,-40 16-777,-1-1 1,-1-1-1,0 0 0,-1-2 0,24-23 1,5-10-5580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54.0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277 151 5881,'-4'-6'438,"0"1"1,0-1 0,-1 1 0,1 0 0,-1 0 0,0 0-1,-1 1 1,1 0 0,-7-4 0,11 8-351,0-1 0,1 0 0,-1 1 0,1-1 0,-1 1 0,1-1 0,-1 0 0,1 1 0,-1-1 0,1 0 0,0 0 0,-1 1 0,1-1 0,0 0 0,0 0 0,0 0 0,-1 1 0,1-1 0,0 0 0,0 0 0,0 0 0,0 1 0,1-3 0,-1 2 22,0-1 1,0 1 0,0 0 0,0-1-1,-1 1 1,1-1 0,0 1 0,0 0 0,-1-1-1,1 1 1,-1 0 0,-1-2 0,-13-26 998,13 26-785,-6-9 130,8 11-461,0 0-1,0 1 1,-1-1 0,1 0-1,0 0 1,0 0 0,-1 1 0,1-1-1,-1 0 1,1 0 0,-1 1-1,1-1 1,-1 0 0,1 1-1,-1-1 1,0 1 0,1-1 0,-1 1-1,0-1 1,1 1 0,-1-1-1,0 1 1,0 0 0,0-1-1,-35 6-2154,32 24 605,5-25 1388,0 0 0,0 1 1,1-1-1,0 0 0,0 0 0,0 0 1,0 0-1,1-1 0,2 5 0,-2-5 60,0 1-1,-1-1 0,1 1 1,-1 0-1,0 0 0,0 1 1,0-1-1,-1 0 0,2 7 0,-3-6 127,0-1 0,-1 1 0,0-1 0,1 0 0,-2 1 0,1-1-1,0 0 1,-1 0 0,0 0 0,0 0 0,0 0 0,0 0-1,-1 0 1,1-1 0,-1 1 0,0-1 0,0 0 0,-6 5-1,-7 6 515,-1-1 0,-27 17 1,30-21-187,-30 24 1379,42-31-470,20 4-765,-11-4-509,0-1 0,0 1-1,0-2 1,-1 1-1,1-1 1,0 0-1,0-1 1,0 0 0,0 0-1,0 0 1,10-4-1,-9 3-138,0 0 0,0 0 0,0 1 0,-1 0-1,1 0 1,0 1 0,0 0 0,0 1 0,9 1 0,-13-1-93,0 0 0,0 0 0,0 1 0,0 0 0,0 0 0,0 0 0,-1 0 1,1 0-1,-1 1 0,1-1 0,-1 1 0,0 0 0,0 0 0,0 0 0,0 1 0,-1-1 1,1 1-1,-1-1 0,0 1 0,0 0 0,0 0 0,-1 0 0,1 0 0,-1 0 1,0 0-1,0 0 0,0 0 0,-1 1 0,0-1 0,0 0 0,0 7 0,0 9-1614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8:54.5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1 726 5368,'2'-8'435,"2"-3"89,-4 2 4409,18-3-4297,7-4-482,1 1 0,1 1 0,-1 1 0,2 2 0,0 0 1,42-9-1,-64 18-119,0 1 1,0 0-1,0 0 1,1 1 0,-1-1-1,12 2 1,-15 0 53,0 0-1,0 0 1,-1 0 0,1 0-1,0 0 1,0 1-1,-1-1 1,5 4 0,-5-4-64,0 1 271,-1 0-250,3 5-40,0 9 99,-9 30-17,-13 31 8,17-74-109,2-3-3,0 0 17,1 0 0,-1-1 0,1 1 0,-1-1 0,0 1 0,1-1 0,-1 0 0,0 1 0,1-1 0,-1 0 0,0 0-1,0 0 1,0 0 0,0 0 0,0 0 0,0 0 0,1-2 0,16-24-3,103-231 555,7-12 183,-39 94 1405,-88 174-1680,5 25 293,-4-5-653,-2 0-1,0 1 1,0-1-1,-2 0 1,0 0 0,-9 31-1,1 4-85,-12 124-2244,21-144-1099,4 54 0,8-10-4837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03.2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0 8993,'-6'5'542,"5"-4"-343,0 0 1,0 0 0,-1 0 0,1 0 0,0-1 0,-1 1 0,1 0 0,-1-1-1,1 1 1,-1-1 0,-2 2 0,5 3 979,0 36 937,-4 55 1,0-21-813,2 62 250,6 0 0,5-1-1,7 1 1,51 200 0,-20-169-1084,9-3 1,6-3 0,7-2-1,7-3 1,181 271-1,-131-253-225,283 302 0,-305-374-725,5-4 0,3-5 1,214 135-1,-242-180-295,2-3 0,2-4 0,2-4 0,123 35 0,-142-55-572,0-3 1,87 6 0,-96-17-1268,1-3 1,118-12 0,-16-17-6461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03.6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2388 0 9001,'3'2'1405,"8"9"-745,0 0 0,-1 0-1,0 1 1,-1 0 0,0 0 0,-1 1-1,8 17 1,2 2 78,106 222 2345,-88-173-2513,24 59 194,-6 2-1,-6 3 0,-7 1 1,32 215-1,-57-239-525,-6 1-1,-5 0 1,-6 1-1,-5-1 1,-43 234 0,10-190-80,-8-1-1,-7-3 1,-7-2 0,-105 195 0,49-143-236,-10-6-1,-221 278 1,195-302-453,-7-7 1,-331 279 0,294-300-1366,-226 134 0,170-151-2257,83-64-1958,72-36-1130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05.1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1 892 5953,'29'-24'975,"-23"20"492,-5 6-791,5 5-366,1 0-1,-1 0 0,1-1 1,1 1-1,-1-2 0,1 1 1,0-1-1,0 0 0,10 4 0,-1-3 23,-1-1-1,1 0 1,1-1-1,22 2 1,104 5 885,225-11-1,-308-1-1091,2152-75 1738,-1-74-1606,-795 10-215,-17 1 30,-327 42 51,563-54 282,-1608 148-400,1089-134 198,-966 105-515,-52 4-2815,-117 21-3178,-14 2-317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05.5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26 898 4320,'-21'-10'1108,"17"8"-209,33-5 167,-8 4-886,441-80 1224,10 22-1116,-298 39-183,1632-169 201,-867 98-243,1818-147 63,-152 74-75,-2577 165-298,28-3-361,-21-5-2541,-21 3 221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06.1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52 2536,'181'-28'718,"-76"16"227,-52 8-111,34-4 834,-84 8-1112,-30 22 235,15-16-573,0-1 0,-1-1 0,0 0 0,-21 4 0,-14 4 701,16-2-518,29-9 902,12-13-1231,-9 12-70,1 0 0,-1 0 0,0 0 0,0 0 0,1-1 0,-1 1 0,0 0 0,0 0 0,1 0 0,-1-1 0,0 1 0,0 0 0,0 0 0,1-1 0,-1 1 0,0 0 0,0 0 0,0-1 0,0 1 0,0 0 0,0-1 0,0 1 0,0 0 0,1-1 0,-1 1 0,0 0 0,0-1 0,0 1 0,0 0 0,-1 0 0,1-1 0,0 1 0,0 0 0,0-1 0,0 1 0,0 0 0,0-1 0,0 1 0,-1-1 0,-28 6 35,11-1-353,0-2 0,-30 1 0,44 1-32,-11 9-333,11-10 193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33.0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0 0 10117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34.5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1595 6 11117,'-4'0'38,"-65"-4"1770,-1 2 0,-76 8 1,85 2-724,1 1 0,0 4 0,1 2 1,0 3-1,-88 39 0,49-11-387,2 5-1,2 5 1,3 3-1,3 4 1,2 4-1,-87 89 1,157-140-616,0 1-1,2 1 1,0 0 0,1 1-1,1 0 1,1 1 0,-11 26-1,19-39-63,0 0 0,1 0-1,0 0 1,0 0 0,1 0-1,0 1 1,0-1 0,1 1-1,0-1 1,0 0 0,0 1 0,1-1-1,0 1 1,1-1 0,0 0-1,0 0 1,1 0 0,-1 0-1,1 0 1,1-1 0,-1 1 0,1-1-1,1 0 1,-1 0 0,11 11-1,-4-8 0,1 1-1,0-1 0,0-1 0,1 0 1,0-1-1,1 0 0,0-1 1,0 0-1,0-1 0,0-1 0,16 3 1,9-1-19,-1-1 0,1-1 0,45-3 0,-39-4 19,1-1 1,-1-2-1,0-3 1,-1-1-1,0-2 1,0-2 0,-2-2-1,51-27 1,13-15 965,183-132 1,-285 186-975,0 1 40,1 0 0,-1 0 1,1 0-1,0 0 0,0 1 0,6-3 0,-10 5-21,1 0-1,0-1 1,0 1 0,0 0-1,0 0 1,0 0 0,0 1-1,0-1 1,0 0 0,0 1-1,0-1 1,0 1 0,0-1-1,-1 1 1,1 0 0,0 0-1,0 0 1,-1 0 0,1 0-1,-1 0 1,2 2 0,1 0-12,0 1 0,0 0 0,-1 0 1,1 1-1,-1-1 0,0 1 0,-1 0 1,1-1-1,-1 1 0,0 0 0,0 0 1,0 1-1,-1-1 0,0 0 0,0 0 1,1 7-1,-1 12 26,-1-1-1,-3 37 1,1-39-38,-10 75-333,-28 113 1,-5 22-798,7 104-3879,33-166 213,18 0-3948,4-77-723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34.8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237 115 9729,'-28'-27'1154,"-32"-35"3900,45 40-2393,15 22-2613,0 0-1,0 0 1,0 0-1,0 0 1,0 0-1,0-1 1,0 1 0,0 0-1,0 0 1,0 0-1,0 0 1,0 0-1,0-1 1,0 1-1,0 0 1,0 0-1,0 0 1,0 0 0,0 0-1,1 0 1,-1-1-1,0 1 1,0 0-1,0 0 1,0 0-1,0 0 1,0 0 0,0 0-1,1 0 1,-1 0-1,0 0 1,0 0-1,0 0 1,0-1-1,0 1 1,1 0-1,-1 0 1,0 0 0,0 0-1,0 0 1,0 0-1,0 0 1,1 0-1,-1 0 1,0 0-1,0 0 1,0 0-1,0 1 1,0-1 0,1 0-1,-1 0 1,0 0-1,0 0 1,0 0-1,0 0 1,0 0-1,0 0 1,0 0-1,1 0 1,-1 1 0,0-1-1,0 0 1,0 0-1,41 27 2118,-12-3-1626,-2 2 0,-1 1 0,38 50 1,-25-22-131,38 70 1,-48-68-183,34 91 1,-49-108-173,14 66 0,16 147-174,-39-229 65,-2 0-1,-1 1 1,-1 0-1,-2-1 0,0 1 1,-1 0-1,-9 38 0,10-60 50,-5 25-68,-2 0 1,-1-1-1,-1 0 0,-2-1 1,0 0-1,-2-1 1,-24 36-1,17-33 33,-1-1-1,-1-1 1,-1-1-1,-2-1 1,-49 36-1,62-51 30,-1 0-1,0-1 0,-1-1 1,1-1-1,-1 0 0,-1 0 1,1-2-1,-26 5 0,34-8 19,1-1 0,-1 1-1,0-1 1,1-1-1,-1 1 1,1-1 0,-1 0-1,1-1 1,-1 0 0,-7-2-1,10 2 8,0-1-1,0 1 0,0-1 1,0 1-1,0-1 0,1 0 1,-1-1-1,1 1 1,0 0-1,0-1 0,0 0 1,0 0-1,1 0 1,-1 0-1,-2-8 0,0-2 5,0-1 0,2 0 0,-1 0 0,2 0 0,0 0 0,1-1 0,0 1 0,4-28 0,2 0-22,20-81-1,-7 64-220,2 0 1,3 2-1,2 1 0,3 0 0,35-51 1,-13 32-931,4 2 1,115-122 0,32 12-2528,-53 78-2565,-32 38-2326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35.7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1 860 9549,'7'-13'950,"-1"0"1,0-1-1,4-15 0,-3 6 639,-4 18-1337,-1 0 0,1 1-1,0-1 1,0 0 0,1 1 0,-1-1-1,1 1 1,0 0 0,0 0-1,1 1 1,-1-1 0,7-3 0,-10 6-202,14-8 309,1 0 0,0 0 0,0 2-1,1 0 1,0 1 0,0 0 0,19-2-1,2 1 75,0 1 0,46 0 0,-54 6-297,0 1 0,0 1 0,0 2 1,0 1-1,-1 1 0,0 2 1,40 15-1,-48-14-88,1 1 1,-1 1 0,-1 0-1,0 2 1,-1 0 0,0 1 0,-1 1-1,0 1 1,30 36 0,-42-43-60,1 1 1,-1 0 0,0 0-1,-1 0 1,-1 1-1,1 0 1,-2 0 0,1 0-1,-2 0 1,1 1 0,-2-1-1,1 1 1,-1-1 0,-1 1-1,0-1 1,-1 1 0,0-1-1,-1 1 1,0-1 0,-6 17-1,1-8-8,0-1 0,-2 0 0,0-1-1,-1 0 1,-1 0 0,0-1 0,-2 0 0,0-1-1,0-1 1,-29 25 0,32-31 33,-1-1 1,0-1-1,-19 11 0,26-16-19,0 0-1,0-1 0,-1 1 0,1-1 1,0 0-1,-9 1 0,12-2 4,-1 0 0,1 0 0,-1 0 0,1 0 1,-1-1-1,1 1 0,-1 0 0,1-1 0,0 1 0,-1-1 0,1 1 0,0-1 0,-1 1 0,1-1 0,0 0 0,0 0 0,-1 0 0,1 0 0,0 0 0,-1-1 0,0-3 1,1 1-1,-1-1 0,1 0 0,0 1 0,1-1 0,-1 0 0,1 1 0,0-1 0,0 0 0,0 0 0,1 1 1,1-8-1,-1 8-5,3-22-142,2-1 1,1 2-1,0-1 0,2 1 1,2 1-1,15-30 0,90-133-1240,-109 177 1312,54-75-579,3 3 0,5 2 0,2 4 0,4 2 0,3 4 0,3 4 0,138-87 0,-169 121 502,0-2 42,2 3 0,105-47 0,-150 76 212,0 0 1,1 0-1,-1 1 0,0 0 1,1 0-1,8 1 0,-13 0 125,-3 5-173,0 0 0,-1 0 0,0-1 1,0 1-1,0-1 0,-1 1 0,0-1 0,0 1 0,0-1 0,-4 7 0,-34 41 73,6-8-49,13-14-150,2 1 0,1 0 0,2 2 0,-23 64 0,37-90 9,1 0 1,0 1-1,1-1 1,0 14-1,0-12-11,0-8 90,1 0 0,0-1 0,-1 1-1,1 0 1,0-1 0,-1 1 0,1-1 0,0 1 0,0-1 0,-1 1 0,1-1 0,0 0-1,0 1 1,0-1 0,0 0 0,0 1 0,0-1 0,0 0 0,0 0 0,1 0 0,-1 0 35,3 1 16,0-1 1,-1 0-1,1 0 1,0 0-1,-1 0 1,1-1 0,0 1-1,-1-1 1,1 0-1,-1 0 1,1-1 0,-1 1-1,0-1 1,1 1-1,-1-1 1,0 0 0,0 0-1,5-5 1,7-5 375,-1-1 1,16-19-1,-30 31-406,13-14 389,-6 6-174,0 1-1,1 0 1,16-14 0,-22 21-232,0 0 0,-1-1 0,1 1 0,0 0 0,0 0 0,-1 0 0,1 1 0,0-1 0,0 0 0,0 1 0,0-1 0,0 1 0,0 0 0,0 0 1,0-1-1,0 1 0,1 1 0,-1-1 0,0 0 0,0 0 0,0 1 0,0-1 0,0 1 0,0 0 0,-1-1 0,1 1 0,2 2 0,10 7-155,-1 2 0,0 0 0,-1 0 0,19 25 0,9 10-434,-24-31 349,1-1-1,0 0 0,1-1 1,0-1-1,1-1 1,1-1-1,0 0 0,0-1 1,1-2-1,0 0 1,1-1-1,-1-1 0,24 3 1,-35-8 276,0-1 0,-1 0 1,1 0-1,0-1 0,-1 0 1,1-1-1,-1 0 0,1-1 1,-1 0-1,0 0 0,0-1 0,0 0 1,-1-1-1,0 0 0,1 0 1,-2-1-1,1 0 0,0 0 0,-1-1 1,6-7-1,8-10 490,-1 0-1,-2-2 1,0 0 0,26-53-1,-38 67-302,0 1 1,1-1-1,1 1 0,-1 1 1,2 0-1,9-10 0,-16 19-215,-1 0 1,0 0-1,0 0 1,1 0-1,-1 0 1,0 0-1,1 1 0,-1-1 1,1 1-1,-1-1 1,1 1-1,-1-1 0,1 1 1,-1 0-1,1 0 1,-1 0-1,1-1 0,-1 2 1,1-1-1,-1 0 1,3 1-1,0 0 12,-1 0-1,0 0 1,0 1 0,0-1-1,0 1 1,0 0-1,0 0 1,-1 0 0,5 4-1,1 2 36,-1 0 0,0 1 0,-1 0 0,0 0 0,8 16 0,2 14 74,-1 1 1,-1 0 0,-3 1-1,-1 0 1,6 73 0,-10-32-112,-3 0 1,-9 84-1,-6-50-243,-6 0 0,-4-1 0,-6-2-1,-43 115 1,-209 421-2855,113-330 2020,115-230 826,-93 121 0,125-185 449,-1 0-1,-2-1 1,0-1-1,-2-2 1,-41 30-1,62-48-118,-1 0 0,0 0 1,0-1-1,-1 0 0,1 0 0,0 0 0,-1 0 0,1-1 0,-1 0 0,0 0 0,1-1 1,-1 1-1,0-1 0,-7-1 0,9 0 5,-1 0 1,1 0 0,0 0-1,0 0 1,0-1-1,0 0 1,1 0-1,-1 0 1,0 0-1,1-1 1,-1 1-1,1-1 1,0 0-1,0 0 1,0 0-1,0 0 1,1-1 0,-1 1-1,-2-6 1,-1-3 94,0-1 1,1 0-1,1 0 1,0-1-1,1 1 1,0-1-1,1 0 1,1 0-1,0 0 1,2-20 0,2-14 312,17-81 1,-4 61-352,3 1 0,3 0 0,2 2 1,4 0-1,2 2 0,3 2 0,51-73 0,-8 30-799,4 2 0,5 5 0,101-90 0,-77 89-1995,146-101-1,10 29-5875,-89 74-1699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36.3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1737 415 6893,'5'-27'406,"19"-128"2729,-19 121-2102,-3 24-578,0-1 0,-1 0-1,1 1 1,-2-1-1,0 0 1,0 0 0,-1 1-1,0-1 1,-1 0 0,-4-13-1,3 17-8,0 0 0,-1 0-1,0 0 1,0 1 0,-9-12 0,12 17-395,-1-1 1,1 1-1,0 0 1,0 0-1,-1 0 1,1-1-1,-1 1 1,1 1-1,-1-1 1,1 0-1,-1 0 1,1 1-1,-1-1 1,0 0-1,1 1 1,-1 0-1,0-1 1,0 1 0,1 0-1,-1 0 1,0 0-1,0 0 1,1 0-1,-1 1 1,0-1-1,0 0 1,1 1-1,-1-1 1,0 1-1,1 0 1,-4 1-1,-7 6 112,0 1-1,0 0 1,1 1-1,1 0 1,-1 1-1,1 0 1,1 0-1,-9 15 1,-9 18 189,-23 49-1,-236 612 1701,208-492-1701,-495 1293 407,85 45-996,486-1544 241,-49 224 15,42-178-3,2-1-1,1 73 0,6-109 10,1-1-1,0 0 0,1 0 1,0 0-1,2 0 0,-1-1 1,2 1-1,0-1 0,12 23 0,-12-29 12,0-1 0,0 1-1,1-1 1,0 0-1,0-1 1,1 0-1,0 0 1,0 0 0,1-1-1,-1 0 1,1 0-1,0-1 1,0 0-1,1 0 1,-1-1 0,1 0-1,10 2 1,6-1 82,0-1 0,0-1 1,0-1-1,0-1 1,1-1-1,-1-2 0,25-5 1,171-38 500,226-66 346,-57 5-461,-264 72-400,297-84-224,698-191-3883,-369 124-8848,-557 140 2886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36.8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0 569 3708,'0'0'93,"0"0"0,0 0 0,1-1 0,-1 1 0,0 0 0,0 0 0,0 0 0,0 0 0,0 0 0,0 0 0,2 1 1859,-2-1-1859,0 1 0,0-1 0,0 0 0,0 0 0,0 0 0,0 0 0,0 0 0,0 0 0,0 0 0,0 0 0,0 0 0,0 0 0,0 1 0,0-1 0,0 0 0,0 0 0,0 0 0,0 0 0,0 0 0,0 0 0,-1 1 930,1-1-930,16-3 2495,33-14-2185,-23 8 713,115-37 1351,324-94 217,340-3-1805,12 63-1148,-792 77 255,-3 1 11,1139-115-569,-1035 105 599,-124 12-24,-1 0 1,1 0-1,-1 0 1,0 0-1,1 0 1,-1 1-1,1-1 1,-1 0-1,1 1 1,-1-1-1,0 1 1,1-1-1,-1 1 0,0 0 1,0-1-1,1 1 1,-1 0-1,0 0 1,0 0-1,0 0 1,0 0-1,0 0 1,0 0-1,0 0 1,0 0-1,-1 1 1,1-1-1,0 0 1,-1 1-1,1-1 1,-1 0-1,1 1 1,-1-1-1,0 1 1,1-1-1,-1 0 1,0 1-1,0-1 1,0 1-1,0-1 1,0 1-1,-1-1 0,1 2 1,-2 9 54,0-1 1,-1 1-1,0-1 1,-5 13-1,7-21-49,-44 121 322,6 2 1,5 1-1,-21 157 0,21 469 488,19-194-344,0-375-312,-40 192 0,39-299-121,-4-1 1,-4 0-1,-2-2 1,-4-1-1,-44 79 1,28-78-82,-3-2-1,-3-1 1,-3-3 0,-3-3 0,-2-2-1,-4-3 1,-88 65 0,33-40-689,-4-6 1,-2-4 0,-207 87-1,152-88-1645,-4-8 0,-203 45-1,210-68-1462,13-3-1712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37.8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1 197 11489,'1'-7'987,"0"0"0,1-1 0,0 1 0,0 0 0,1 0 0,6-13 0,-8 20-893,0-1 0,0 1 0,-1-1 0,1 1 0,0 0 0,0-1 0,0 1 0,0 0 0,-1 0 0,1-1 0,0 1 0,0 0 0,0 0 0,0 0 0,0 0 0,0 0 0,0 0 0,0 1 0,0-1 0,1 0 172,3 0-92,-1 0 0,0 1 0,0-1 0,1 1 1,-1 0-1,0 0 0,0 1 0,0-1 0,0 1 0,0-1 1,0 1-1,6 5 0,-2-1 27,0 0 1,0 0-1,-1 1 0,10 11 1,0 4 91,-2 0 0,0 0 0,-2 2 0,-1 0 0,14 34 0,34 133 352,-47-141-565,-2 1 0,-2 1 0,-3-1 0,-2 1 0,-3 54 0,-2-74-123,-2 1 0,-1-1 1,-2 0-1,-1 0 0,-1 0 0,-2-1 0,-1-1 0,-1 1 1,-20 34-1,23-51 57,0-1 1,0 0-1,-1-1 0,-1 0 1,0 0-1,-19 14 0,29-26-4,1 0 1,-1 0-1,0 0 0,0 0 0,0 0 0,0 0 0,0 0 0,0 0 0,0 0 0,0-1 0,0 1 0,1 0 0,-1-1 0,0 1 0,0 0 0,0-1 0,1 1 0,-1-1 0,0 1 0,0-1 0,1 0 0,-1 1 0,-1-2 1,1 0 13,-1 0-13,0-1-1,0 1 0,0-1 0,1 0 1,-1 0-1,1 0 0,0 0 0,0 0 1,0 0-1,0 0 0,0 0 0,1 0 1,-1-1-1,1 1 0,0 0 0,0 0 1,0-1-1,0 1 0,1 0 0,-1 0 1,1 0-1,1-5 0,4-14 37,1-1 0,10-22-1,-11 30-29,22-47-127,2 1-1,2 1 1,68-93 0,146-148-2303,-188 235 848,3 3 1,3 2-1,2 4 0,3 2 1,2 4-1,148-81 1,-189 116 717,23-11-773,-12 15-2271,-14 8 10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38.1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159 1 6409,'-18'2'367,"15"-2"-278,1 0 0,-1 0-1,0 1 1,1-1 0,-1 1 0,0-1-1,1 1 1,-1 0 0,1 0 0,-1 0-1,1 0 1,-1 1 0,1-1 0,0 1-1,0-1 1,0 1 0,0 0 0,0 0 0,0 0-1,0 0 1,-2 4 0,-4 5 578,5-8-404,0 1 1,1-1-1,0 1 1,0-1 0,0 1-1,0 0 1,0-1 0,1 1-1,0 0 1,0 0 0,0 0-1,0 0 1,0 0 0,1 1-1,0 5 1,12 148 4520,-2-58-3094,-7-73-1260,2-1 1,9 33 0,-2-15 103,-11-41-448,0 1-1,0 0 1,1-1-1,-1 1 1,1-1-1,0 0 1,0 0-1,1 1 1,3 3-1,-5-5 234,1-4-233,-1 0 0,1 0 0,0 0 0,-1 0 0,1 0 0,0 1 0,0-1 0,0 1 0,0-1-1,4-1 1,5-4 175,-7 3-182,0-1 0,-1 0 1,1 0-1,-1 0 1,0 0-1,0-1 0,-1 0 1,0 1-1,0-1 1,0 0-1,0 0 0,-1 0 1,0 0-1,-1 0 0,1 0 1,-1-10-1,-1-1-11,0-1 0,-1 1 1,0 0-1,-10-31 0,8 39-168,1 0 1,-1-1-1,-1 1 1,0 1-1,0-1 1,-1 1-1,-8-11 1,-5-1-739,-27-23 1,25 25-3283,-27-31 0,42 39-670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38.4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25 9253,'5'-15'1890,"-3"6"1145,-9 15-816,0 3-1554,1 0 0,1 0 1,-1 1-1,2-1 0,-5 12 0,1 1-86,1-1-1,-6 41 1,11-51-477,2-1 0,-1 1 1,1 0-1,1 0 0,0 0 0,1-1 0,3 14 1,2 17 83,-1-10-187,1-1 0,2-1 0,16 40 0,-13-37-208,-12-30 204,1-1 1,-1 0-1,0 0 0,1 0 1,-1 0-1,1 0 1,-1 1-1,1-1 0,0 0 1,-1 0-1,1 0 1,0 0-1,0-1 0,0 1 1,-1 0-1,1 0 1,0 0-1,0-1 1,0 1-1,0 0 0,1-1 1,-1 1-1,0-1 1,0 0-1,0 1 0,2 0 1,1-2-6,0 1 0,-1-1 1,1 0-1,-1 0 0,1 0 1,-1 0-1,7-4 0,5-1 20,42-18 54,89-49-1,-127 61 54,0-1-1,-1 0 1,-1-1-1,0-1 0,-1-1 1,0-1-1,25-35 1,-29 32 39,-1 0 1,-1-1 0,-1 0-1,8-26 1,-4 11-96,-11 29-521,1 0 0,0 0 0,1 0-1,0 0 1,7-11 0,-9 17 51,-1-1-1,0 1 1,1-1-1,-1 1 1,1-1-1,0 1 1,0 0-1,-1 0 1,1 0 0,0 0-1,0 0 1,0 0-1,0 1 1,0-1-1,0 0 1,0 1 0,0 0-1,0-1 1,1 1-1,-1 0 1,0 0-1,0 0 1,3 1-1,27 9-8644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38.6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518 0 12585,'-57'58'2216,"31"-33"-87,-2 1 67,-4 5-384,-3 4-336,6 2-304,-2 11-648,-4 7-664,-7 2-472,-5-3-968,-1 6-1040,-6 3-3085,0 14-4764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39.8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477 421 5452,'0'-6'3054,"0"-16"1990,4-40 1,-2 29-3253,-2 30 34,-3 4-1294,-7 4-401,0 0-1,0 1 1,0 0-1,1 1 1,0 0-1,1 0 1,0 1-1,0 0 1,-9 12-1,-61 91 393,65-91-419,-45 73 90,4 3 0,-52 130 1,88-180-512,-21 82 0,34-108 116,1-1 0,2 1 0,0 0 0,0 0 0,2 0 0,1 0 0,3 23-1,-3-36 67,1 1 0,0-1 0,0 0 0,1 1-1,0-1 1,0 0 0,0-1 0,1 1 0,0 0-1,0-1 1,1 0 0,0 0 0,0-1 0,0 1-1,1-1 1,9 7 0,-6-6 5,1-1-1,0 0 1,0 0 0,1-1 0,0-1 0,-1 0-1,1 0 1,0-1 0,0 0 0,19 0-1,-3-2 79,0-1 0,0-1-1,0-1 1,0-2 0,-1 0-1,0-2 1,0-1-1,-1-1 1,0-1 0,39-22-1,-21 6 338,-1-1 0,-1-2 0,-1-3 0,63-64 0,-73 67 19,-28 28-92,2 2-124,3 3-65,0-1 1,0 1-1,-1 0 1,1 0 0,-1 1-1,0 0 1,0 0 0,7 9-1,-8-9-15,0 0-1,1-1 0,-1 0 1,1 0-1,-1 0 0,1 0 1,0-1-1,1 0 0,-1-1 1,12 4-1,-6-1-13,7 1 10,0 0 0,0-1-1,0-1 1,1-1 0,33 2 0,-45-5-88,0 0 1,0 0-1,0-1 0,0 0 1,0 0-1,0-1 1,0 0-1,-1 0 0,1-1 1,-1 0-1,1 0 0,-1-1 1,0 0-1,0 0 0,-1-1 1,9-7-1,72-65-2789,-68 58 2314,3-2 105,0-1 0,-1-1 0,-2-1 0,0-1 0,23-42 0,-17 12 173,34-115 0,-56 158 273,1 0 1,1 0-1,0 0 0,0 1 0,1 0 1,1 0-1,0 0 0,0 1 0,1 0 0,0 0 1,1 1-1,0 0 0,0 1 0,1 0 1,0 0-1,1 1 0,14-8 0,2 0-88,0 1 46,0-1 1,-2-1-1,0-2 1,-1 0 0,0-1-1,39-44 1,-41 31 100,27-49 1,-25 39-143,33-44 0,-51 79-141,0 0-1,0 0 0,1 1 0,0 0 0,1 1 1,8-6-1,-7 5-755,1 1 1,0 1-1,0-1 1,19-4-1,-7 3-1709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40.0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0 196 6729,'0'0'5625,"5"-2"-4634,18-6-334,151-53 1436,-129 43-2952,75-43 0,-93 41-621,-26 20 1445,-1-1 1,0 1-1,1 0 0,-1-1 1,0 1-1,1 0 0,-1-1 0,0 1 1,0 0-1,1-1 0,-1 1 1,0-1-1,0 1 0,0-1 0,0 1 1,1 0-1,-1-1 0,0 1 1,0-1-1,0 1 0,0-1 0,0 1 1,0-1-1,0 1 0,0-1 1,0 1-1,-1 0 0,1-1 0,0 1 1,0-1-1,0 1 0,0-1 1,-1 1-1,1 0 0,0-1 0,0 1 1,-1-1-1,1 1 0,0 0 1,-1-1-1,1 1 0,0 0 0,-1 0 1,1-1-1,0 1 0,-1 0 1,1 0-1,-1 0 0,1-1 0,-1 1 1,1 0-1,0 0 0,-1 0 1,1 0-1,-1 0 0,1 0 0,-1 0 1,1 0-1,-1 0 0,-8-2-601,0 0-1,0 1 0,0 0 1,-1 1-1,1 0 1,-14 2-1,-19 5-2737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41.1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1 146 10721,'0'0'6389,"1"-3"-5007,0-2-878,1 1 0,0-1 0,0 0 0,0 1 0,1 0 0,-1-1 0,1 1 1,0 0-1,7-7 2470,-9 8-2702,0 0-1,0-1 1,0 1-1,0 0 1,0 0-1,1 0 1,-1 0-1,3-3 1,-2 3 71,-1 0 509,0 1-257,26-48-1456,-26 48-753,2 2-414,-1 1 1583,0-1-8,0 0 1,-1 0-1,1 1 1,0-1-1,-1 0 1,1 1-1,0 0 1,-1-1-1,1 1 1,-1 0-1,3 2 1,4 13-5961,-2 4-4049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41.3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95 12725,'0'0'3964,"-2"0"-1929,1 0-1774,0 0 0,-1-1 1,1 1-1,0 0 0,0 0 1,0 0-1,0-1 0,0 1 0,0-1 1,0 1-1,0-1 0,0 1 1,0-1-1,0 1 0,0-1 1,0 0-1,0 0 0,0 1 1,1-1-1,-1 0 0,0 0 1,0 0-1,1 0 0,-1 0 0,0-1 1,2-13 1034,7-5-4331,4 1-841,1 7-2172,12 0-4823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41.8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143 12 12673,'-7'-3'9202,"-10"-1"-4051,-16 0-3270,32 4-1891,0 1-1,0 0 0,0 0 0,0 0 1,1 0-1,-1 0 0,0 0 0,0 0 1,1 0-1,-1 0 0,0 0 0,1 0 1,-1 1-1,1-1 0,0 0 0,-1 0 1,1 1-1,0-1 0,0 0 0,0 0 0,0 3 1,-1-1-194,-1 5-278,-23 83-5072,-1-32-3018,7-18-2303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42.1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1 257 17062,'6'-23'2688,"4"15"-312,-1-4 232,7 4-76,-3-1-323,3-2-401,-1-1-408,1-5-1316,0 3-84,0-6 0,16-20 0,-13 9-1852,-10 22-520,1-14-817,-1 3-1091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43.4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1677 39 5424,'-5'-4'241,"0"0"0,0 0 0,-1 0 0,0 1 0,0 0 0,0 0 0,0 0 0,0 1 0,0 0 0,0 0 0,-1 0 0,1 1 0,-1 0 0,0 1 0,1-1 0,-1 1-1,1 0 1,-1 1 0,0 0 0,1 0 0,-1 0 0,1 1 0,0 0 0,-1 0 0,-6 4 0,-14 7-178,1 1 1,0 1-1,1 2 0,-29 24 0,48-37 15,-97 79 83,3 4 1,-163 185-1,197-191 120,4 2-1,3 3 1,5 3-1,-52 112 1,61-99 215,4 2 0,5 3 0,-36 170 0,-51 556 528,49-320-827,35-259-21,-54 219 2476,90-463-2537,-3 25 421,6-33-511,1-1 0,-1 1 0,0-1 0,0 1 0,1-1 0,-1 1 0,1-1 0,-1 1 0,1-1 0,0 1 0,-1-1 0,1 0 0,0 1 0,0-1 0,0 0 0,0 0 0,0 0 0,1 0 0,-1 0 0,0 0 0,2 2 0,2-1-26,-1 0 0,1 0-1,-1 0 1,1-1 0,0 1 0,0-1 0,0 0-1,-1 0 1,1-1 0,0 1 0,0-1 0,9-1-1,8-2-195,36-9 0,-35 7 48,350-102-3474,-3-25-3486,-161 56 180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43.9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1143 190 9233,'-16'-7'570,"12"6"-378,1 0 0,0-1 0,-1 1 0,1-1 0,0 0 1,0 0-1,0 0 0,0 0 0,1 0 0,-1-1 0,-2-2 0,4 4-71,1-1 1,0 1 0,-1 0-1,1 0 1,0 0 0,0 0-1,0 0 1,0 0 0,0 0-1,0-1 1,0 1 0,0 0-1,0 0 1,1 0 0,-1 0-1,0 0 1,2-2 0,-1-1 215,0 0-218,1 1-1,-1-1 1,1 0-1,0 1 1,0-1-1,0 1 1,1-1-1,-1 1 1,1 0-1,0 0 0,0 0 1,0 0-1,0 1 1,0-1-1,0 1 1,1 0-1,-1 0 1,1 0-1,0 0 1,6-1-1,10-4 153,0 1 1,35-6-1,-53 11-243,104-16 408,134-3 0,109 14-61,-329 6-333,-19 0-41,22 0 33,1 1 0,-1 0 1,34 8-1,-50-8 7,-1 1 0,0 0 0,0 0 0,0 0 0,0 1 0,0 0 0,0 0 0,-1 1 0,0-1 0,1 1 0,-1 0 0,-1 1 0,1-1 0,-1 1 0,1 0 0,-1 0 1,5 9-1,-4-4 35,0-1 1,-1 1 0,0 0 0,-1 1 0,0-1 0,0 1 0,-1-1 0,1 19 0,4 66 432,-8 163 1,-54 211 116,-29-2-335,42-259-167,-117 351 0,135-498-119,-2-1 0,-2-2-1,-3-1 1,-53 74-1,54-92-155,-2-1-1,-1-2 1,-1-1-1,-3-1 0,0-2 1,-62 39-1,25-27-1004,-1-4-1,-145 56 1,-176 32-3017,-15-33-1717,190-54 437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44.7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2513 406 6301,'69'-74'1196,"-61"63"-577,0 0 0,-1-1-1,-1 0 1,0 0 0,0 0 0,-1-1 0,-1 0 0,0 0 0,4-26 0,-1 8 160,-5 26-593,-1-1 0,0 1 0,0-1-1,-1 1 1,1-1 0,-1 0 0,0 1 0,-1-1-1,1 0 1,-1 1 0,-2-7 0,2 9-92,0-1 0,-1 1 0,0-1 0,0 1 1,0-1-1,0 1 0,0 0 0,-1 0 1,1 0-1,-1 1 0,0-1 0,0 0 0,-3-2 1,-4 0 19,1 1 0,-1-1-1,0 1 1,0 1 0,0 0 0,0 0 0,-1 1 0,1 1 0,-1-1 0,-14 1 0,-30 1 134,1 2-1,-1 2 1,-89 19-1,-156 62 185,-38 56-74,76-6-240,207-102-77,2 3 0,-59 50-1,83-60-33,1 2 0,1 0-1,2 2 1,1 0 0,-37 63 0,38-50 10,1 2 0,2 1 0,3 1 0,-14 54 0,-167 513-183,-45-16-1109,241-593 1264,-150 360-526,29 9 211,111-330 319,3 1 0,1 0 0,3 0 0,1 0 0,4 75 0,1-102 20,2 0 0,0 0 1,1 0-1,1-1 0,1 0 0,0 0 0,11 21 0,-10-27-9,0 0-1,0 0 0,1-1 1,0 0-1,1 0 1,0-1-1,1 0 0,0 0 1,0-1-1,1 0 0,12 6 1,-3-5-34,-1 0 0,1-2 0,0 0-1,0-1 1,1-1 0,0-1 0,0-1 0,41 1 0,-2-4-501,115-17-1,-16-11-2558,-2-8-1,274-100 1,-219 56-2523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45.2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1870 583 5837,'-14'-11'408,"-1"-1"621,0 0 0,1-1 0,-17-20 0,30 31-859,-1 0 0,0 0-1,1-1 1,0 1 0,-1-1 0,1 1 0,0-1-1,0 1 1,0-1 0,1 0 0,-1 1 0,1-1-1,-1 0 1,1 0 0,0 1 0,0-1 0,1-4-1,0 3 23,0-1 0,0 0 0,1 1 0,-1-1-1,1 1 1,0 0 0,1-1 0,-1 1-1,5-5 1,1-1 59,1 0-1,1 0 1,-1 1-1,1 1 0,1 0 1,19-12-1,-1 5-25,1 0-1,1 3 1,36-12-1,102-19 136,-138 36-320,267-56 181,256-72 2021,-509 122-1757,-45 13-480,0 0 0,0-1 0,0 1 0,1 0 0,-1 0 0,0 0 0,0 0 0,1 0 0,-1 0-1,0 0 1,0 0 0,1 0 0,-1 0 0,0 0 0,0 0 0,1 0 0,-1 0 0,0 0 0,0 0 0,0 1 0,1-1 0,-1 0 0,0 0 0,0 0 0,0 0 0,1 0 0,-1 0 0,0 1 0,0-1 0,0 0-1,0 0 1,1 0 0,-1 1 0,0-1 0,4 5 26,-1-1 0,1 1 0,-1 0 0,0 0 0,0 0 0,-1 0 0,0 1 0,0-1 0,0 1-1,0-1 1,-1 1 0,1 11 0,0 6 43,-2 1 0,-2 23 0,0-4 8,-43 912 635,25-774-661,-7-2 1,-64 218-1,61-282-41,-47 155-114,17-105-75,41-115 113,-37 67 0,43-94 36,-1-1 0,-2-1-1,-33 36 1,38-46 22,-1-1-1,-1 0 1,1 0 0,-2-1-1,1-1 1,-1-1-1,0 0 1,-1 0 0,0-1-1,0-1 1,-17 3-1,-22 3-20,-104 6-1,85-11 35,-596 86-1258,437-55 299,-780 74-7674,867-101 5020,17 3-1528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46.0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54 372 12165,'-54'11'6937,"82"-6"-3073,-22-4-3680,-1 1 1,1-2-1,-1 1 1,1-1-1,10 0 1,32-6 912,77-19 0,-44 7-592,144-26 92,199-41-1645,-8-20-3970,-138 28-4250,-153 45 217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46.5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67 638 7489,'-23'2'696,"1"0"516,1 0 6633,34-15-4884,-2 5-2624,1 1 0,-1 0 0,1 1 0,1 1 0,17-6 0,74-17 473,-53 15-480,113-32 350,183-46-263,-191 57-542,266-64-903,-119 13-402,-177 52 518,231-75-4871,-348 104 4581,1-1 0,-1 0 1,0 0-1,16-12 0,-10 2-4989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47.2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0 827 9045,'29'-15'2063,"51"-18"0,-7 4-75,-7 5-941,0 2 1,2 3 0,91-12-1,-110 21-785,917-144 1589,11 37-1252,244-34-721,-91-20-1129,-1102 167 1019,-18 3 3,0 0 0,0-1 0,-1 0 0,1 0 0,-1-1 0,1 0 0,-1-1 0,10-5 0,-36-2-2676,10 9 2266,-1 0 0,1 1 0,0-1 0,-1 1 0,1 1 0,-1-1 0,1 1 0,-1 1 0,-7 1-1,-33 8-5475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51.7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1 404 7969,'1'-3'1016,"2"-2"-466,0 0-1,-1 0 0,1 0 0,-1 0 0,-1-1 0,1 1 0,0-8 0,-3-39 1389,-1 15-209,2 36-1651,0-1 1,0 1-1,0-1 1,1 0-1,-1 1 1,1-1-1,-1 1 1,1-1-1,0 1 1,-1-1-1,1 1 1,0 0-1,0-1 1,0 1-1,0 0 0,0 0 1,0-1-1,0 1 1,1 0-1,-1 0 1,0 0-1,1 0 1,-1 1-1,1-1 1,-1 0-1,1 1 1,2-2-1,3 0 59,1 0 1,-1 0-1,1 1 0,11 0 0,122 0 846,-59 3-689,-16-2-130,1033-15 926,-370-18-846,-108-15-418,-486 35 52,139-12-455,202-19-1260,-158 7-5375,-298 34 3298,-4 1-1969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52.4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0 303 4292,'9'-1'781,"0"1"0,0 0 0,0 0 0,0 0-1,11 3 1,25 1 721,482-2 3069,264-64-3236,-85-63-2221,-188 30-1614,-305 69 681,-123 23-4457,-111 3 4356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53.6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1 395 7121,'0'0'4246,"3"0"-2961,-2 0-1126,92 1 4948,50 10-2690,-34-2-1800,1-4 0,125-11 1,-212 5-577,254-14-805,-1-12 0,486-114 0,-355 22-4364,-225 64 605,16-1-2778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57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9613,'0'0'4293,"1"5"-2975,35 212 3395,4 120-2781,-38-311-1720,61 383 1913,-38-299-1192,66 181 0,-64-222-556,4-1 1,2-2-1,67 96 0,-67-116-200,1-2-1,3-2 1,2-2 0,1-1-1,65 48 1,-42-43-148,1-2 1,3-4 0,1-2 0,1-4 0,2-2-1,115 30 1,-115-42-773,1-4-1,0-2 1,145 2-1,-177-14-32,-1-2 1,0-1-1,-1-3 0,1-1 1,-1-2-1,73-26 0,-87 24 140,0 0-1,0-2 0,-1-1 1,0 0-1,-1-2 1,-1-1-1,-1 0 0,0-2 1,-1 0-1,31-43 1,-38 45-127,0-1 0,-2-1 0,0 0 1,-2 0-1,0-1 0,-1 0 0,0 0 1,5-39-1,-3 16-2831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58.4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2334 35 7073,'5'-1'869,"-1"-1"0,0 1 1,1 0-1,-1 0 0,1 1 1,0-1-1,8 1 1,-8 0-367,1 0 0,-1 0 0,0-1 1,1 0-1,-1 0 0,0 0 0,7-3 1,-3 0-150,-1 1 1,1 0-1,0 1 1,1-1-1,-1 2 1,0-1 0,1 1-1,-1 1 1,0 0-1,1 0 1,-1 1-1,1 0 1,-1 0-1,0 1 1,0 1 0,0-1-1,0 1 1,0 1-1,0 0 1,-1 0-1,0 1 1,10 7-1,39 34 127,-2 3 0,-2 2 0,-3 2 0,74 101 0,-85-100-320,54 98 0,-75-116-160,-1 0 0,-2 1-1,-2 1 1,10 43 0,-20-64-101,0 0 1,-1 0 0,-1 0 0,0 1 0,-2-1-1,0 0 1,-1 0 0,0 0 0,-8 24 0,4-20-79,-2 0 1,-1-1 0,0 0 0,-2 0-1,0-1 1,-22 28 0,2-11-108,-2-1 1,-1-1-1,-1-2 0,-2-2 0,-1-1 1,-54 30-1,-29 9-450,-4-4 0,-187 67 0,-280 60-539,352-118 879,-767 244-1826,953-300 687,0-2-1,-110 15 1,144-29-355,-1-1-1,-36-5 1,16-1-3474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39:59.5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1264 86 5324,'37'-26'1370,"-30"21"1449,-8 4-2583,1 0 0,-1 1 0,0-1 0,0 0 1,0 0-1,1 0 0,-1 0 0,0 0 0,1 1 0,-1-1 1,1 0-1,-1 0 0,1 0 0,-1-1 0,1 1 0,0 0 0,-1 0 1,1 0-1,0 0 0,0 0 0,0 0 0,0 0 0,0 0 1,0-1-1,0 1 0,0 0 0,1 0 0,-1 0 0,0 0 0,1 0 1,-1 0-1,1-2 0,4-17 885,20 36 209,-22-10-1218,0 0 0,-1 0 0,0 0 0,1 0 0,-2 1 0,1-1 0,-1 0 0,0 1 0,0-1 0,-1 1 0,0 10 0,0-11-28,0 18 251,-2 0 1,-8 45-1,0-5 167,-10 71 973,-72 249 1,-79 124-446,82-255-808,2 12-256,-149 394-777,180-526-173,-127 218 1,181-350 950,1 1 1,-1-1 0,0 0-1,0-1 1,0 1 0,0 0 0,1-1-1,-1 1 1,0-1 0,0 1 0,0-1-1,0 0 1,0 0 0,0 0 0,0 0-1,0 0 1,-3-1 0,0-2-6,-1 0 1,1-1-1,0 1 1,1-1-1,-1-1 1,1 1-1,0-1 1,0 1-1,0-1 0,1 0 1,-5-7-1,1 1-61,-20-29-282,12 17-122,-1 1-1,0 0 0,-2 1 1,-29-27-1,-46-24-5117,47 38 12,32 22-231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0:00.0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279 1 9569,'1'1'426,"0"1"0,0-1 0,0 1 0,-1-1-1,1 1 1,-1 0 0,1-1 0,-1 1 0,1 0 0,-1-1 0,0 1 0,0 3 0,-10 31 544,4-18-284,-57 202 1910,-59 227-532,92-314-1701,-18 188 1,44-279-317,2 1 0,2-1 0,1 0 1,3 0-1,12 60 0,-13-86-39,1-1 0,1 0 1,1 0-1,0 0 0,1-1 1,1 0-1,0 0 0,0-1 0,2 0 1,0 0-1,0-1 0,1 0 0,0-1 1,1 0-1,1-1 0,-1 0 0,21 10 1,-9-8-8,1-1 0,1-1 0,-1-1 0,2-2 1,-1 0-1,1-2 0,0-1 0,0-1 0,0-1 0,33-3 1,-13-1-109,-1-3 1,1-2 0,-1-1 0,-1-3 0,51-19 0,-41 10-439,-1-4 0,-1-1 0,-2-3 0,64-45 0,-80 48-506,-2-2 1,0-1 0,-2-2 0,-1-1 0,-2-1 0,38-57-1,-28 29-2604,-5 2-1586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0:05.2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0 5477,'0'0'7023,"6"12"-5825,-3-10-1088,-1 0 1,0-1-1,0 1 1,1-1-1,-1 0 1,1 0-1,-1 0 1,1 0-1,0 0 1,-1 0-1,1-1 1,0 1-1,-1-1 1,1 0-1,0 0 0,0 0 1,4-1-1,53-5 1079,-47 4-573,10-3 137,-8 4 2942,-17 1-3664,1 1 0,0 0-1,-1-1 1,1 1-1,-1 0 1,1 0-1,0 0 1,0 0 0,0 0-1,-1 0 1,1 0-1,0 0 1,0 1 0,1-1-1,-1 0 1,-1 2-1,-13 24 123,6-8-98,0 1 1,2 0-1,0 1 0,1-1 0,1 1 0,1 1 1,1-1-1,1 0 0,0 1 0,3 27 0,6 10-11,4 0-1,27 94 0,-20-88-37,-9-36-1,-6-21-5,0 0 1,-1 0-1,0 0 0,0 0 1,-1 1-1,0-1 1,0 1-1,-1-1 1,0 1-1,-1-1 0,-1 12 1,0-16-14,0 0 0,1 1 0,-1-1 0,-1 0 1,1 0-1,-1 0 0,0 0 0,0 0 0,0-1 0,0 1 0,0-1 1,-1 0-1,0 0 0,1 0 0,-1 0 0,0-1 0,0 0 1,-1 1-1,1-2 0,0 1 0,-9 2 0,12-4-31,0 1 0,0-1 0,0 0 0,0 0-1,-1 1 1,1-1 0,0 0 0,0 0 0,0 0 0,-1 0-1,1-1 1,0 1 0,0 0 0,0 0 0,0-1 0,-1 1 0,0-1-1,-5-1-195,2 1-159,0 0-1,0 0 0,0-1 1,0 1-1,0-1 0,1 0 1,-1-1-1,0 1 0,-5-5 1,8 6 1,0 0 1,0-1 0,0 1 0,1-1-1,-1 0 1,0 1 0,1-1 0,-1 0 0,1 0-1,0 0 1,0 0 0,0 0 0,0 0 0,0 0-1,0-1 1,0 1 0,1 0 0,-1 0 0,1-1-1,0 1 1,-1 0 0,1-3 0,1-10-5534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0:05.4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1 300 3764,'28'-34'1176,"13"11"-207,-6 6-201,-3-3-52,3-3-204,3 3-96,3-3-100,10 1-116,6-4-224,1-6-256,-8 9-500,-5 3-1460,6 3-289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0:05.6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1 11093,'0'28'1572,"-7"-13"-32,4 2-176,-3 3-311,3-3-153,-7 6-144,4 0-240,-4 0-292,4 2-344,3 1-656,0-3-916,6-6-541,3-3-1851,13 3-3045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0:06.1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0 572 6021,'1'0'80,"0"0"1,-1 0-1,1 0 1,-1 0 0,1 0-1,0 0 1,-1 0 0,1 0-1,-1-1 1,1 1 0,-1 0-1,1 0 1,0-1-1,-1 1 1,1 0 0,-1-1-1,1 1 1,-1 0 0,0-1-1,1 1 1,-1-1 0,1 1-1,-1-1 1,0 1-1,1-1 1,-1 1 0,0-2-1,4-19 3526,-3 18-3169,-1 0 0,0 0 0,1 0 0,-1 0 0,1 0 0,0 0 0,0 0 0,0 0 0,1 0 0,2-4 0,2 0-35,0 0 0,1 1 0,0 0 1,0 0-1,0 0 0,1 1 0,0 0 0,16-6 1,6-2 193,36-9 1,-62 21-526,315-72 1660,8 27-1193,-179 27-324,705-84 436,-71 9-445,-648 72-696,-131 22 405,-1-1 0,1 1 0,0-1 0,0 0 0,0 0 0,-1 0 0,1-1 0,0 1 0,-1-1 0,0 1 0,1-1 0,3-3 0,-6 5 49,0-1 0,0 1-1,1 0 1,-1-1 0,0 1-1,0-1 1,0 1 0,1 0-1,-1-1 1,0 1 0,0-1 0,0 1-1,0 0 1,0-1 0,0 1-1,0-1 1,0 1 0,0-1-1,0 1 1,0 0 0,0-1-1,0 1 1,-1-1 0,1 1 0,0 0-1,0-1 1,-1 0 0,-16-10-1014,11 8 592,0 1 1,0 1 0,0-1 0,-1 1 0,-6-1 0,4 2-1280,0 0 0,-1 0 1,-16 4-1,-28 6-6787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0:06.8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469 553 5649,'-22'-11'951,"-1"1"1,-26-6 0,40 13-517,-15-7 921,1 0-1,-24-14 0,-1-2 309,-25-6 434,40 19-487,-50-28 1,80 40-1526,1-1-1,0 1 1,-1-1 0,1 1 0,0-1 0,0 0-1,0 0 1,0 0 0,0 0 0,0 0 0,1 0-1,-1-1 1,1 1 0,-1-1 0,1 1 0,0-1-1,-1-2 1,2 3-51,0 1-1,0-1 1,0 0-1,0 1 1,0-1 0,1 0-1,-1 1 1,0-1-1,1 1 1,0-1 0,-1 0-1,1 1 1,0-1-1,0 1 1,0 0-1,0-1 1,0 1 0,0 0-1,0-1 1,2-1-1,5-3 29,-1 1 0,1 0 0,1 0 0,-1 1 0,1-1 0,-1 2 0,1-1 0,13-2 0,56-11 397,121-13-1,89 10 41,-201 15-374,395-18 405,244-16-277,-654 33-380,216-21-502,-104-5-2618,-181 31 2941,0 1 0,1-1 1,-1 0-1,0 0 0,0 0 1,0 0-1,-1-1 1,1 1-1,0-1 0,3-2 1,-6 4 228,0-1 1,0 1-1,1 0 1,-1-1 0,0 1-1,0-1 1,0 1 0,0 0-1,0-1 1,0 1-1,0 0 1,0-1 0,0 1-1,0-1 1,0 1-1,0 0 1,0-1 0,0 1-1,0 0 1,-1-1-1,1 1 1,0 0 0,0-1-1,0 1 1,-1 0-1,1-1 1,0 1 0,0 0-1,-1 0 1,1-1-1,0 1 1,0 0 0,-1 0-1,1-1 1,0 1 0,-1 0-1,1 0 1,0 0-1,-1 0 1,1-1 0,0 1-1,-1 0 1,0 0-1,-7-3-880,1 1 0,-1-1-1,-1 1 1,1 1 0,-15-2-1,-25 4-4809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0:07.3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505 116 4620,'15'-52'2505,"-14"50"-2294,-1 0 1,1 0 0,-1 0 0,0 0 0,0 0 0,0 0 0,0 0-1,0 0 1,0-1 0,-1 1 0,1 0 0,-2-3 0,2 2 223,-1 0 1436,1 0-1381,1 1 1,-1-1-1,1 1 1,0-1-1,0 1 0,0 0 1,0-1-1,0 1 1,3-4-1,-1 23-112,1-1 1,-2 1 0,-1 0-1,0 33 1,-13 72 362,8-88-543,-7 50-241,-3-1 0,-4-1 0,-4 0 0,-3-2 0,-42 92-1,-179 278-7241,200-371 4529,-28 50-3881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0:07.8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1 421 8493,'3'7'477,"0"0"0,1 0 0,0-1 0,0 0 0,1 0 0,0 0 0,0 0 0,0-1 0,0 0 0,1 0 0,0 0 0,8 5 0,13 5 392,48 23-1,-29-16-74,368 161 399,-268-131-2377,3-7 1,1-6-1,2-6 1,278 21-1,-383-50 1033,0-2-1,0-2 0,0-3 1,77-13-1,-111 13 245,1 0 1,-2-1-1,1 0 1,0-1-1,-1-1 0,0 0 1,0-1-1,-1 0 1,1 0-1,-2-2 1,1 1-1,-1-1 1,0-1-1,-1 1 0,0-2 1,-1 1-1,0-1 1,-1-1-1,0 1 1,10-23-1,-1-10 564,-2 0 0,15-73 0,2-94 574,-22 145-891,-4 27-262,13-114 474,-13 51-3092,-5 98 1453,-3 3 694,1 1 0,-1-1 1,0 0-1,0 1 0,0 0 1,1-1-1,-1 1 0,0 1 1,0-1-1,0 0 0,0 1 1,0-1-1,1 1 0,-1 0 1,0 0-1,-4 2 0,-20 22-4196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0:08.4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410 0 9217,'-18'5'782,"1"0"-1,0 1 1,0 0 0,1 1-1,0 1 1,0 1 0,1 0-1,0 1 1,-17 16 0,7-1-332,1 1 0,1 1 1,1 1-1,2 1 1,1 1-1,-17 35 0,25-43-480,2 0-1,0 1 1,1-1-1,2 2 0,0-1 1,2 1-1,0-1 1,1 1-1,2 47 0,2-64-226,-1 0-1,1 0 1,1-1-1,0 1 1,0 0-1,0-1 1,1 1-1,-1-1 0,2 0 1,-1 0-1,8 10 1,-6-10-830,0 0 0,1-1 0,-1 0 0,1 0 0,0 0 0,12 6 1,18 8-5112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1:48.6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57 123 4772,'0'0'4599,"-20"-9"-2846,11 7 4096,4 3-5830,-15 2 481,18-4-178,11-5-68,89-45 1170,-79 41-1392,1 2 0,0 1 0,1 0 0,0 1 0,0 2 0,0 0 0,1 1 0,34 0 0,-22-1-253,-30 4 200,-1-1 0,1 1 1,-1-1-1,1 1 0,0 0 0,-1 0 0,1 1 0,-1-1 0,1 1 0,-1 0 0,5 1 0,-6-1-21,-3 2 5,-4 7-165,0 1 0,-1-1 0,0 1 0,-14 16 0,9-13-111,6-7 153,0 1-1,-1-1 0,0 0 0,0-1 0,-1 1 0,0-1 1,0-1-1,-1 1 0,1-1 0,-12 5 0,10-6 12,1-1-1,-2 0 0,1 0 0,0-1 1,-1 0-1,1-1 0,-1 0 0,-10 0 0,16-1 67,-18 0-29,4 2 59,14-1-5,6-4-2469,11-26-2245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1:59.7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254 143 3148,'-15'24'612,"11"-19"5118,4-9-5497,-1 0-311,1 3 112,0 0 0,0 0-1,1 0 1,-2 0 0,1 0-1,0 0 1,0 0 0,0 0-1,0 0 1,-1 0 0,1 0-1,0 0 1,-1 1 0,1-1 0,-1 0-1,1 0 1,-1 0 0,1 0-1,-1 1 1,1-1 0,-1 0-1,0 0 1,0 1 0,1-1-1,-1 0 1,0 1 0,0-1 0,0 1-1,0 0 1,0-1 0,1 1-1,-1-1 1,0 1 0,0 0-1,0 0 1,0 0 0,0-1 0,0 1-1,0 0 1,0 0 0,0 0-1,0 1 1,-1-1 0,-34 4 678,1 2 1,-1 2 0,-35 12 0,68-19-566,-22 12 556,274-127-237,-112 51-2344,-136 62 1559,22-9-397,-11 8-4304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00.8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1 175 3856,'0'0'13474,"3"-1"-13492,53-17 114,92-43 1,-107 43-55,65-18 1,-23 10-327,-77 23 31,0 1 0,0 0 0,1 0 0,-1 0 0,0 1 0,1 0 0,-1 0 0,1 1 0,-1 0 0,1 0 0,-1 0 0,8 2 0,14 19-2687,-25-19 1685,10 7-2819,-3-1 1310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1:51.7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101 175 3996,'-24'-36'6734,"17"23"-6331,6 11 286,-1-1 33,1 0-556,0 1 0,-1-1 0,1 0 0,0 1 0,0-1 0,0 0 0,1 1 0,-1-1 1,1 0-1,-1 0 0,1 0 0,0 0 0,0 0 0,0 0 0,1 1 0,-1-1 0,1 0 0,-1 0 0,3-4 0,16-51 1973,-18 56-852,-4 21-1058,-10 43 257,5-22-231,1 0 0,-4 75 1,10-71-121,0-21-90,1 0 0,0 0 0,7 38 0,-6-56-25,0 1-1,1-1 1,-1 1 0,1-1 0,0 0-1,1 0 1,-1 0 0,1 0 0,0-1-1,0 1 1,0-1 0,1 1-1,0-1 1,0 0 0,0-1 0,0 1-1,0-1 1,1 1 0,0-1 0,7 3-1,-9-5-9,1 0-1,0-1 1,0 1-1,0-1 1,0 0 0,-1 0-1,1 0 1,0 0-1,0-1 1,0 1-1,0-1 1,-1 0-1,1 0 1,0-1-1,-1 1 1,1-1-1,-1 0 1,1 0-1,-1 0 1,0 0 0,0 0-1,0-1 1,4-4-1,2-1 1,0 0 1,-2-1-1,1 1 0,-1-2 0,0 1 1,9-18-1,-9 13-11,-2-1 0,1 1 1,-2-1-1,0 0 0,-1-1 0,0 1 1,-1-1-1,-1 1 0,-1-1 0,0 1 1,-1-1-1,0 1 0,-1-1 0,-1 1 1,-1 0-1,0-1 0,-1 2 0,0-1 1,-1 1-1,-1 0 0,0 0 0,-17-23 1,20 33-46,0 0 1,-1 0 0,1 1 0,-1-1 0,0 1 0,0 0-1,0 0 1,-1 1 0,1-1 0,-1 1 0,1 0-1,-1 1 1,0-1 0,1 1 0,-1 0 0,-9 0 0,5 1-369,0 0 0,-1 0 0,1 1 0,0 0 1,-1 1-1,1 0 0,0 0 0,0 1 1,-9 5-1,5-2-160,4 0-943,6 0-4692,10 9 614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1:52.4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 4040,'3'4'10154,"-1"4"-4882,-1 3-3465,-1 7-3429,0-1 2629,1 19-260,-6 72 0,2-73-783,1-1 1,4 54-1,0-75-814,0-1 0,1 1 0,8 23 0,-7-26-334,1 0 0,0-1 1,0 0-1,1 0 0,10 13 0,12 7-7374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1:53.2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167 257 4368,'-47'20'2571,"43"-30"-563,4 9-1833,0 0 0,0 0-1,0 0 1,0 0 0,-1 0 0,1 0 0,0 1-1,0-1 1,-1 0 0,1 0 0,-1 0-1,1 0 1,-1 0 0,1 1 0,-1-1-1,1 0 1,-1 0 0,-1 0 0,-7-7 559,0 0 0,0 0 1,0-1-1,1 0 1,1 0-1,0-1 0,0 0 1,1 0-1,0-1 0,1 0 1,-9-22-1,14 30-697,-1 0 0,1-1 0,-1 1-1,1 0 1,0 0 0,0-1 0,1 1 0,-1 0 0,1 0 0,0 0 0,-1-1 0,1 1-1,1 0 1,-1 0 0,0 0 0,1 0 0,-1 1 0,1-1 0,2-3 0,2 0 9,-1-1 0,1 1 1,1 0-1,-1 0 0,13-8 0,-16 13-37,0 0 0,0 1-1,0-1 1,0 1 0,0 0 0,-1-1-1,1 2 1,0-1 0,0 0-1,0 0 1,5 2 0,-5-2 0,2 2-3,0-1-1,1 1 1,-1 0 0,0 0-1,0 0 1,0 1-1,-1 0 1,1 0-1,0 0 1,-1 0-1,0 1 1,0-1-1,0 1 1,0 0-1,4 7 1,0 0-41,-1 0 1,0 0-1,-1 1 0,10 24 1,-12-25-42,-1-1 0,0 1 1,0 0-1,-1 0 0,-1 0 1,1 11-1,-2-16 52,-1 1 1,1-1 0,-1 0-1,0 1 1,-1-1-1,1 0 1,-1 0 0,0 0-1,-1 0 1,0-1-1,0 1 1,-3 5 0,-10 9 27,0-1 0,-1-1 0,0-1 0,-2 0 0,0-1 0,0-2 0,-2 0 0,-41 22 0,36-18 110,25-16-33,14-10-58,30-20-893,76-34-1,-54 30-607,148-73-6993,-134 70 1600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1:54.7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237 15 4544,'17'-10'1250,"-43"20"2575,22-12-3366,-13-8 95,12 8 106,2 2-338,-34 7 184,33-6-288,-16 2 174,16-2-307,0 0 0,0 1 0,0 0 1,0-1-1,1 1 0,-1 0 0,0 1 0,1-1 1,0 1-1,-1-1 0,1 1 0,0 0 0,0 1 1,0-1-1,1 0 0,-1 1 0,1-1 0,0 1 0,0 0 1,0 0-1,1 0 0,-3 7 0,-4 14 359,0 1 0,-5 43-1,3-20 111,1-3-63,1 0-1,3 1 0,-1 57 1,6-95-436,1 1 1,-1-1 0,1 0-1,1 1 1,0-1 0,0 0-1,1 0 1,0 0 0,0-1-1,1 1 1,9 14 0,-9-18-35,-1-1 0,1 0 0,0 1 1,0-2-1,0 1 0,1 0 0,-1-1 1,1 0-1,0 0 0,0 0 0,0-1 1,0 1-1,1-1 0,-1-1 0,1 1 1,-1-1-1,1 0 0,-1 0 0,1 0 1,10-1-1,10-1 12,-1 0 0,27-6 1,-42 5-14,16-4-15,0-1 0,-1-1 0,1-1 0,-2-1 0,1-1 0,-1-2 0,-1 0 0,26-20 0,-36 23-4,-1 0-1,0-1 0,-1 0 1,0-1-1,0-1 1,-2 0-1,1 0 0,-2 0 1,0-1-1,0-1 1,-1 1-1,5-17 0,-11 25-31,0 1 0,0 0 0,0-1 0,-1 1 0,0-1-1,0 1 1,0-1 0,0 1 0,-1 0 0,0-1 0,0 1-1,-1 0 1,1-1 0,-1 1 0,0 0 0,-3-5-1,1 5-90,0-1 0,0 0 0,0 1 0,-1 0 0,0 0 0,0 0 0,0 1 0,-1 0 0,1 0 0,-1 0 0,0 0 0,-10-3 0,-38-16-1011,22 10-312,1-1 0,-42-26 0,71 39 759,-2-2 99,-1 1 0,1-1 1,0 0-1,0 0 0,0 0 1,-4-6-1,0 3-1434,-2-2-417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1:55.6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33 863 4952,'0'0'6475,"-3"2"-5905,1-1-401,0 0-1,0 1 1,0 0-1,0-1 1,0 1-1,0 0 1,1 0-1,-1 0 1,1 0 0,-1 1-1,1-1 1,0 0-1,-1 1 1,1-1-1,0 1 1,1-1-1,-1 1 1,0-1 0,0 6-1,1-5 263,1-1 13,11 23 297,-12-24-498,1 1 0,0-1 0,0 1 1,-1-1-1,1 0 0,0 1 0,0-1 1,0 0-1,1 0 0,-1 0 0,0 0 1,0 0-1,1 0 0,-1 0 0,0 0 0,1-1 1,2 2-1,-1-3-167,1 0 1,-1-1-1,1 0 1,-1 1-1,1-1 1,-1 0-1,0-1 1,0 1-1,0 0 1,-1-1-1,1 0 1,4-5-1,2-4 58,1-1 0,10-21-1,8-12 34,133-199-928,39-56-4462,-200 301 5219,157-195-7315,-70 110 686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1:57.1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7 6833,'-2'-7'6039,"7"18"-3048,20 33 365,-20-38-3043,1 1 0,0-1-1,1 0 1,0-1 0,-1 1 0,2-1 0,-1-1-1,0 1 1,1-1 0,0-1 0,0 1-1,9 1 1,14 4 127,61 9 0,-47-11-190,53 13-133,76 13-764,-140-29-954,-1-1 1,1-2-1,39-3 0,-18-8-1920,-22-1-2471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1:57.3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312 0 6609,'-35'8'2162,"29"-7"1487,2 1-2054,-7 6-1044,1 0 1,1 1 0,-1 0-1,1 0 1,1 1 0,0 0 0,0 1-1,1 0 1,-8 15 0,-7 21 319,-18 50 0,29-68-589,-13 33-649,-25 110 0,40-127-4288,-4 73 0,10-61-3873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03.0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372 903 4316,'-27'19'1013,"22"-15"-171,1-8-387,1 0 0,-1 1 0,0-1 0,-1 1 0,1 0 0,-10-4 0,14 7-423,-9-5 680,-1-1 0,1 1 0,1-2 0,-1 1 0,-8-9 0,14 11-545,0-1-1,0 1 1,0 0 0,0-1 0,0 0 0,1 0-1,0 0 1,0 0 0,0 0 0,1 0 0,0 0-1,-1-6 1,-7-52 1041,5 28-820,-2 0 0,-17-59 0,-77-194 223,42 109-1387,56 173 418,0 0 0,0 0 0,1-1 0,0 1-1,0-1 1,1 1 0,0-1 0,0 1 0,2-12 0,-1 16 185,-1 1 0,1 0 0,0 0 0,0 0 0,0 0 0,0 0 0,0 0 0,0 0 0,0 1 0,1-1 0,-1 0 0,0 1 0,0-1 0,0 0 0,1 1 0,-1-1 0,2 1 0,9-2-4134,6 5 258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03.8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79 248 4088,'-21'-22'6637,"14"12"-6869,6 8 1582,2 22-985,3 8-88,1 0 1,13 41 0,-11-46-194,-3-12-55,1 0 1,0 0 0,1 0 0,0 0 0,1-1 0,0 0 0,0 0 0,1-1-1,1 0 1,13 12 0,-11-13-10,0 1 1,0-2-1,1 1 0,0-2 0,0 1 0,0-2 1,1 1-1,0-2 0,0 0 0,1 0 0,-1-1 1,1-1-1,-1 0 0,1-1 0,0-1 0,0 0 1,-1-1-1,1 0 0,22-5 0,-19 1-4,-1 0 0,30-13 0,-39 15-12,-1-1 1,0 0-1,1 0 1,-1-1-1,-1 0 1,1 0 0,-1 0-1,0 0 1,0-1-1,4-6 1,-5 5-4,0 0 1,-1-1-1,0 1 1,0-1 0,0 0-1,-1 0 1,0 0-1,-1 0 1,0 0 0,0 0-1,-1 0 1,0 0-1,0 0 1,-1-1 0,0 1-1,0 0 1,-1 0-1,-4-13 1,-4-6-10,-1 0 0,-1 1 0,-31-47 0,31 54 10,0 0-1,-2 1 0,0 1 0,-27-25 0,35 36-4,-1 0-1,0 1 0,0 0 0,0 0 1,-1 1-1,0-1 0,0 2 0,0-1 1,0 1-1,0 1 0,-1-1 1,0 2-1,1-1 0,-17 0 0,10 2 13,-1 1-1,1 1 0,0 1 1,0 0-1,0 1 1,0 0-1,0 1 0,-18 10 1,7-1-152,0 1 0,1 1 0,-32 27 0,55-41-24,0 0 0,0 1 0,0-1 1,0 1-1,0-1 0,1 1 1,-1-1-1,1 1 0,0 0 0,0 0 1,0 0-1,0 0 0,0 0 1,1 0-1,-1 5 0,1-8 160,2 5-3162,11 4-1410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04.6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106 632 3656,'-1'0'89,"1"1"0,0 0 0,0 0 0,-1 0 0,1 0 0,-1 0 0,1 0 0,0-1 0,-1 1 0,0 0 0,1 0 0,-1-1 0,1 1 0,-1 0 0,0-1 0,0 1 0,1 0 0,-1-1 0,0 1 0,-1 0 0,-13-9 2027,7 1-2090,5 6 651,3-2-58,-25-210 5418,6 36-5162,12 135-846,-8-67-521,15 96-289,-1-1-1,2 1 0,1-15 1,-1 28 614,-1-1 1,0 1-1,0-1 1,1 0-1,-1 1 1,0-1-1,1 1 1,-1-1-1,0 1 0,1-1 1,-1 1-1,1-1 1,-1 1-1,1-1 1,-1 1-1,1 0 1,-1-1-1,1 1 1,-1 0-1,1-1 1,0 1-1,0 0 1,2-1-760,9-8-3620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05.0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4956,'1'2'390,"0"0"-1,0 0 0,-1 0 0,1 0 0,1-1 1,-1 1-1,0 0 0,0 0 0,1-1 1,-1 1-1,1-1 0,-1 1 0,1-1 0,-1 0 1,4 2-1,37 20 940,1 1-370,-30-12-799,-1-1-1,0 1 1,-1 1-1,-1 0 1,17 28 0,32 77-415,2 4-5779,-37-85 877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06.0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35 695 3276,'-29'23'954,"23"-18"3307,6-8-3707,0-28 3604,1 28-3439,4-8-218,-1 0-1,-1-1 1,0 0-1,-1 1 1,0-1 0,0-21-1,-6-81 320,-1 22-506,-4-183-2749,10 226 558,1 12-4662,-2 20 1814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06.4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69 149 4896,'-53'-66'4700,"52"64"-3988,-1 1-577,1 0 1,0 0-1,0-1 1,0 1-1,0 0 1,0 0-1,0-1 1,0 1-1,0 0 1,1-1-1,-1 1 1,0-1-1,1 1 1,0-1-1,-1 1 1,0-4-1,3 1-92,0 1 0,1-1 1,-1 1-1,1-1 0,-1 1 0,1 0 0,0 0 0,0 0 1,1 0-1,-1 1 0,0-1 0,1 1 0,0 0 0,-1 0 1,1 0-1,0 0 0,0 1 0,0 0 0,0-1 0,0 2 1,1-1-1,-1 0 0,0 1 0,0 0 0,0 0 0,1 0 0,-1 0 1,0 1-1,7 1 0,-1 0-27,-1-1 0,0 2 0,1-1 0,-1 2 0,0-1 1,-1 1-1,1 0 0,-1 1 0,0 0 0,0 0 0,0 1 0,0 0 0,-1 0 0,0 1 1,-1 0-1,1 0 0,-1 1 0,-1-1 0,1 1 0,-1 1 0,-1-1 0,0 1 0,0 0 0,0 0 1,2 12-1,-1-5-4,-1 0 1,-1 1-1,0-1 1,-1 0-1,-1 1 1,-1-1-1,-1 21 1,-12 103 63,13-139-70,-1 0 1,1 0 0,0-1 0,-1 1 0,1 0 0,0 0-1,0 0 1,0 0 0,0 0 0,0-1 0,0 1-1,0 0 1,0 0 0,0 0 0,0 0 0,0 0-1,0-1 1,1 1 0,-1 0 0,0 0 0,1 0-1,-1-1 1,1 1 0,-1 0 0,1 0 0,-1-1 0,1 1-1,-1 0 1,1-1 0,-1 1 0,1-1 0,0 1-1,0-1 1,-1 1 0,1-1 0,0 1 0,0-1-1,-1 0 1,1 1 0,0-1 0,0 0 0,0 0-1,0 0 1,-1 1 0,1-1 0,1 0 0,3-1 12,0 0 1,0 0 0,0 0-1,0-1 1,0 1 0,5-3-1,-7 2-34,183-85-619,-69 29-1136,4-7-3996,-83 50 1977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07.1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 1032 3948,'0'0'8088,"-24"-17"-4994,16 2-2713,2-1 1,0 0-1,1-1 0,0 1 1,1-1-1,1 0 0,1 0 1,-1-18-1,6-145 213,-1 144-466,10-120-150,2-88-2078,-6 122-37,-1 38-1969,-6 62 831,-1 18-1385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07.6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36 323 5052,'-6'-26'613,"3"19"-368,1 0 0,1 0 0,-1-1 0,1 1 1,0-1-1,1 1 0,1-14 0,-5-69 1982,8 40-1268,-4 37-660,1 0 0,1 0 0,0 0 0,4-17 0,-5 27 80,-2 7-361,-3 12 9,-18 72 6,20-77-32,0 0 0,1 0 0,1 1-1,-1-1 1,2 0 0,1 12 0,0-16 1,0-1 0,0 0 1,0 0-1,1 0 0,0 0 1,0 0-1,0-1 0,1 1 1,0-1-1,0 0 0,0 0 1,1-1-1,0 1 0,0-1 0,0 0 1,6 4-1,12 6-10,1 0 0,41 16 0,-17-8 102,-32-14-96,117 63-2,-116-60 8,0 0 0,0 2 0,-1 0 0,-1 1 1,16 17-1,-25-23-5,-1 1 0,1 0 0,-2 0 0,1 0 1,-1 1-1,0 0 0,-1 0 0,0 0 0,1 11 0,-3-13-14,-1 1 0,0-1-1,-1 1 1,0-1 0,0 1-1,-1-1 1,0 0 0,-5 15-1,-5 5-367,-17 30-1,8-17-256,11-21-526,-26 34 0,1-1-1783,9-6-130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10.7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0 134 3480,'0'0'4495,"1"-2"-4333,13-58 824,-13 57-719,-1-1-163,9-58 942,-9 59-544,1 6-440,45 294 1449,-25-142-1233,-13-108-153,2-1 0,2-1 1,2 1-1,2-2 0,25 50 1,-32-76-92,9 15 106,25 38 1,-27-45-81,-1 2 1,14 34-1,-24-51-57,-4-8-7,0-1-7,0-1 0,-1 1 1,1 0-1,0-1 0,0 1 0,0-1 1,0 1-1,0-1 0,1 1 0,1 1 0,1 2-2974,8-26-1461,-6 9 840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11.8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318 95 3568,'-76'17'1850,"73"-16"-344,-11-4-1111,-1-1 1178,15 4-1545,0-1 0,0 1 0,0 0 0,0-1 1,-1 1-1,1-1 0,0 1 0,0 0 0,0-1 0,0 1 0,0-1 0,0 1 0,0 0 0,0-1 0,0 1 0,0-1 1,0 1-1,0 0 0,0-1 0,1 1 0,-1-1 0,0 1 0,0 0 0,0-1 0,1 1 0,-1 0 0,0-1 0,0 1 1,1 0-1,-1-1 0,0 1 0,0 0 0,1-1 0,2-2-5,1-1 0,-1 1 1,0 0-1,1 0 0,0 0 1,-1 1-1,1-1 0,0 1 0,9-3 1,44-14 148,-32 12-174,8-3 1,-1 2 1,45-6 0,-59 12-9,-1 1 1,0 0-1,1 1 1,-1 1 0,0 1-1,23 5 1,-34-5 4,1 0 0,-1 0 0,0 1 0,0 0 0,-1 0 0,1 1 0,-1 0 0,0-1 0,1 2 1,-2-1-1,1 1 0,0-1 0,-1 1 0,0 1 0,0-1 0,4 9 0,1 4 4,-1-1 0,0 2 0,-1-1 0,5 27 0,-7-21 36,8 26 19,52 147-18,-11-31-8,45 154-19,-52-159 0,-33-100-41,-3 0-1,-2 1 1,1 75-1,-1-22-26,-4-81 94,-2 0 0,-2 0-1,-1 0 1,-1 1 0,-8 46-1,5-69-94,0 0 0,-1 0 0,0 0 0,-1 0 0,0-1 0,-1 0-1,0 0 1,-1-1 0,0 0 0,-1 0 0,-19 16 0,26-24 59,-1 0-1,1-1 1,-1 1 0,0-1-1,0 1 1,0-1 0,0 0 0,0 0-1,0 0 1,-5 0 0,-3 2 2,-33 6 7,-36 10-56,37-8 8,-32 11-18,-359 141-1459,185-71-2267,222-83 2580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12.9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0 892 2992,'63'-28'538,"230"-90"2112,176-42-1544,372-106-648,-313 104-303,-488 149-114,26-7-80,98-46-1,-113 45 39,-34 14-27,0 0-1,26-15 0,-41 20-18,-33 4-97,0 1 96,-41 9 0,41-5 41,0-2 1,-42 1-1,15-6 101,55 0-110,0 0-9,-4 0-54,-1 0 0,1 1 0,0 1 0,-11 2 0,17-4-60,-1 1-1,0-1 1,1 1 0,-1-1 0,1 1 0,-1 0 0,0-1 0,1 1 0,0 0 0,-1 0 0,1 0 0,-1 0 0,1 0 0,0 0 0,0 1 0,0-1 0,0 0 0,0 1-1,0-1 1,0 1 0,0-1 0,0 1 0,1-1 0,-1 1 0,1 0 0,-1-1 0,0 3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14.2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402 260 2532,'0'-2'89,"1"1"-1,-1 0 0,0-1 1,0 1-1,0 0 0,0-1 1,-1 1-1,1-1 0,0 1 1,0 0-1,-1 0 0,1-1 1,-1 1-1,1 0 0,-1 0 1,0-1-1,1 1 0,-1 0 1,0 0-1,0 0 0,0 0 1,0 0-1,0 0 0,0 0 1,-2-1-1,1 0 344,1 1-61,-18-19 116,17 19-381,-1 0 43,-29-7 80,29 8-131,-19 0-44,3-2 42,16 1 0,-2 2 10,-9 0-67,8-1 114,-1 1-1,0 0 1,1 0 0,-1 0-1,1 1 1,-1 0 0,-7 4-1,12-5-114,0 0-1,0 1 1,0 0-1,0-1 1,0 1-1,0 0 1,0 0-1,1 0 0,-1 0 1,1 1-1,0-1 1,-1 0-1,1 1 1,0-1-1,0 1 1,1-1-1,-1 1 0,0-1 1,1 1-1,0-1 1,-1 1-1,1 0 1,0-1-1,1 4 1,0 39 275,2 0 0,2 0 0,3 0 0,1 0 0,2-1 0,25 63 0,-15-58-90,1 0 0,3-2-1,2-1 1,2-1 0,43 52 0,-54-77-118,1-1 0,0-1 1,2-1-1,0 0 0,0-2 0,2 0 1,0-1-1,1-2 0,0 0 0,0-2 1,2 0-1,-1-2 0,1-1 1,0-1-1,0-1 0,1-1 0,27 0 1,-32-3-27,1-1 0,0-1 1,0-1-1,0-1 0,-1-1 0,0-1 1,0-1-1,0-1 0,0-1 1,-1 0-1,0-2 0,-1 0 1,0-2-1,-1 0 0,0-1 1,-1-1-1,-1-1 0,0 0 1,-1-1-1,19-25 0,-23 24-62,-2 0 0,0-1 0,-1-1 0,0 1 0,-2-2 0,0 1 0,-2-1 0,0 0 0,3-27 0,-4 9-5,-1-1 0,-2 1 0,-1-1 0,-7-41 0,-10-2 78,-24-57-124,34 119 31,-1 1 0,0-1 1,-1 2-1,-1-1 1,-1 1-1,-1 1 0,0 0 1,-1 1-1,-24-24 1,27 29-11,-1 1 1,-1 1 0,0 0 0,0 0 0,0 1 0,-1 0-1,-1 1 1,1 1 0,-28-9 0,19 9-5,0 1 0,0 2 0,0 0 0,-1 1 0,-42 2 0,-4 8-135,1 2 0,-1 4 0,-78 26 0,123-33 65,-68 18-174,-18 5-822,-132 55 1,230-80 716,0 0-1,0 1 1,0 1 0,1 0 0,-15 12 0,26-18 206,-1 0-1,1 0 1,-1-1-1,1 1 0,0 0 1,-1 0-1,1 0 0,0 0 1,0 0-1,0 0 1,0 0-1,0 0 0,0-1 1,0 1-1,0 0 1,0 0-1,0 0 0,0 0 1,0 0-1,1 1 0,0 1-610,1 19-3157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34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1 258 3660,'11'-6'1561,"-9"6"-784,0-1 0,0 1 0,0 0 0,0-1 0,0 1 0,0 0 0,0 0 0,-1 0 0,1 0-1,0 1 1,2-1 0,10 6-1728,-10-5 1077,-1-1 6,60 11 1104,-60-11-642,2 0-519,28 0-63,100 3 744,-21 6-351,28 5-288,-119-12-96,1 0 1,0-2-1,-1-1 1,29-4 0,86-20 16,-104 18-75,3 0-59,-12 1 105,0 0-1,1 2 1,0 1-1,0 1 1,0 1-1,41 4 1,-55-3 14,0 1 0,1-2 1,-1 1-1,16-4 0,-16 2 83,164-20-102,-135 19 96,-34 3-92,-1 0 0,1-1 0,0 1 0,0-1 0,-1 0 1,1 0-1,5-2 0,0-1 83,0 0 0,0 1 0,20-2-1,-5 0 73,-19 3-137,30-8 21,1 2 0,0 1-1,0 1 1,1 3 0,44 0-1,249 3 64,-242-5-38,79-3-48,-139 6 21,0-1 0,30-6 0,-8 0 35,-17 0-156,13-6 145,89-12-40,-133 26 35,32-4 101,-32 5-30,-1-1-81,9-2 45,-1 0 0,0-1 0,15-7-1,-23 10 23,-18-8-9626,14 9 8387,-12-11-4994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38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1181 31 2852,'0'0'3219,"14"-5"-2589,-3-2 786,-16 2 1818,5 5-3144,-1 0 0,0-1 1,1 1-1,-1 0 0,1-1 0,-1 1 0,0-1 1,1 1-1,-1-1 0,1 1 0,-1-1 0,1 0 1,-1 1-1,1-1 0,0 0 0,-1 1 0,1-1 1,0 0-1,0 1 0,-1-1 0,1 0 0,0 1 1,0-2-1,-5 20-54,4-16-32,0-1 1,1 1-1,-1-1 0,1 1 0,-1-1 1,1 1-1,-1 0 0,1-1 1,0 1-1,0 0 0,0-1 0,0 1 1,0 1-1,9 41-1,-8-41-21,-1-1 4,9 66 69,-9-64-58,0-1 53,-4 15-44,2 1-1,0 0 1,1 0-1,1 0 1,2 24 0,-1-40 60,-2 3-106,0 0 55,0 1 0,0-1 0,-1 0 0,-3 8 0,-6 23-102,7-18 155,0-1 0,-9 23 1,12-38-68,-11 24 43,9-21-39,0-1 0,0 1-1,0-1 1,1 1-1,-3 9 1,2-5-10,2-7-5,-1-1-2,0 1 17,1-1-1,-1 1 1,1 0 0,0 0-1,0-1 1,0 1 0,0 0-1,0 3 1,1 23-30,0-26 43,7 15 40,-4-5-72,9 20 68,-2 0-1,-1 1 1,6 55-1,-14-89-51,-1 3 63,9 28-12,-8-27 16,-1 16-52,0 31 378,0-48-329,-2 0-1,0 0 0,1 0 0,0 0-1,0 0 1,0 1 0,0-1 0,0 7 0,-2 21-51,3-28 73,-3 31-35,3-32-16,6 24 26,-6-23-35,0 0 13,-6 26-8,6-26-14,-1-1 12,-17 90 207,18-89-288,-1 0 69,-7 28-61,4-20 101,1 0 1,1 0 0,-3 22-1,4-29-52,0 0-1,-1 0 1,0 0-1,0-1 1,0 1-1,-1-1 1,1 1-1,-4 3 1,-5 9-170,5-3 185,2 1-1,0-1 0,0 1 1,-2 23-1,6-36-19,-1 2 36,-2 17 57,-23 63-212,21-54 182,4-26-15,1 16 16,0-10-36,1-1 1,0 1 0,0-1 0,0 1 0,1-1 0,0 0 0,5 11 0,-6-16-39,5 28 182,-5-28-183,2 16 11,-2-17-8,0 0 0,-1 1 0,1-1 0,-1 0 0,0 0 0,1 1 0,-1-1 0,0 0 0,-1 5 0,-2 7 35,3-11 13,-1 0-100,-1 30 141,2-29 25,-4 30-14,3-32-94,-7 22 162,8-21-153,-1 0-57,-1 30 44,2-29 19,-3 15-40,3 0 10,0-1 1,4 29 0,1 15 121,-6-41-46,0 1-1,-6 22 1,1 29 16,2-55-74,2-9 55,0-1 0,1 1 0,0 0 0,1 10 0,0-11-18,1 1 0,0-1 0,5 16-1,-2-8-19,-4-13 52,0 8-75,1-10 132,-1 1-1,0-1 1,0 1-1,0-1 1,1 1 0,-1-1-1,-1 1 1,1-1 0,0 0-1,0 1 1,-1-1 0,1 1-1,0-1 1,-1 1 0,0 1-1,-23 3 8,0-1-1,0-1 1,-28 1-1,21-1-18,-324 28 795,126-13-536,193-17-225,-43-4 1,30 0-55,46 2-65,-16-3 37,3 1-48,13 1 0,-18-3 662,14 3-3275,-18-2-11278,5 0 10122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39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1214 39 3156,'0'0'7270,"-2"-3"-6923,-6-26 4320,5 29-4588,-29-3 95,29 3 521,-19-3-599,-8 2 13,0 1-1,0 1 0,1 2 1,-1 1-1,-45 12 1,-1-1-16,-10 0-139,-604 122-660,626-125-1419,61-11 1170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44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69 3084,'3'-13'2147,"-9"9"1654,-7 6-859,5 1-4124,6-2 1170,-11 3-84,5 0 301,19-6 220,0-1-486,-9 3 184,-1-1-124,-1 0 1,1 0-1,-1 0 1,1 0-1,0 0 1,-1 0 0,1 1-1,0-1 1,-1 0-1,1 0 1,0 1-1,0-1 1,0 1 0,0-1-1,1 0 1,3-4 157,-20 6-116,-1 3 159,12-2-90,-1-1-1,0 0 1,0 0-1,0 0 1,-8 0-1,25-27-313,-49 29 152,33-3 24,-16 5 2,2-2 2,15-2 80,0-1-10,-10 1-45,5-1 158,17-11-89,-7 9-64,30-11 115,-29 12-139,-2 0 16,0 0-1,0 1 0,0-1 1,0 1-1,0-1 1,0 1-1,0-1 0,0 1 1,0-1-1,1 1 1,-1 0-1,0 0 0,0 0 1,2-1-1,10-2-40,-12 3-92,1-1-1,0 0 1,0 1-1,0-1 1,0 1-1,0-1 1,0 1-1,0 0 1,0 0-1,0 0 1,4 1 0,-6-1 163,1 0 0,0 0 0,0 1 0,0-1 1,-1 0-1,1 1 0,0-1 0,0 1 1,-1-1-1,1 1 0,0-1 0,-1 1 1,1-1-1,-1 1 0,1 0 0,-1-1 0,1 1 1,-1 0-1,1 0 0,-1-1 0,1 1 1,-1 0-1,0 0 0,0 0 0,1-1 0,-1 1 1,0 0-1,0 0 0,0 0 0,0 0 1,0 0-1,0 0 0,-5 25 120,4-23 146,6-7-55,4-5-180,-8 8 888,-20 4-11405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45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34 3140,'1'0'87,"-1"0"1,1 0-1,-1 1 0,0-1 0,1 0 0,-1 0 1,0 0-1,1 1 0,-1-1 0,0 0 0,1 1 0,-1-1 1,0 0-1,0 1 0,1-1 0,-1 0 0,0 1 1,0-1-1,0 1 0,0-1 0,1 0 0,-1 1 0,0-1 1,0 1-1,0-1 0,0 0 0,0 1 0,0-1 1,0 1-1,0 0 0,-12 1 3302,-2-1-387,18-15-2752,-4 11-95,0 1 0,1 0 0,-1-1 0,0 1 0,0-1 0,-1 1 0,1-1 0,0 1 0,-1 0 0,-1-5 0,0 5 1100,4 14-569,3 3-479,0 0 1,1-1-1,1 0 0,9 15 1,11 23 18,38 104 812,23 47-54,-63-151-756,61 90 0,-59-103-178,3-1 1,1-2-1,2-1 1,1-1-1,44 33 1,-58-52-46,1-1-1,0 0 1,1-2 0,1-1 0,0 0-1,0-2 1,1-1 0,0 0-1,0-2 1,1-1 0,39 3 0,-16-7 29,0-3 0,0-1 0,0-3 0,0-2 1,92-28-1,222-101-65,-351 133 28,179-86-84,-47 21-558,-97 46-665,-43 22 666,4-11-2980,-6 8 2885,0 0 1,-1 1-1,1-1 0,0 0 1,-1 0-1,0 0 0,0 0 0,-1-4 1,1-1-331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47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310 59 4328,'1'1'201,"-1"0"0,0-1 0,1 1-1,-1 0 1,0-1 0,0 1 0,1 0-1,-1-1 1,0 1 0,0 0 0,0 0-1,0-1 1,0 1 0,0 0 0,0 0-1,0-1 1,0 1 0,-1 0 0,1-1-1,0 1 1,0 0 0,-1 0 0,1-1-1,0 1 1,-1-1 0,1 1 0,-1 0-1,1-1 1,-1 1 0,1-1 0,-1 1-1,0 0 1,-29 2 6502,30-3-6698,0 0 35,1 0-1,-1 0 1,1-1 0,-1 1-1,1 0 1,0 0 0,-1-1-1,1 1 1,-1 0 0,1-1 0,-1 1-1,0-1 1,1 1 0,-1 0-1,1-1 1,-1 1 0,0-1-1,1 1 1,-1-1 0,0 1-1,1-1 1,-1 1 0,0-1 0,0 0-1,0 1 1,1-1 0,-1 1-1,0-1 1,0 0 0,0 1-1,0-1 1,0 0 0,-2-18 1357,-22-11-1257,23 28-125,-1 0-129,1 0 123,-1 1 1,1-1-1,-1 0 1,0 1-1,0-1 1,1 1-1,-1-1 1,0 1-1,-3-1 1,-6 11 14,0 0-1,0 1 1,1 0 0,0 1-1,0 1 1,1-1 0,-10 20-1,-47 96 150,62-118-170,-10 19 8,2 1-1,1 1 1,1 0-1,2 1 1,1 0-1,1 0 1,2 0-1,1 0 0,1 42 1,3-64-15,0-1 0,0 1 0,1-1 0,0 1 0,1-1 0,0 0 0,0 0 0,0 0 0,1 0 0,0-1 0,8 11 0,-9-14-4,0-1 0,0 0 0,1 0 0,-1 0 0,1 0 0,-1 0 0,1-1 0,0 0 0,0 0 0,0 0 0,1 0 0,-1 0 0,0-1 0,0 0 0,1 0 0,-1 0 0,1 0-1,-1-1 1,1 0 0,0 0 0,-1 0 0,1 0 0,-1-1 0,5-1 0,3 0 9,-1-1-1,0 0 0,-1-1 0,1 0 1,0-1-1,-1 0 0,0 0 1,0-1-1,-1-1 0,0 1 0,17-17 1,-15 11 2,-1-1 1,0 1-1,-1-2 0,0 1 1,-1-1-1,-1-1 0,0 0 1,-1 0-1,5-18 1,34-151 316,-36 87 668,-8 94-805,-13 37 566,9-12-509,1-1 0,1 43 0,1-44-157,3 30 83,2-1 1,2 0-1,19 67 1,-14-69-131,-2 0 1,-2 2-1,2 67 0,-9-91-31,-1 0 0,-1 1-1,-2-1 1,0 0 0,-2 0 0,0-1 0,-14 35 0,-51 97-674,19-56-3130,49-96 2110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47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0 124 9829,'0'0'8068,"2"2"-7671,41 42 514,-31-30-792,0-1 0,25 23 0,4 4-190,-39-38 56,0 0-1,0-1 1,1 1-1,-1-1 1,0 1-1,1-1 1,-1 0-1,1 1 1,2 0-1,1 0-5,-4-1 9,33-4-89,-32 3 41,25 13-214,-23-9 222,-1 1 1,0 0 0,-1-1 0,1 2-1,4 8 1,-2-4-40,-5-9 87,0-1 0,-1 1 0,1-1 0,0 1 0,-1-1 0,1 1 0,0-1 0,0 0 0,0 1 0,0-1 0,-1 0 0,1 0 0,0 1 0,0-1 0,0 0-1,0 0 1,0 0 0,1 0 0,2 0 2,1 1-4,-1 0 0,1-1 0,-1 1 0,1-1 0,-1 0 0,1 0 0,-1-1 0,1 1 0,-1-1 0,0 0 0,1 0 0,-1-1 0,0 1 0,0-1 0,0 0 0,0 0 0,4-3 0,9-7 120,0 0 0,24-25-1,-27 24 174,0 1 0,24-16-1,-7 6 194,-24 17-376,0 0 0,0 1 0,0-1 0,0 1 0,1 1 0,15-6 0,24-5-687,61-27 1,39-29-6073,-128 61 5555,-16 8 584,0-1-1,0 0 1,0 0 0,0 0-1,0 0 1,-1-1 0,1 1-1,3-5 1,7-5-3624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48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201 198 5412,'-23'0'1350,"18"0"-97,2 4 19,-64 80 3206,54-68-3842,1 1 1,0 0-1,2 0 1,0 1-1,-15 35 1,21-42-483,0-1 1,1 1 0,0-1-1,1 1 1,0 0 0,1 0 0,0 0-1,1 19 1,0-26-157,0-1 0,0 1 1,1-1-1,0 1 0,0-1 0,0 1 1,0-1-1,0 0 0,0 1 0,1-1 1,0 0-1,0 0 0,0 0 0,0 0 1,0 0-1,0-1 0,1 1 0,0-1 1,-1 1-1,1-1 0,0 0 0,0 0 1,0 0-1,0 0 0,0-1 1,1 1-1,-1-1 0,0 0 0,1 0 1,3 1-1,0-1-105,1 0-1,-1 0 1,1-1 0,-1 0 0,0 0 0,1-1 0,-1 1 0,1-2 0,-1 1-1,0-1 1,0 0 0,10-5 0,-8 3 11,1-2 0,-1 1 0,-1-1 0,1-1 1,-1 1-1,0-1 0,13-16 0,1-7-79,-1-1-1,-1-1 1,30-66 0,-36 70 59,104-239-387,-110 254 620,0 0-1,18-20 1,-22 59 254,-4 1-285,-4 38-1,2-39-779,0 37 0,6-34-443,-3-21 25,0 0 0,-1 0-1,0 0 1,-1 14 0,-2 1-4152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49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1717 3844,'0'0'3374,"4"0"-3041,11 0-1299,1-1 5554,-16 0-4420,0 0 1,0 0-1,-1 0 1,1 0-1,0 0 1,0 0-1,0 0 1,-1 1-1,1-1 0,0 0 1,-1 0-1,1 0 1,-1 0-1,1 1 1,-6-6 4781,30-7-4159,314-158 551,-121 69-1207,519-257-222,718-438-673,-1043 555 167,-395 230-2973,-34 18 1827,-38 20-1514,23-8-66,18-7-1298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49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51 5781,'-2'-12'431,"0"0"533,0 1 7549,17-5-5041,-25 50-3083,2 0-1,1 0 1,2 1 0,-1 56-1,6-80-365,0 1-1,1-1 1,0 0 0,1 0-1,0 0 1,1 0 0,0 0-1,1-1 1,0 1 0,1-1-1,0 0 1,0 0 0,1-1-1,0 1 1,1-1 0,0-1-1,1 1 1,15 13 0,-7-11-19,1 0 0,-1-2 0,1 0 0,1-1 0,0-1 0,0 0 1,0-1-1,1-1 0,0-1 0,0-1 0,29 1 0,19-2-505,127-12 0,-189 9 470,37-3-734,0-2 0,0-2 0,-1-2 0,-1-2 0,0-1 0,0-2 0,72-39 0,-102 48-395,0-1-1,-1 0 1,0 0 0,15-15 0,-14 8-4486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50.1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1 347 8085,'5'-16'597,"2"0"0,0 0 0,0 1 1,2 0-1,0 0 0,0 1 0,2 0 1,-1 0-1,17-14 0,-1 3 7,2 0-1,1 2 0,41-26 1,-55 39-725,1 0 1,0 2-1,1-1 0,32-9 1,-43 16-51,-1 1 0,0-1 1,1 2-1,-1-1 1,1 0-1,-1 1 0,0 0 1,1 1-1,-1-1 0,1 1 1,-1 0-1,1 0 1,-1 1-1,0-1 0,0 1 1,0 0-1,0 1 0,0-1 1,8 7-1,-11-8 56,0 1-1,0 0 0,0 0 1,0 0-1,0 0 1,-1 0-1,1 0 1,-1 0-1,0 0 1,1 1-1,-1-1 1,0 1-1,0-1 0,-1 1 1,1-1-1,0 5 1,0 1-438,-1-1 1,0 1-1,0 0 0,-2 9 1,0-2-529,-2 35-2582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50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72 4852,'125'-9'3279,"-119"8"-3512,0 0-1,-1-1 1,1 0-1,0 0 1,-1 0-1,1 0 1,-1-1-1,0 0 1,0-1-1,0 1 1,0-1-1,4-4 1,27-16-362,-33 23 825,1 1 29,2-1-199,0 1-1,0 0 0,-1 1 0,1-1 0,0 1 0,-1 0 0,1 1 1,0-1-1,-1 1 0,0 0 0,1 1 0,-1-1 0,10 7 1,5 4 282,0-2 1,1 0 0,35 12-1,-52-21 2077,-7-4-2241,0 1-175,1-1 0,-1 1-1,1 0 1,-1 0 0,1 0 0,-1 1-1,0-1 1,0 0 0,1 1-1,-1 0 1,0-1 0,0 1 0,1 0-1,-1 1 1,0-1 0,0 0-1,1 1 1,-1 0 0,0-1 0,1 1-1,-1 0 1,1 0 0,-1 1-1,1-1 1,-1 0 0,1 1 0,-4 3-1,3-3-181,0 0-1,0 0 1,-1 0-1,1 0 1,-1 0-1,1-1 1,-1 0-1,-4 2 0,-11 3-2013,-3 3-876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42:56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71 205 2716,'23'6'7154,"-24"-10"-6998,-1-24 278,2 25 106,-1 0-481,0-2 84,0 1 0,0-1-1,-1 0 1,1 1 0,-1-1-1,0 1 1,-1 0 0,1 0 0,-6-8-1,6 10 1177,-6 7-1384,8-5 115,-1 0-1,0 0 1,1 0 0,-1 0 0,0 0 0,1 1-1,-1-1 1,1 0 0,-1 1 0,0-1 0,1 0-1,-1 1 1,1-1 0,-1 0 0,1 1 0,-1-1-1,1 1 1,-1-1 0,1 1 0,-1 0 0,1-1-1,0 1 1,-1-1 0,1 1 0,0 0 0,0-1-1,-1 1 1,1 1 0,-3 33-68,3-31 133,-3 17 53,3-3-88,0-14-58,-2 0 116,-3 32 208,5-33-182,-3 17 77,0 34 121,3-51-306,-1 0 21,-2 8-53,2-4 24,-1 0 1,1-1-1,0 1 1,0 0-1,1 13 1,1-10-13,0 0 0,1 0 0,0 0 0,6 16 0,0 3-84,3 1 10,-10-28 38,0 1 1,0-1-1,1 1 0,-2-1 0,1 1 1,0 0-1,-1-1 0,1 1 0,-1 0 1,1 4-1,1 0 50,1 1 1,0-1 0,0 0-1,7 12 1,-7-15-39,-2-2 282,-1 2-269,0 24-4,0-26 459,1 1-438,13 60 233,-13-60-246,8 29 76,-5-13-105,-3-16 4,1 0 0,-1 0 0,0 0 0,-1 0 0,1 0 0,-1 1 0,1-1 0,-1 0 0,0 1 0,0-1 0,0 0 0,-1 0 0,1 1 0,-1-1 0,0 0 0,0 0 0,0 0 0,0 0 0,0 0 0,-1 0 0,-2 4 0,3-5 24,-13 28 32,-22 43-89,35-70 64,3 3-28,-7 24-6,-4 30-141,9-56 213,3 30 62,-3-31-133,0-1 1,0 1-1,0-1 0,0 1 0,0-1 1,0 1-1,-1-1 0,1 1 0,-1-1 1,0 1-1,0-1 0,0 0 0,0 0 0,0 1 1,0-1-1,-1 0 0,1 0 0,-1 0 1,1 0-1,-1 0 0,-3 2 0,4-3 76,0 0-78,0 0 0,0 0-1,1 1 1,-1-1 0,0 0-1,1 0 1,-1 0 0,1 1-1,0-1 1,-1 0 0,1 1-1,0-1 1,0 3 0,-4 10 0,2-11-7,1 1-1,0-1 0,-1 1 1,1-1-1,1 1 0,-1-1 1,0 6-1,7 47 247,-5-53-227,-1-1-27,3 24-124,-3-23 241,1 0-88,11 57 88,-4-49-62,4 4-165,18 63 290,-29-76-149,0 1-25,1 0 10,-1-1 0,1 1 0,0 0 0,0-1 0,0 1 0,0-1 0,1 0 0,-1 1 0,1-1 0,-1-1 0,1 1 0,5 3 0,-1 0 1,-5-3 20,8 6-27,-3-4-13,0 0 0,0-1-1,0 0 1,9 2 0,-13-4 156,17-1-40,36 0-130,-52 0 87,15 1-17,-13 0-70,1 0-1,0 1 1,-1-1 0,0 2-1,7 2 1,-11-4 346,28 11 74,11 20-27,-39-31-264,29 13 81,-28-12-210,-1 0 54,0-1 1,0 1 0,0 0 0,0 0 0,-1 0 0,1 0 0,0 0 0,-1 0 0,0 0 0,1 1 0,-1-1 0,0 1 0,0-1 0,0 4 0,0 1 11,0 0 1,-1 0-1,0 0 1,0 0-1,-1 0 1,0 0-1,0 0 1,-3 10-1,3-15 5,-4 31 20,6-30-66,0-1 0,0 0 1,-1 0-1,1 0 1,0 1-1,-1-1 0,0 0 1,1 1-1,-1-1 1,0 0-1,0 1 0,0-1 1,0 0-1,-1 1 1,1-1-1,-1 0 0,0 1 1,1-1-1,-1 0 1,-1 2-1,1-1 43,1-3-34,0 1 1,0 0-1,0 0 1,0-1-1,0 1 0,0 0 1,0-1-1,0 1 0,0 0 1,-1-1-1,1 1 1,0 0-1,0-1 0,-1 1 1,1-1-1,0 1 0,-1 0 1,1-1-1,-1 1 1,1-1-1,-1 1 0,0 1 1,0-1-1,0 0 0,0 0 0,1 0 0,-1 0 0,0 1 1,1-1-1,-1 0 0,1 1 0,-1-1 0,1 0 0,0 1 1,0-1-1,0 0 0,-1 1 0,1-1 0,0 1 0,1-1 1,-1 0-1,0 1 0,0-1 0,1 1 0,-1-1 0,0 0 1,1 0-1,0 1 0,-1-1 0,2 3 0,-1-2 9,6 32-32,-14-2 38,6-29-24,0 0 0,0 0-1,0 1 1,0-1 0,1 0 0,-1 1 0,1-1 0,0 5-1,-1-6 19,0 0-1,-1 1 0,1-1 1,1 0-1,-1 0 0,0 1 0,0-1 1,1 1-1,0-1 0,-1 4 1,3 1 7,-1 1 0,1 0 0,1-1 1,6 14-1,-7-18 3,9 28 33,18 13 4,-26-41-50,0 0 0,0-1 1,0 1-1,1-1 0,-1 0 0,1 1 1,5 1-1,2 2 16,1 1-16,-9-6-18,-1 0-40,57 26 132,-56-26-67,16 2-2,-4-1-11,-11-1-22,-1-2 31,29-4 10,-29 5-19,16 3-31,28 10 71,-43-12-31,-2 0-5,3 2-5,0 0 0,0-1 0,1 0 0,-1 0 0,1 0 0,-1-1 0,1 0 0,10 1 0,50-1-13,-48-1-42,-14 0 88,-1 0-19,29 2 7,-29-1-26,14-1 0,11 0 22,0-2-1,1 0 1,-1-2-1,40-11 1,-49 12-16,-13 2-5,0 0 1,0 0 0,-1-1 0,1 1 0,0-1 0,10-6 0,-13 7 5,0-1 0,0 0 0,0 1 0,0 0 0,1 0 0,-1 0-1,1 0 1,5-1 0,21-7 28,37-27 63,-47 27-45,-13 5-33,0 0-1,1 0 1,-2-1 0,1 0 0,7-7 0,38-25-21,-40 29 0,-1 1 1,0-2 0,0 1 0,-1-2-1,0 1 1,0-1 0,-1-1 0,11-16-1,-5 1 32,-1-1-1,-1-1 1,-1 0-1,-2 0 1,-1-1-1,-1 0 1,-1-1-1,-2 0 1,-1 0-1,-2 0 1,0 0-1,-2-1 1,-6-41-1,3 39-6,-1 0-1,-2 1 1,-1-1 0,-2 1-1,-24-60 1,16 53 5,14 31-19,0 0 1,-1 0-1,0 0 0,-10-14 0,-14-25 19,22 35-17,0 1 1,0 0-1,-15-18 1,2 5 12,1 0 0,-20-37 0,-2-3-15,-150-211 59,74 122-112,91 119 44,-17-25 11,31 41-10,0-1-1,-1 1 1,0 1-1,-2 0 1,-16-16-1,19 25 6,1 1 1,-1 0-1,-1 0 0,1 1 1,-1 1-1,0 0 1,-25-7-1,-24-10 9,53 17-14,-1-1 0,1 0 0,0-1 0,1 0 0,-8-9 0,-7-7-3,-5-7-2,26 29-7,-2 0 18,0-1 0,0 1 0,0 0 0,0-1-1,0 1 1,1-1 0,-1 0 0,0 0 0,1 0-1,0 0 1,-5-5 0,-5-4-28,10 9 138,0 1-228,1 0 109,-1-1 0,0 1 0,0 0 0,1 0 0,-1 0 0,0 0 0,0 0 0,0 0 0,0 1 0,0-1 0,-4 0 0,-3 7 1,1 0-1,-1 0 0,1 1 0,0 0 0,-9 12 0,9-11 7,-54 59 130,60-65-86,-15 16-160,15-16 197,-10-29-228,-9 12 89,19 14 24,-1 1-145,-26 5 203,26-4 58,3-4-238,3-28 173,-3 27 66,-8-17-1567,7 16-1911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57.8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40 4640,'-16'-17'9949,"13"16"-9402,-23-6 42,24 6 1747,17-12-1442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15.7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44 4352,'7'-43'2677,"2"57"-2729,1 0-152,-13 1-1629,3 5 393,6-9 924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20.4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181 183 5276,'13'-6'2679,"-9"4"-2126,-1 1-1,1-1 1,-1 0-1,0-1 1,0 1-1,0-1 0,0 1 1,5-7-1,14-11 651,-4 7-174,-1-1 1,21-20-1,-23 19 154,32-24 0,-45 37-783,13-8 299,-8 7 124,-11 24-373,-1-2-343,-1 0 0,-1-1 1,-1 1-1,-20 31 0,-4 12 28,19-38-134,0 0 0,-23 27 0,3-4-403,-69 85-3540,28-41-2828,26-29-1762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30.3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215 170 10270,'122'-168'0,"-452"376"0,538-248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05.1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642 392 5344,'-3'1'365,"0"-1"-1,0 1 0,0-1 0,0 0 0,0 1 0,-1-2 1,1 1-1,0 0 0,0-1 0,0 1 0,0-1 0,0 0 1,0 0-1,0 0 0,-8-4 8029,5 2-7830,-1 1-1,1-1 1,-1 0 0,1-1 0,0 1 0,-10-9 0,12 9-594,0 1 143,0 0 0,-1 1 1,1-1-1,-1 1 0,1 0 1,-1 0-1,0 1 0,1 0 1,-9 0-1,4-1 63,-45 1 419,50 1-289,1-1-215,-5 0 88,0 1 1,0-1-1,0 2 1,0-1-1,0 1 1,-12 5-1,18-6 75,-1 0 8,-8 4-146,-1 0 0,1 1 0,1 0 0,-1 1 0,1 0 0,0 1 0,1 0 0,-1 1 0,-8 10 0,2 2-18,1 0 0,0 0 0,2 1 0,0 1 0,2 0 0,1 1 1,0 0-1,-7 32 0,13-38-63,1 0 1,1 0-1,0 1 1,1-1-1,1 1 1,1-1-1,1 1 0,0-1 1,1 0-1,1 0 1,1 0-1,10 24 1,-8-26-19,0-1 0,1 0 0,0 0 1,2-1-1,0 0 0,0-1 1,1 0-1,1 0 0,0-1 0,0-1 1,1 0-1,27 16 0,-22-17-6,0 0 1,1-2-1,-1 0 0,2-2 1,-1 0-1,1-1 0,0-1 1,0 0-1,40 0 0,-37-4-4,0 0-1,0-2 1,0-1-1,0-1 1,-1 0-1,1-2 1,-1-1-1,-1 0 1,1-2-1,-1-1 1,-1 0-1,0-1 1,0-1-1,-1-1 1,-1-1-1,0-1 1,-1 0-1,0-1 1,24-32-1,-25 24-11,-1-1-1,-1-1 1,-2 0-1,0 0 1,-2-1-1,-1-1 1,-1 0-1,-1 0 1,-2 0-1,-1-1 1,-1 0-1,-1 1 1,-1-1-1,-2 0 1,-1 0-1,-2 0 1,0 0-1,-2 1 1,-16-46-1,15 53-2,-2 0-1,-1 0 0,-1 1 0,0 0 0,-2 1 1,0 0-1,-1 1 0,-1 1 0,-1 0 0,0 1 1,-1 1-1,-26-19 0,18 18-42,-1 0 0,0 2 0,-1 1 0,0 1-1,-1 1 1,-1 1 0,0 2 0,0 1 0,0 1 0,-1 2 0,-39-2 0,43 6-363,0 1 1,0 1-1,1 1 1,-1 2 0,-39 12-1,43-10-429,0 2-1,1 0 1,0 1-1,1 2 1,0 0-1,-30 24 1,45-32 508,-8 6-1747,1 1 1,0 0 0,-11 14-1,2 9-7042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05.6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354 41 7129,'1'-1'197,"-1"1"0,1-1 1,0 0-1,-1 1 1,1-1-1,-1 0 0,1 0 1,-1 0-1,1 1 0,-1-1 1,1 0-1,-1 0 1,0 0-1,0 0 0,1 0 1,-1 0-1,0 0 1,0 1-1,0-1 0,0 0 1,0 0-1,0 0 0,0 0 1,-1 0-1,1 0 1,0 0-1,0 0 0,-1 0 1,1 1-1,0-1 1,-1 0-1,1 0 0,-1 0 1,1 1-1,-2-2 0,-3-7 4161,2 11-3584,-5 4-606,1 0 1,0 1-1,0 0 0,1 0 1,0 0-1,0 1 0,0 0 1,1 0-1,1 1 1,-1-1-1,-4 14 0,-6 10 141,-28 57 261,3 3-1,5 1 1,4 1-1,-28 147 1,38-120-307,6 0 0,5 1 0,8 159-1,5-219-231,4-1-1,2 0 0,2-1 1,4 0-1,2 0 0,2-2 1,3 0-1,3-2 0,41 72 0,-37-82-357,2 0 0,2-2-1,1-1 1,3-2-1,1-1 1,2-3-1,2 0 1,1-3-1,1-2 1,83 45-1,-45-37-1652,112 39 0,-2-21-4365,-34-24-2661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07.5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40 389 11077,'-3'-1'2022,"0"0"-1309,0 0 0,0 0 0,0 0 0,0-1 1,0 1-1,0-1 0,-5-3 0,7 4-633,1 0 0,-1 0 0,0 1-1,1-1 1,-1 0 0,1 0 0,-1 0-1,1 0 1,0 1 0,-1-1 0,1 0-1,0 0 1,-1 0 0,1 0 0,0 0-1,0 0 1,0 0 0,0 0-1,0 0 1,0 0 0,0 0 0,0 0-1,0 0 1,1 0 0,-1 0 0,0 0-1,1 0 1,-1 0 0,0 0 0,1 0-1,-1 0 1,1 1 0,0-1 0,0-1-1,3-1 66,0-1 0,0 1 1,1 0-1,-1 0 0,1 0 0,-1 1 0,1-1 0,0 1 0,9-2 0,-2-1 83,50-16 646,1 2 1,80-13-1,-60 15-507,687-120 826,-734 131-1165,11-1-29,409-51-1973,-375 49-939,-77 9 1361,-4 2 1223,0 0 1,0 0-1,-1 0 1,1 0-1,-1-1 1,1 1 0,-1 0-1,0 0 1,0-1-1,1 1 1,-1 0 0,0-1-1,-1 1 1,1-1-1,0 1 1,0-1-1,-3 3 1,-30 16-5013,-11 1-1467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07.6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 7653,'-9'7'2255,"23"-9"243,-6 0-1291,-8 2-1178,1 0 1,-1 0-1,0 0 0,0 0 1,0 0-1,0 0 0,0 0 0,0 0 1,0 0-1,0 0 0,1 0 0,-1 0 1,0 0-1,0 0 0,0 0 0,0 0 1,0 0-1,0 0 0,0 0 0,0 0 1,1 0-1,-1 0 0,0 0 0,0 0 1,0 0-1,0 0 0,0 0 0,0 0 1,0 0-1,0 1 0,0-1 0,0 0 1,0 0-1,0 0 0,0 0 0,1 0 1,-1 0-1,0 0 0,0 0 0,0 0 1,0 1-1,0-1 0,0 0 0,0 0 1,0 0-1,0 0 0,0 0 0,0 0 1,0 0-1,0 0 0,0 1 0,0-1 1,0 0-1,0 0 0,0 0 0,0 0 1,-1 0-1,1 0 0,0 0 0,0 0 1,0 0-1,0 1 0,0-1 0,-8 320 6887,-28 2-10230,13-185-4389,14-66-697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08.3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400 219 10365,'-1'-2'1694,"1"0"-1456,-1 0 1,1 0-1,-1 0 0,0 0 1,1 0-1,-1 0 0,0 0 0,-1 0 1,1 1-1,0-1 0,0 0 0,-1 1 1,1-1-1,-1 1 0,1 0 1,-1-1-1,0 1 0,1 0 0,-1 0 1,0 0-1,0 0 0,-3-1 1,3 1 573,-2 1-202,-7 1-476,0 1-1,0 0 0,1 0 0,-1 1 1,1 1-1,-1 0 0,1 0 0,0 1 1,1 0-1,-1 0 0,1 1 0,-12 11 1,-42 30-735,-90 89 0,155-137 325,44-41-839,-40 38 1107,-1 0-1,0 1 1,1 0-1,-1 0 1,1 0-1,0 1 1,0 0-1,0 0 1,0 0-1,0 1 1,13-1-1,4 3-17,-1 1-1,1 2 0,26 7 0,-21-5-1,37 4-1,-55-9 7,1 0 0,-1-1 1,0-1-1,1 0 0,-1 0 0,0-1 0,14-5 1,-8 2 8,-1-2-1,0 0 1,0-1 0,-1-1 0,0 0 0,0-1 0,-1 0 0,14-15 0,12-15 28,38-52 0,30-30 118,-104 119-116,1 0 0,0 0-1,-1 0 1,1 1 0,0 0 0,0-1-1,0 1 1,0 1 0,7-3 0,-10 4-9,0-1 1,1 1-1,-1 0 1,0 0 0,1-1-1,-1 1 1,0 0-1,1 1 1,-1-1-1,0 0 1,0 0 0,1 0-1,-1 1 1,0-1-1,0 1 1,1-1-1,-1 1 1,0-1-1,0 1 1,0 0 0,0 0-1,0-1 1,0 1-1,0 0 1,0 0-1,0 0 1,0 0 0,0 0-1,0 0 1,-1 1-1,1-1 1,-1 0-1,1 0 1,0 0 0,-1 1-1,1 1 1,3 13 58,0-1 1,-1 2 0,0-1-1,0 32 1,-9 72 162,1 1-52,5-104-142,1 0 1,1-1-1,1 1 0,9 31 1,-12-46-36,1-1 0,0 1 0,0-1 0,0 1 0,0-1 0,0 0 0,0 0 0,0 1 0,0-1 0,0 0 0,1 0 0,-1 0 0,0 0 0,1-1 0,-1 1 0,1 0 0,-1 0 0,1-1 0,-1 1 0,1-1 0,2 1-1,3 1 14,-5-3-13,0 0 0,0 0-1,0 0 1,0 0 0,0 0 0,0 0-1,0-1 1,-1 1 0,1-1 0,0 0 0,-1 1-1,3-4 1,-3 3-3,1 0 0,-1 0 0,0 0 0,0-1-1,-1 1 1,1 0 0,0 0 0,-1-1 0,1 1 0,-1 0 0,0 0 0,1-1 0,-1 1-1,-1-1 1,1 1 0,0 0 0,0 0 0,-1-1 0,0-1 0,-1 0-6,1 0 1,-1 1 0,0 0-1,0-1 1,0 1-1,-1 0 1,1 0 0,-1 0-1,0 0 1,-4-3 0,-4-2-364,-1 0 1,0 1 0,0 0 0,0 1 0,-19-6 0,25 10-205,1-1 0,0 0 0,0 0 0,0 0-1,0 0 1,0-1 0,1 0 0,-1 0 0,1 0 0,-6-9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08.4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0 5072,'0'20'3345,"-13"-14"-3401,0 0-788,0 2-3689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12.2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372 9 9113,'-9'-2'575,"0"-1"446,1 0 6998,4 5-7920,0 1 1,-1-1-1,1 1 1,0 1-1,1-1 1,-1 0-1,1 1 1,-1 0-1,1 0 1,0 0 0,1 0-1,-1 0 1,-2 6-1,-2 6 221,1 1 1,-7 25-1,8-21-107,-12 36 241,-103 430 918,104-394-1315,-38 270 192,29 2-337,24-353 96,1 0 1,1-1 0,0 1-1,1 0 1,0-1-1,1 1 1,0-1 0,0 1-1,7 12 1,-5-24 91,4-3-120,-1-1 0,-1 0 0,1 0 0,-1-1-1,1 0 1,-1 0 0,-1 0 0,1-1 0,6-8 0,10-12-108,20-31 0,-27 33 55,2 1 0,25-24 0,-26 30 33,1 2 0,0 0-1,2 2 1,-1 0 0,2 1 0,42-19 0,-55 29 34,-1 0-1,1 1 1,-1 0 0,1 0-1,0 1 1,-1 0 0,1 1-1,0-1 1,-1 1 0,1 1-1,12 3 1,-16-4 9,0 0 0,0 0-1,-1 1 1,1-1 0,0 1 0,-1 0 0,1 0 0,-1 0 0,0 1-1,0-1 1,0 1 0,0 0 0,0 0 0,0 0 0,-1 0-1,1 0 1,-1 0 0,0 1 0,0-1 0,0 1 0,-1-1 0,3 8-1,-4-8 4,0 1-1,1 0 1,-2 0-1,1-1 0,0 1 1,-1 0-1,0 0 1,0-1-1,0 1 0,0-1 1,-1 1-1,1-1 1,-1 1-1,0-1 0,0 0 1,0 0-1,0 0 1,-1 0-1,-3 3 1,-2 2 8,0 0-1,-1 0 1,0-1 0,0-1 0,-14 8 0,-3 0-46,-2-1-1,0-2 1,0-1-1,-1-1 0,0-1 1,0-1-1,-47 3 1,52-8-495,-1-1-1,0-2 1,1 0 0,-1-2 0,-42-9 0,66 11 386,-38-12-1513,36 12 1149,1 0 0,-1 0 1,1 0-1,-1-1 0,1 1 1,0-1-1,0 0 0,0 1 0,0-1 1,0 0-1,0 0 0,0 0 1,-1-3-1,-2-16-6976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12.4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298 0 9509,'3'0'263,"-1"0"1,0 1-1,0-1 0,0 0 1,0 1-1,0-1 1,0 1-1,0 0 0,0 0 1,0 0-1,2 1 1,-4-1-170,1 0 1,-1 0-1,0 0 1,0 0-1,1 0 1,-1 0-1,0 0 0,0 0 1,0 0-1,-1 0 1,1 0-1,0 0 1,0 0-1,0 0 1,-1 0-1,1 0 1,0 0-1,-1 0 1,1 0-1,-1 0 1,1-1-1,-1 1 1,0 0-1,1 0 1,-1 0-1,0 0 1,-20 35 1347,2 1-1,1 0 1,2 2 0,-15 57 0,-31 172 710,47-191-1712,-36 154-482,-25 127-5752,73-344 4466,1 1 1,0 0 0,1-1-1,0 1 1,2 18 0,10 14-6911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12.8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74 408 10073,'-8'6'860,"0"-1"0,0 1-1,0 0 1,1 0 0,0 1 0,0 0 0,0 1 0,-6 10 3521,26-3-2675,-12-13-1641,0-1 0,0 1 1,1-1-1,-1 1 0,0-1 0,1 1 0,0-1 1,-1 0-1,1 0 0,0 0 0,-1 1 0,1-2 0,0 1 1,0 0-1,0 0 0,0-1 0,0 1 0,0-1 0,0 1 1,0-1-1,3 0 0,25 2 257,-1-1 1,0-1-1,1-2 0,51-10 1,-63 9-376,0-2 0,-1-1 0,0 0 1,0-1-1,0-1 0,-1 0 0,0-1 0,28-23 1,-23 15-97,0-1 0,-2-2 0,0 0 0,-1-1 0,-1 0 0,27-47 0,-31 44 20,0-1 0,-1 0 0,-1-1 0,-2 0 0,7-30 0,-15 54 116,-1 0 0,1 0 1,-1 0-1,0 0 0,0 0 0,0-1 1,0 1-1,0 0 0,0 0 1,0 0-1,-1 0 0,1 0 0,-1 0 1,0 0-1,1 0 0,-1 0 0,-2-4 1,2 5 6,0 0 0,-1 0 0,1 0 0,0 0 0,0 0 0,-1 1 0,1-1 0,0 0 0,-1 1 0,1-1 0,-1 1 0,1-1 0,-1 1 0,1 0 0,-1 0 0,1-1 0,-1 1 0,-2 1 0,-4-1 5,1 2 0,-1-1 0,1 1 0,-1 0 0,1 1 1,0 0-1,-12 6 0,-2 3 73,0 2 1,1 1 0,-31 28-1,-48 60 269,87-90-275,-34 39 360,-68 98 0,94-119-299,1 1 0,2 1 0,1 1 0,-22 68-1,34-91-113,1 1 0,1 0 0,0-1 0,0 1 0,1 0 1,1 0-1,0 0 0,0 0 0,1 0 0,1 0 0,0 0 0,1 0 0,0 0 0,1-1 0,0 0 0,1 0 0,0 0 0,1 0 0,0-1 0,0 0 0,1 0 0,1 0 0,-1-1 0,2 0 0,13 11 0,-1-3-217,1-1 1,0 0-1,1-2 0,1-1 1,0-1-1,0-1 0,2-1 1,-1-1-1,51 11 0,-43-14-632,1-2 0,0-1-1,1-2 1,-1-1 0,0-1-1,0-2 1,48-11 0,23-11-4662,3-6-3258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13.3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1074 34 6401,'5'2'5192,"-1"-10"-3455,-3 7-1717,-1-1-1,0 1 1,0 0 0,1 0-1,-1 0 1,1 0 0,-1 0-1,1 0 1,0 0 0,-1 0-1,1 0 1,0 0 0,-1 0-1,1 0 1,2-1 0,2 0 92,1 0 1,-1 1 0,1-1-1,0 1 1,0 0 0,0 1 0,0 0-1,-1 0 1,1 0 0,11 2 0,0-1 118,39 1 101,0 3-1,0 3 1,0 1 0,-1 3 0,57 21-1,-96-26-288,0 0 0,0 1-1,-1 1 1,0 0 0,0 1-1,-1 1 1,-1 0 0,0 1-1,0 1 1,-1 0 0,-1 0 0,0 1-1,0 1 1,-2 0 0,0 0-1,-1 1 1,13 32 0,-4 3 4,-3 1 1,-2 0 0,-1 1-1,4 91 1,-12-73-57,-3 0-1,-4 0 1,-2-1 0,-26 118 0,-97 272-774,113-408 693,-43 133-36,-150 319-1,190-468 224,-106 193 301,74-147-94,34-51-178,-1-1 1,-2-1 0,-1 0-1,-1-2 1,-35 34 0,36-44-117,-1-1 0,0 0 0,-2-2 0,1 0 0,-2-2 0,1-1 0,-2 0 0,-31 7 0,14-8-317,0-1-1,-1-3 1,1-1 0,-59-2 0,-185-13-3099,97-4-2088,106 8 324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28.7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585 613 2948,'-5'-3'-1969,"-4"0"9761,0 8-2807,-1 3-4515,8-6 1509,23-24-1201,-18 20-739,-1-1 1,1 0-1,-1 1 1,0-1-1,0 0 1,0 0-1,0 0 1,-1 0-1,1 0 1,-1-1-1,0 1 1,0 0-1,1-6 1,-1 6 85,1 1-3,0 0-1,0 0 1,0-1-1,0 1 1,0-1-1,0 1 1,-1-1 0,1 0-1,0-3 1,2 0 160,3-6-45,-5 10 985,-3 0-1194,-1 1 0,1-1 0,0 1 1,0-1-1,-1 1 0,1 0 0,-1-1 0,1 1 0,-1 0 0,1 0 1,-1 0-1,-2-1 0,-11 29 290,0 1-1,-15 43 1,6-9 62,-29 87 359,48-130-606,1 1 0,1-1 0,0 1 0,2 0 0,2 37 0,3-22-5,1 1 0,3-2 0,0 1-1,3-1 1,0-1 0,2 0 0,2 0 0,1-2 0,1 0-1,2-1 1,24 31 0,-20-33-72,1 0 0,0-2 0,3 0-1,0-2 1,1-1 0,1-2 0,1 0 0,1-2 0,1-2 0,61 26-1,-69-35-15,0 0 0,1-2-1,0-1 1,0-1 0,1-1 0,-1-1-1,1-1 1,-1-1 0,1-2-1,37-6 1,-49 5-31,-1-1 0,1-1 0,0 0 0,-1-1 0,0 0 0,0-1 0,-1-1 0,22-16 0,-20 12 2,0 0 1,-1 0-1,-1-2 0,0 0 0,0 0 0,-1-1 0,-1 0 0,15-31 0,-11 13-71,0-1 1,-3 0-1,10-43 0,-13 32-23,-2 0 0,-1-1 0,-3 0 0,-2 1 0,-2-1 1,-1 1-1,-3-1 0,-2 1 0,-1 1 0,-28-78 0,21 81 34,-2 0 0,-1 0 1,-2 2-1,-2 1 0,-2 0 0,-57-65 1,50 72 34,-2 1 1,-1 2 0,-1 1-1,-1 2 1,-1 2 0,-1 1 0,-1 2-1,-57-19 1,-13 3-2,-1 4 0,-116-16 1,168 37 10,0 3 0,0 3 0,0 2 0,-105 8 0,155-4-18,1 0 0,-1 1 0,0 0 0,1 0 0,0 1 0,-1 0 0,1 1 0,0 0 0,-9 6-1,13-7-17,0 1 0,0-1 0,0 1 0,0 0 0,0 0 0,1 0 0,0 0 0,0 0 0,0 1 0,1 0 0,-1-1 0,1 1 0,0 0 0,1 0 0,-1 0 0,0 6 0,0 6-547,0 0-1,1 0 1,2 1 0,-1-1-1,2 0 1,5 24 0,3 39-4321,-8-37 139,6-2-2502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29.1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7 5016,'-44'-6'661,"18"6"-2410,-2 0 805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31.3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531 37 4500,'0'0'4543,"0"-3"-3230,-3-31 5400,2 38-6191,-1 7-308,-1 0 1,0 0-1,-1 0 0,0-1 1,-1 1-1,0-1 0,-11 16 1,-55 71 502,56-77-591,-235 267-4136,173-208-1072,6 7-2991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32.8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149 17 3608,'0'0'15141,"-9"9"-15024,1 0-32,0 1 0,1 0 0,1 0 0,-1 1 0,2-1 0,0 1 0,0 1 0,0-1 0,-3 20 0,-2 12 405,-4 60-1,7-40-33,-10 115 393,17-153-763,1 0 0,1-1 0,1 1 0,1 0-1,9 27 1,-8-32-40,2 0 0,0 0 0,1-1 0,1 1 0,1-2 0,0 1 0,2-2-1,0 1 1,0-1 0,20 18 0,-11-15-5,0-2 0,1 0 1,0-2-1,2 0 0,0-2 0,0 0 0,52 19 0,-56-25-31,0-1 0,1-1 0,0-1 0,0-1 0,1-1 0,38 1-1,-49-4-2,0-1-1,0 0 1,0-1-1,0 0 0,-1-1 1,1 0-1,-1 0 0,0-1 1,0-1-1,0 0 0,-1 0 1,1-1-1,-1 0 0,0 0 1,10-11-1,-7 5-15,-1-1-1,-1-1 0,0 1 1,0-2-1,-2 1 1,1-1-1,-2-1 1,0 0-1,-1 1 1,-1-2-1,0 1 0,-1-1 1,3-27-1,-3-3-3,-2 0-1,-2 0 1,-10-80-1,8 108 11,-1-1 0,0 1 0,-2 1 0,0-1-1,-1 1 1,-1 0 0,0 0 0,-2 1 0,0-1 0,-1 2 0,0 0 0,-2 0-1,1 1 1,-2 0 0,0 1 0,-1 1 0,0 0 0,-1 0 0,-24-14-1,-2 3-5,-1 2-1,-1 1 0,-50-16 1,-234-41-453,278 68-333,11 1-2408,5 3-4934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34.4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504 47 4456,'-29'24'910,"23"-19"3541,9-7-4259,-1 1-1,0-1 1,0 1 0,0-1 0,0 0 0,0 0-1,0 0 1,0 0 0,0 0 0,-1 0 0,1 0-1,-1-1 1,0 1 0,2-5 0,-1 4-184,0 1 1,-1 0 0,1-1-1,0 1 1,0 0 0,0 0-1,0 0 1,1 1 0,-1-1-1,0 0 1,1 1 0,-1-1-1,1 1 1,-1 0 0,1 0-1,0 0 1,0 0 0,-1 1-1,1-1 1,3 0 0,56-4 61,-59 5-79,1 0 30,29-3 241,0 3 0,0 0 0,52 9 0,-57-6-105,151 26 583,-15 6-17,-160-34-698,9 3 21,0-1-1,-1 1 1,0 1-1,0 1 0,15 8 1,-21-11-45,-1 1 1,0 0-1,0 0 1,-1 1-1,1-1 0,-1 1 1,0 0-1,0 0 1,0 1-1,-1-1 0,0 1 1,4 9-1,3 14 138,-1 0-1,-1 1 1,-2 0-1,-1 0 0,-2 0 1,1 37-1,-18 185 1525,9-196-1394,2-32-158,-2-1-1,0 0 0,-14 35 1,3-11-153,5-18 133,-1 0-1,-2-1 1,-1-1 0,-1 0-1,-1-1 1,-37 42 0,34-45-8,-1 0 0,0-2 0,-46 36 0,54-49-64,1 1 0,-1-2-1,-1 0 1,1 0-1,-1-1 1,-1-1 0,1 0-1,-1-1 1,-23 3 0,-51 0-5,0-5 1,0-3 0,-125-19 0,-107 0-38,317 20 77,-2 0-52,-19 0 8,18 0 113,-3-2-196,9 2-4,0 0 0,0 0 0,0 0 0,0 0 0,0 0 0,0 0 0,0-1 0,0 1 0,0 0 0,0 0 0,0-1 0,0 1 0,0-1 0,1 1 0,-1-1 0,0 1 0,0-1 0,0 1 0,1-1-1,-1 0 1,-1-1 0,6-9-326,-1 4-1607,0-1-4352,2-6-733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35.4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13 7957,'0'0'161,"-1"0"0,1 0 1,0 0-1,0 0 1,0 0-1,-1 0 0,1 1 1,0-1-1,0 0 0,0 0 1,0 0-1,-1 0 1,1 0-1,0 1 0,0-1 1,0 0-1,0 0 0,0 0 1,0 1-1,0-1 0,0 0 1,0 0-1,-1 0 1,1 1-1,0-1 0,0 0 1,0 0-1,0 0 0,0 1 1,0-1-1,0 0 1,0 0-1,0 0 0,1 1 1,-1-1-1,0 0 0,0 0 1,0 0-1,0 1 1,0-1-1,0 0 0,0 0 1,0 0-1,1 0 0,-1 1 1,0-1-1,0 0 0,0 0 1,0 0-1,0 0 1,1 0-1,-1 1 0,0-1 1,0 0-1,0 0 0,1 0 1,20 3 1751,33-5-1790,409-20 980,-152 23-5001,-175 2-1254,6 5-3108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35.7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64 243 6961,'-59'-16'5319,"55"15"-1574,4-2-2838,0 0-820,1-1 0,-1 1 0,1 0 0,-1-1 0,1 1 0,0 0 0,0 0 0,0 0 0,1 0 0,-1 0 0,1 0 0,-1 0-1,1 0 1,0 0 0,0 1 0,0-1 0,1 1 0,-1 0 0,1-1 0,-1 1 0,1 0 0,0 0 0,0 1 0,3-3 0,17-5 21,0 0 1,1 2-1,0 0 1,32-3-1,-22 3-249,131-21-1903,45-10-2750,-124 18 914,8 3-1925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36.4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33 172 7905,'-2'0'123,"0"-1"1,0 1-1,0-1 1,1 1-1,-1-1 1,0 1 0,0-1-1,1 0 1,-1 0-1,1 0 1,-1 0-1,1 0 1,-1 0-1,1 0 1,0 0-1,-1-1 1,1 1-1,-1-3 1,1 3-35,1-1 0,0 1 0,0-1 0,0 1 0,0-1-1,0 1 1,0 0 0,1-1 0,-1 1 0,0-1 0,1 1 0,-1-1 0,1 1 0,0 0 0,-1-1 0,1 1-1,0 0 1,0 0 0,0-1 0,0 1 0,0 0 0,0 0 0,2-1 0,1-2 98,1 0 1,-1 0-1,1 0 1,1 1-1,-1 0 0,0 0 1,1 0-1,-1 1 1,1 0-1,0 0 1,9-2-1,9-1 254,37-2-1,360-8 1058,2 25-946,-311-6-374,230 2 1120,-238-9-282,-92 3-763,0 0 0,0 1 1,-1 0-1,1 0 0,19 6 0,-27-6-103,30 7 852,-34-8-1004,20-11 283,-20 11-268,0-1 0,0 0 1,0 0-1,0 0 0,-1 0 0,1 1 0,0-1 1,0 0-1,-1 0 0,1 1 0,0-1 1,-1 0-1,1 0 0,0 1 0,-1-1 0,1 0 1,-1 1-1,0-1 0,1 0 0,-1 1 0,1-1 1,-1 1-1,0-1 0,1 1 0,-3-1 0,2-1 110,-7 0-1010,0 0 154,0-1 0,0 0-1,1-1 1,-1 0-1,1 0 1,-12-9 0,4 4-1160,-11-2-3019,-9 6-2753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0:39.7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61 3388,'-19'14'6868,"8"-7"-6625,9-5 51,3 0-22,1 6-622,-2-7 462,1 0 1,-1 1-1,0-1 0,1 0 1,-1 0-1,0 1 0,0-1 1,0 0-1,0 0 0,0 1 1,0-1-1,0 0 1,0 0-1,0 1 0,0-1 1,-1 0-1,1 0 0,-1 0 1,1 1-1,-1-1 1,1 0-1,-1 0 0,0 0 1,1 0-1,-1 0 0,0 0 1,0 0-1,0 0 1,0 0-1,0-1 0,-2 3 3942,5-5-3805,1-2-216,-1 1 69,0 0 0,1 0 0,0 0 0,-1 0 0,1 0 0,0 0 0,0 1 0,1-1 0,-1 1 0,0 0 0,1 0 0,6-3 0,-1-2-42,-9 7-26,0-1 0,1 0 0,-1 1 0,0-1 1,1 1-1,-1-1 0,1 1 0,-1-1 0,1 1 0,-1-1 0,1 1 0,0-1 0,-1 1 1,1-1-1,-1 1 0,1 0 0,0-1 0,-1 1 0,1 0 0,0 0 0,-1 0 0,1-1 0,1 1 1,32 0 56,-30 0 226,10 4-152,35 6 98,-46-9-215,29 13-60,111 19 154,-67-20-118,-60-8 2,0-1 1,31 4-1,-30-6-14,56 7 3,-70-9 9,19 1 18,76 1 191,-91-2-219,0 0 1,0 0-1,0 0 0,0-1 1,11-2-1,12-2 15,-27 5-39,1 0 38,116 6 7,-82-8-24,-35 1 10,16 4 23,5-3-14,-1-2 0,1 0 0,-1-1 1,0-1-1,29-10 0,-49 13-33,0 1-38,25-2 56,-14 1 5,0-1 0,0 0-1,0 0 1,19-8 0,-29 9-19,0 1-1,0-1 0,-1 0 1,1 1-1,0 0 1,0 0-1,0 0 0,0 0 1,5 2-1,42 1-10,-40-1 4,-7 1 11,20-2-16,51-6 31,-53 2 7,1 1 0,-1 1-1,26 3 1,-45-2 18,6 2-82,-3 1 36,24-2-1,4 2 0,-30-3 6,-1 2-5,1-1 1,0 0-1,0 0 1,-1 0-1,1 0 1,0 0-1,5 0 1,58-4 25,-64 3 46,0 0 0,64 3-189,-64-3 116,0 1 12,4 0-9,0 1 0,0-1 1,0-1-1,0 1 0,1-1 0,-1 0 0,0-1 1,0 1-1,0-1 0,0-1 0,0 0 0,10-3 0,-14 4 76,16-2-111,-17 3 54,0-1 0,0 1-1,0 0 1,0-1 0,0 0-1,-1 1 1,1-1 0,0 0 0,0 0-1,-1 0 1,1 0 0,-1 0-1,1-1 1,-1 1 0,1 0 0,-1-1-1,0 1 1,3-4 0,-2 2-64,0 1 318,-1 2-580,0 0 299,-1-1 1,1 1 0,0-1 0,0 1 0,0-1 0,0 1-1,-1-1 1,1 1 0,0-1 0,-1 0 0,1 1 0,0-1-1,-1 0 1,1 0 0,-1 1 0,1-1 0,-1 0 0,0 0-1,1 0 1,-1 0 0,0 0 0,1 1 0,-1-1 0,0 0-1,0 0 1,0 0 0,0 0 0,0 0 0,0 0-1,0 0 1,0 0 0,0 0 0,-1 0 0,1 0 0,0 0-1,0 1 1,-1-3 0,-17-35 31,16 36 5,3-6 16,-1-10-117,0 13-2744,-26 17 960,23-10 767,-3-14-8201,-1 1 4322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0:42.3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54 4768,'-7'14'4251,"10"-14"-3735,4-2-190,0 0 0,-1 0 0,1-1 0,-1 0-1,10-6 1,-14 7 903,1 3-837,4 2-292,0-1 191,-1 0 0,1 0 0,-1 1 0,0 0 0,0 0 0,0 1 0,-1-1 0,1 1 0,7 7 0,-10-8-146,0-2-1,0 1 1,0 0-1,0 0 1,0-1-1,1 0 1,-1 0-1,7 2 1,1 0 342,34 11 1096,-42-13-1111,1-2-386,35-1 69,-34 2 47,29 0 93,-30 0-205,16 0 101,243 3 459,-215-5-635,66-12 0,-68 7 7,-24 4-21,1 1 0,-1 1 0,0 1-1,1 1 1,-1 1 0,0 1 0,32 8-1,70 12 32,-83-13-8,1-2 1,42 3-1,-22-4-45,-32-4 35,1-2 0,35-3 0,32 1 332,-40 3-208,95-7 0,-132 1-128,1-1 1,25-10-1,3 0-37,-45 15 56,-3-1-8,24-7 2,-23 8-46,0-3 29,0 1-1,0 0 1,0-1-1,0 1 1,1 0-1,-1 1 1,0-1-1,6-2 1,14-4 39,-19 6-48,1 0 0,-1 0 0,0 1 0,0 0 0,1 0 0,5-1 0,5 4-20,-15-2 23,1 0-1,0 1 0,-1-1 0,1 0 1,0 0-1,-1 0 0,1 1 0,0-1 1,-1 0-1,1 0 0,0 0 0,0 0 1,-1 0-1,1-1 0,0 1 0,-1 0 1,1 0-1,0 0 0,-1-1 0,1 1 0,0 0 1,-1-1-1,1 1 0,-1 0 0,1-1 1,-1 1-1,1-1 0,-1 1 0,1-1 1,-1 1-1,1-1 0,-1 1 0,1-1 1,-1 1-1,0-1 0,1 0 0,-1 1 1,0-1-1,1-1 0,5-12 607,-21-1-687,11 7-4260,4-23-576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0:46.5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59 3792,'0'0'7152,"-17"-13"-6857,10 10 3067,-7 16-2733,25-13 785,37-14 550,-39 11-2284,15-5 541,0 1 0,42-6 0,-32 9-305,-3 0 180,37 1 0,-57 3-69,-1 1-1,0 1 1,1-1 0,-1 1 0,0 1 0,0 0 0,12 6 0,-13-4 4,12 4-51,-19-8 13,-2 1-109,0-1 111,-1 0-1,1 1 1,-1-1-1,1 0 1,-1 0-1,0 1 1,0-1-1,1 0 1,-1 0-1,0 0 1,0 0-1,0 0 1,0 0-1,0 0 1,0 0-1,0-1 1,-1 1 0,1 0-1,0-1 1,0 1-1,-1 0 1,1-1-1,0 0 1,-1 1-1,-1-1 1,-39 8-83,39-7 70,-189 26-310,174-23 339,14-3 13,5-4-157,-1-1 138,1 1 0,-1 0-1,1 0 1,0 0 0,0 0-1,0 0 1,1 0 0,-1 0-1,1 0 1,-1 0 0,1 0-1,0 1 1,0-1 0,0 1-1,0-1 1,1 1 0,-1 0-1,1 0 1,-1 0 0,1 0-1,0 0 1,0 1 0,0-1-1,0 1 1,0 0 0,0 0-1,0 0 1,0 0 0,0 0-1,1 1 1,-1-1 0,5 1-1,8-2-14,-13 2 18,0 1 29,61 20-178,-61-20 18,-7 15-706,4-14 824,-1-1 0,1 0-1,-1 0 1,0 1 0,1-1-1,-1 0 1,0 0 0,0 0-1,0 0 1,0 0 0,0 0-1,0 0 1,0 0 0,0 0-1,-1 0 1,1 0 0,0-1-1,0 1 1,-1-1 0,1 1-1,0-1 1,-1 1 0,-1-1-1,-44 8-141,9-2 64,32-3 416,-13 3-1939,17-8 325,9-7 144,-3 5 716,-2 1-7,0 1-1,1-1 1,-1 1-1,1 0 1,-1 0-1,1 0 1,0 0-1,0 1 1,0-1-1,0 1 1,3-1-1,23 0-4559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0:50.5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 5228,'3'0'787,"-1"0"-571,-1 1 1,1-1-1,0 0 1,-1 0-1,1 0 0,0 0 1,-1 0-1,1 0 1,0-1-1,-1 1 1,1-1-1,0 1 0,1-2 1,-2 2-186,-1 0 0,1-1 0,-1 1 0,1 0 0,-1 0 0,1-1 0,-1 1 0,1 0-1,-1 0 1,1 0 0,-1 0 0,1 0 0,-1 0 0,1 0 0,-1 0 0,1 0 0,-1 0 0,1 0 0,-1 0 0,1 0 0,-1 0 0,1 0 0,-1 0 0,1 1 0,-1-1 0,1 0 0,-1 0 0,1 1 0,-1-1 0,0 0 0,1 1 0,-1-1 0,1 1 0,5 19-140,0 7-1084,7 7-2128,-7-14 830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0:58.4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12 3016,'21'7'2152,"-19"-4"274,-13-5-1635,-7-6 1408,-1-1-391,9 6-7553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01.3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1 109 2872,'-1'-2'-1021,"4"-4"4815,13-24 2111,-15 28-5108,-2-3-551,0 4-222,1-1 0,-1 1-1,1-1 1,-1 1 0,1-1 0,0 0 0,-1 1 0,1-1 0,0 0 0,0 1 0,0-1 0,1 0 0,-1 1 0,0-2 0,9-3 0,0 1 0,0 1 0,1-1 0,-1 2 0,1-1 0,0 2-1,0-1 1,0 1 0,0 0 0,14 0 0,20 1-4,50 5-1,-37-1-8,65 11 40,-47-3-68,222 37-37,-266-42 37,14 5 85,-26-6-76,1-1-1,26 2 1,-17-2 0,-20-2 11,1-1 0,-1-1 1,16 0-1,410-41 407,-327 35-310,-67 3-137,-38 3 77,0 0-122,70-2 79,-69 1-20,15 1 11,13-2 49,-26 2-8,0-1 0,0 1-1,0 0 1,0 0-1,0 0 1,0 1 0,0 0-1,6 2 1,-9-2 542,-16-6-553,0 2-6,10 2 472,1 0-520,-25-6 25,25 7-105,-4-14-7776,2 2 3882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02.6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8 998 3548,'0'0'8785,"-1"-3"-8298,-1 1-411,2 1 4,-1-1 0,0 1 0,1-1 0,-1 1 0,1-1 0,-1 1 1,1 0-1,0-1 0,-1 1 0,1-1 0,0 0 0,0-1 0,1 1-1,0 0-1,0 0 1,0 1-1,0-1 0,0 1 1,0-1-1,0 1 1,1-1-1,-1 1 1,1 0-1,-1 0 1,1-1-1,1 0 0,191-121 2777,-125 82-2359,366-190 752,18 31-1893,-177 80-1220,73-20-1488,-113 58-1785,-214 75 2627,0 1-627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02.9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 6945,'0'0'91,"0"0"0,0-1 0,0 1 0,0 0 0,0 0 0,0-1 0,0 1 0,0 0 0,0 0 0,0 0 0,0-1 0,1 1 0,-1 0 0,0 0 0,0 0 0,0-1 0,0 1 0,0 0 0,0 0 0,0 0 0,1-1 0,-1 1 0,0 0 0,0 0 0,0 0 0,0 0 1,1 0-1,-1 0 0,0-1 0,0 1 0,0 0 0,1 0 0,-1 0 0,0 0 0,0 0 0,1 0 0,-1 0 0,0 0 0,0 0 0,0 0 0,1 0 0,-1 0 0,0 0 0,0 0 0,1 0 0,-1 0 0,0 0 0,0 0 0,0 0 0,1 1 0,-1-1 0,0 0 0,0 0 0,0 0 0,0 0 0,1 0 0,-1 1 1,28 8 2600,-21-6-2477,-1 0-1,-1 0 1,1 0-1,0 0 1,-1 1-1,0 0 1,0 0-1,8 9 1,-8-4-42,1 1 0,-2 0 0,1 0 0,-2 0 0,1 1 0,-1-1 0,2 16 0,6 82 418,-9-84-483,10 254-2777,-12-233-536,-6 51-1,0-25-3661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03.4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252 1404 4012,'-24'-2'1074,"19"1"-73,27 1 770,23-11 1003,-42 11-1383,7-9 61,-10 9-1395,1 0 0,-1 0 0,1-1-1,-1 1 1,1 0 0,-1 0 0,1-1-1,-1 1 1,1 0 0,-1 0 0,1-1-1,-1 1 1,0-1 0,1 1 0,-1 0-1,0-1 1,1 1 0,-1-1 0,0 1-1,0-1 1,1 1 0,-1-1 0,0 1-1,0-1 1,0 1 0,0-1 0,0 1 0,0-1-1,1 1 1,-1-1 0,0 1 0,-1-1-1,1 0 1,0 1 0,0-1 0,0 1-1,0-1 1,0 1 0,0-1 0,-1 1-1,1-1 1,0 1 0,0-1 0,-1 1-1,1 0 1,0-1 0,-1 1 0,1-1-1,-1 1 1,1 0 0,0-1 0,-1 1 0,1 0-1,-1-1 1,-1 0-58,-1 0 0,1 0 0,0 1 0,-1-1 0,1 1-1,0-1 1,-1 1 0,1 0 0,-1 0 0,1 0 0,-1 0 0,-2 1 0,-5 1 41,0 1 0,1 0 1,-1 1-1,1 0 0,0 1 1,-12 8-1,-52 39 115,64-45-123,-1 2 3,-1 0 0,1 1 0,1 0 0,0 1 0,0 0 0,1 0 0,1 1 0,0 0 0,0 1 0,1-1 0,-5 17 0,10-26-28,-1 1 1,1 0 0,0-1-1,0 1 1,0 0-1,1-1 1,0 1 0,-1 0-1,1 0 1,0-1 0,1 1-1,-1 0 1,1 0 0,-1-1-1,1 1 1,0 0-1,1-1 1,-1 1 0,1-1-1,-1 1 1,1-1 0,0 0-1,0 0 1,0 0 0,1 0-1,-1 0 1,4 2-1,-1 0-31,0-2 0,0 1 0,0-1-1,1 1 1,0-1 0,0-1-1,-1 1 1,1-1 0,1 0 0,-1-1-1,0 1 1,0-1 0,1 0-1,-1-1 1,10 0 0,0-2-15,-1 0 0,1-1 1,-1-1-1,1 0 0,-1-2 0,-1 1 1,1-2-1,-1 0 0,0 0 0,0-2 0,-1 1 1,0-2-1,-1 0 0,16-16 0,6-9-8,-2-1 0,-1-1 0,40-65 0,125-270-34,-147 268 54,122-289 208,-29 60 577,-116 275-520,-14 27 68,2 1 0,1 1 0,22-32 0,-37 61-295,0 0 0,0 0 0,0 0 0,0 1 0,0-1-1,0 0 1,0 0 0,0 0 0,0 0 0,0 0-1,0 0 1,1 0 0,-1 0 0,0 1 0,0-1 0,0 0-1,0 0 1,0 0 0,0 0 0,0 0 0,0 0 0,0 0-1,0 0 1,0 0 0,0 1 0,0-1 0,0 0 0,1 0-1,-1 0 1,0 0 0,0 0 0,0 0 0,0 0-1,0 0 1,0 0 0,0 0 0,0 0 0,1 0 0,-1 0-1,0 0 1,0 0 0,0 0 0,0 0 0,0 0 0,0 0-1,0 0 1,1 0 0,-1 0 0,0 0 0,0 0 0,0 0-1,0 0 1,0 0 0,0 0 0,0 0 0,0 0-1,1 0 1,-1-1 0,4 15 187,0 0 0,0 0 0,-1 0-1,-1 0 1,0 26 0,-5 82 261,0-60-249,-9 418-725,5-219-3511,5-138-1254,1-3-3230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03.6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239 34 11057,'-10'-14'1684,"1"3"1224,-14 5-1759,8 3-277,-1 12-420,-13 2-520,4 6-1000,-7 0-729,-3 12-2603,-9 8-3405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04.9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12 3048,'0'0'2605,"-22"-9"-3990,3 6 149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05.3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350 40 3412,'29'10'1454,"-26"-9"1222,-4-3-2589,-25-40 2779,24 40-2009,-30-3-622,28 5-234,0 0 1,0 0-1,0 1 0,0 0 0,0 0 1,0 0-1,0 0 0,-6 3 1,-4 0 61,-6 3-68,1 0 1,-1 1-1,2 1 1,-1 1 0,-18 13-1,14-5 1,1 1 0,1 0-1,0 2 1,-22 28 0,42-47-46,4 19-235,-1-10 37,1 1-1,0-1 1,0 0 0,1 0-1,1 0 1,0 0 0,0-1-1,9 13 1,-12-21 103,-1 0 0,0 0 0,0 0-1,0 0 1,0 1 0,-1-1 0,1 0 0,-1 1 0,1-1-1,-1 0 1,0 1 0,0-1 0,0 1 0,0 4 0,-1 14-1789,6 2-15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11.5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4666 7358 5745,'11'-38'1286,"-9"30"52,-5 7 41,-18-3 461,10 3 6131,-3-21-5330,101 162-1483,-82-135-1144,-1 0 0,0-1 0,1 1 1,0-1-1,0 0 0,1-1 0,-1 1 0,1-1 0,-1 0 0,1 0 0,12 3 0,6 1 42,40 7 0,-9-7-48,0-3 0,82-4 0,-56-1-13,528-42-23,-348 18 215,-158 14-209,-48 3-4,0 4 0,94 3 0,-144 1 15,-3 16 106,-2-15-99,1 0 0,-1 0 0,0 0 0,0 0 0,0-1 0,0 1 0,0 0 1,0 0-1,0 0 0,0 0 0,0 0 0,0 0 0,0-1 0,0 1 0,-1 0 0,1 0 0,0 0 0,-1 0 0,1-1 0,0 1 0,-1 0 0,1 0 0,-1-1 0,0 1 1,1 0-1,-1-1 0,1 1 0,-1 0 0,-1 0 0,-28 22-62,28-21 51,1-1 1,0 0 16,-1 0 0,1 0 1,0 0-1,-1 0 0,1 0 0,-1 0 1,1-1-1,-1 1 0,1 0 1,-1-1-1,1 1 0,-4-1 0,3-6-6,0-1-1,1 0 1,0 1-1,1-1 0,0 0 1,0 0-1,0 0 0,0 1 1,1-1-1,0 0 1,1 1-1,3-11 0,-3 8-17,97-353-53,-30 125-10,24-169 5,-88 374 56,-2-1-1,-1 0 1,-3-40-1,-16-96-147,14 155 126,0 0 1,-1 0 0,0 1-1,-12-25 1,15 36 38,0-2-8,0-1 1,0 1 0,0 0-1,0-1 1,1 1 0,0-6-1,-3-13-6,-5 7 17,6 13 3,0 0 1,0 0-1,1 0 1,-1 0-1,1 0 1,0 0-1,-1-6 1,-17 3-79,6 2 43,0 1 0,0 1-1,0 0 1,0 1 0,0 1 0,-1 0 0,-13 2-1,10-1-31,-1-1 0,-22-2 0,-1-1-46,37 3 101,-15-3-81,5 1-127,-1 1 0,0 1 0,0 0-1,0 1 1,-26 6 0,-76 24-702,21-5 73,-104 12-388,-2-9-1,-314 5 1,448-32 1166,11 1 220,-113-11 1,166 7-122,-2 1-8,1-1 1,0 1 0,-1-1-1,1 0 1,0-1 0,0 1-1,0-1 1,0 0 0,0-1-1,1 1 1,-9-6-1,10 5 66,-1 1 0,0 0-1,1 1 1,-1-1 0,0 1-1,0-1 1,0 1-1,0 0 1,0 1 0,0-1-1,0 1 1,0 0 0,-5 0-1,6 0 48,0 0-72,-3 0-87,3 0 39,-1 0 0,1 0 0,-1 0 0,1 0 1,0-1-1,-1 1 0,1-1 0,-1 0 0,1 0 0,0 0 0,0 0 1,-1-1-1,-4-3 0,6 4 56,0-4-51,1 1 0,0 0 1,-1-1-1,0 1 0,0 0 0,0 0 0,0 0 1,-1 1-1,-4-7 0,5 8-58,-21-17-331,26 18 352,22-14 55,-23 14-65,-1 1 0,0-1-1,0 0 1,0 0-1,1 0 1,-1 0 0,0 0-1,0 0 1,-1 0-1,1 0 1,0-1 0,0 1-1,0 0 1,-1-1-1,1 1 1,-1 0 0,1-3-1,27-15-84,-10 5 286,-16 13-3,0-1-410,42-20 18,15-9 259,-24 6-66,217-161 932,-70 38-396,-8-8 0,211-241 0,408-520-325,-550 582-255,-226 310 28,15-27 70,-2-1 0,-3-1 1,31-86-1,34-182 56,-38-31-208,-29-4 83,-24 352 48,-1-137-62,3-28 101,8-78 34,0 4-28,0 38-77,3-39 6,0-76 62,-15 294-64,0 0-1,-2 0 1,0 0-1,-2 1 1,-1 0-1,-16-44 0,19 64 22,-1 0 0,1 0 0,-1 0-1,0 1 1,0 0 0,-1 0 0,0 0-1,0 0 1,0 1 0,0 0 0,-1 0-1,1 0 1,-1 1 0,0-1 0,0 1-1,-1 1 1,-6-3 0,-8-1 6,0 0 0,0 2 0,0 0 1,-26-1-1,-886-109 70,142 23-162,764 89 95,-524-44-88,-65 12 12,455 34-88,0 6-1,-162 29 0,-313 86-231,565-106 380,-454 107 32,13 42-166,456-140 153,1 3 0,2 2-1,1 2 1,1 3-1,2 2 1,-46 43 0,21-8-28,3 2 0,-108 148 0,123-143-28,-88 169 0,113-183 72,4 1-1,2 2 1,-23 99-1,10 42 63,-13 264 1,21-159 5,-23 197 89,-26 216 79,-37 415-54,104-1010-124,-45 644-75,-22 227 204,57-652-76,23-276-107,3 0 0,24 126 0,59 153 43,-1 56-231,-84-395 107,1 1 0,1-2 0,1 1 0,0 0 0,11 21 0,-12-29 32,0 1 1,0-1 0,1 0 0,0 0 0,0-1 0,0 1 0,1-1 0,0 0 0,0-1 0,0 1-1,1-1 1,12 6 0,-1-4 3,0-1 1,0-1-1,0-1 0,1 0 0,33 0 0,0-5 4,0-2 0,0-3-1,-1-1 1,63-20 0,-41 11 13,330-102 11,-282 80-11,401-113 249,14 39 353,-382 92-419,234-2-1,-272 25-336,0 5 0,194 37-1,18 39-707,50 10 46,-330-86 852,1-3 0,0-1 0,0-3 0,0-2 1,0-2-1,-1-2 0,51-13 0,328-110 1728,-391 116-1679,212-73-72,-200 75-279,-45 11 308,32-5-159,-31 4 266,-4 1-148,1-1 0,-1 1 0,1-1 0,0 1-1,-1-1 1,1 1 0,0-1 0,-1 1-1,1 0 1,0-1 0,0 1 0,-1 0 0,1 0-1,0 0 1,0 0 0,-1-1 0,1 1 0,0 0-1,0 0 1,1 1 0,15-6-135,24-32-2834,-40 36 2765,-1 0 1,0 0-1,1-1 0,-1 1 1,0 0-1,0 0 0,0-1 1,0 1-1,0 0 0,0 0 1,0-1-1,-1 1 0,1 0 1,0 0-1,-1-2 0,0 0-447,1-14-2982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13.8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7 199 3368,'-5'17'837,"4"-14"-140,2-5-200,22-48 1779,-22 48-584,-2-3-1331,-3-20 1257,5 25-1577,0 0 0,-1-1 0,1 1 0,0 0 1,0-1-1,-1 1 0,1 0 0,-1-1 0,1 1 0,0-1 1,-1 1-1,1-1 0,-1 0 0,1 1 0,-1-1 1,1 1-1,-1-1 0,0 0 0,1 1 0,-1-1 0,0 0 1,1 0-1,-1 1 0,0-1 0,0 0 0,1-1 0,-2 2-19,0-1-1,0 0 0,0 1 0,-1-1 0,1 0 1,0 1-1,0-1 0,0 1 0,0 0 0,0-1 0,-1 1 1,1 0-1,0 0 0,0 0 0,-1 0 0,1 0 1,0 0-1,0 0 0,-2 0 328,4-3-291,0-8 73,0-1 0,-1 1 0,-2-23 0,1 31 281,-3-18-166,2 19-121,2 13-57,0-10-24,0 0 1,1 0-1,-1 0 1,0 0-1,0 0 1,1 0-1,-1 0 0,0 0 1,1 0-1,-1 0 1,1-1-1,-1 1 0,1 0 1,-1 0-1,1 0 1,0-1-1,0 1 1,-1 0-1,1-1 0,0 1 1,0 0-1,0-1 1,-1 1-1,1-1 1,0 0-1,0 1 0,0-1 1,0 0-1,0 1 1,0-1-1,0 0 1,0 0-1,0 0 0,0 0 1,0 0-1,0 0 1,0 0-1,0 0 0,0 0 1,0 0-1,1-1 1,7-1 112,0 0 0,0-1 0,16-7 1,-6 2 63,7 1-130,0 2-1,1 0 1,-1 2 0,1 1-1,-1 1 1,1 2 0,0 0-1,26 6 1,31 8 150,95 32 0,-129-32-91,196 55 158,155 2 216,-334-64-310,-51-2-141,-10-4-475,-9-16-580,0 9-264,0-1 1,0 1-1,0 0 0,-1 0 1,1 0-1,-1 0 0,-6-5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0:48.3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0 118 3404,'23'-7'9645,"1"1"-4827,8 0-4403,51-4 0,-33 2-404,-37 6 44,0-1 0,0 1 1,16 1-1,24-2 18,-52 3-72,-1 0 0,0 0 0,0 0 0,1 0 0,-1 0 0,0 0 0,0 0 0,0 0 0,1 0 0,-1 0 0,0 0-1,0 0 1,1 0 0,-1 0 0,0 0 0,0 0 0,0 0 0,1 0 0,-1 0 0,0 0 0,0 0 0,1 0 0,-1 0 0,0 0 0,0-1 0,0 1 0,1 0 0,-1 0 0,0 0 0,0 0 0,0-1 0,0 1 0,0 0 0,1 0 0,-1 0 0,0 0 0,0-1 0,0 1 0,0 0 0,0 0 0,0-1 0,0 1-1,0 0 1,0 0 0,0-1 0,-26-5-56,22 5 4,-27-7-146,27 8 112,-17 0-155,20 0 229,1 0 0,-1 0 0,0 0 0,1 0 0,-1 0 0,0 0 1,1 0-1,-1 0 0,1 0 0,-1 0 0,0 0 0,1 0 0,-1 0 0,1 0 0,-1-1 0,0 1 0,1 0 0,-1-1 0,1 1 0,-1 0 0,1-1 0,-1 1 0,1 0 0,-1-1 0,1 1 0,-1-1 0,5-13-281,0 7 346,-1 4-53,0 1 0,0 0 0,0 0 0,0 1 0,1-1 0,-1 1 0,1 0 0,6-2 0,-8 2-58,13-3 9,-6 2-52,-19 9 62,-22 9 10,26-14 13,0 1 0,0 0 0,0 0 1,-10 9-1,15-11-141,-2 0 142,-15 9-208,25-9-822,-4-2 658,0 0-1,1 0 1,-1-1-1,0 1 1,0-1 0,0 0-1,0 0 1,0 0 0,-1 0-1,4-3 1,2-4-3247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0:49.9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 2312,'5'0'95,"12"-5"283,-16 5-369,-1 0 1,0 0-1,0 0 0,0 0 1,0 0-1,1 0 0,-1 0 1,0 0-1,0 0 0,0-1 1,0 1-1,0 0 0,1 0 1,-1 0-1,0 0 0,0 0 1,0 0-1,0-1 0,0 1 1,0 0-1,0 0 0,0 0 1,0 0-1,0-1 0,0 1 1,0 0-1,0 0 0,0 0 1,0 0-1,0-1 0,0 1 1,0 0-1,0 0 0,0 0 1,0-1-1,0 1 0,0 0 1,0 0-1,0 0 0,0 0 1,-6-4 7017,11 5-7052,52 2 246,43 5-476,-87-8-733,-15-10-403,-2-1 1754,4 9-298,-3 2-3343,-10 2 1355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0:51.1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20 3980,'0'0'3081,"-13"-8"-2645,0-4 84,-3 18-5553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15.1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50 3528,'-1'0'240,"0"-1"1,0 1-1,0-1 0,0 1 0,0-1 0,1 0 0,-1 0 0,0 0 0,0 1 0,1-1 1,-1 0-1,0 0 0,1 0 0,-1 0 0,1 0 0,-1 0 0,1 0 0,0 0 1,0 0-1,-1 0 0,1 0 0,0-1 0,0 1 0,0 0 0,0 0 0,0 0 0,0 0 1,0 0-1,0 0 0,1 0 0,-1 0 0,0 0 0,1 0 0,0-2 0,0-3-1338,-1 4 2596,1 4-1084,-1 0-359,0 0 0,1-1 0,-1 1 0,0-1 0,1 0 1,-1 1-1,1-1 0,0 1 0,0-1 0,-1 0 0,1 1 0,0-1 1,0 0-1,0 0 0,0 0 0,0 0 0,1 0 0,-1 0 0,0 0 0,0 0 1,1 0-1,-1 0 0,0-1 0,4 2 0,1-1 122,1 0-1,0 0 1,-1 0-1,1-1 1,11-1-1,195-23 1854,-101 9-1531,-90 13-440,-1 0-1,1 2 1,38 3-1,-56-2-10,18 2 5,-8 1-1109,-13-4 780,0 1 1,-1-1-1,1 1 1,-1 0-1,0-1 0,1 1 1,-1 0-1,1 0 1,-1-1-1,0 1 0,0 0 1,1 0-1,-1-1 1,0 1-1,0 0 1,0 0-1,0-1 0,0 1 1,0 0-1,0 0 1,0 0-1,0-1 1,0 1-1,-1 0 0,1 0 1,0 0-1,0-1 1,-1 1-1,0 1 0,0 3-328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30.9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16 3468,'0'0'14958,"-18"-13"-14552,11 11 3279,-20 13-3431,25-10 799,20 5-1155,-16-5 120,0 0 1,0 0 0,-1 0 0,1 0 0,0 0 0,-1 1 0,1-1 0,-1 0 0,1 1 0,-1-1 0,1 1 0,-1 0-1,0-1 1,0 1 0,0 0 0,0 0 0,1 2 0,-1-1-17,0 0 0,1-1 0,-1 1 0,1-1 0,0 1 0,0-1-1,0 0 1,0 1 0,0-1 0,0 0 0,1-1 0,2 3 0,27 11 36,0-2 1,1-1 0,0-1-1,1-2 1,50 7-1,-26-5-92,216 41 49,2-13 0,1-11-1,388-11 1,-464-32 1281,-1-8 1,198-49-1,-369 65-1044,-5 2-122,1 0 0,34-2 0,-55 8-185,-1-1 0,0 1-1,1 1 1,-1-1 0,0 0 0,0 1 0,0 0-1,0 0 1,0 0 0,0 0 0,-1 0 0,1 0 0,0 1-1,-1-1 1,0 1 0,0 0 0,0 0 0,0 0-1,2 4 1,4 4-677,-6-9 47,-28-10-13429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31.9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14 4708,'13'-14'1412,"-18"32"47,1-8-918,3-8-323,0 1-1,0-1 1,0 1 0,-1-1-1,1 1 1,-1-1 0,0 0-1,1 0 1,-1 0 0,0 0-1,-3 2 1,-14 19 1027,6-3-471,9-15-444,1-1 1,0 1-1,0 0 0,1-1 0,-1 1 0,1 1 1,-2 6-1,4-10-254,0 0 0,0 0 0,0-1 0,0 1 0,0 0 0,1-1 0,-1 1 0,1 0 0,-1-1 0,1 1 0,-1 0 0,1-1 0,0 1 0,0-1 0,0 1 0,0-1 0,0 0 0,0 1 0,0-1 0,0 0 0,0 0 0,1 0 0,-1 0 0,0 0 0,1 0 0,-1 0 0,1 0 0,-1 0 0,4 0 0,9 6 271,1-2 1,-1 1 0,1-2-1,30 5 1,68 4 685,-84-11-800,477-1 1229,-397-6-1310,847-55 460,-480 26-497,-192 10-79,42-2-11,-280 20-26,-35 5 1,-1-1 0,1 1 0,0 1-1,0 0 1,0 0 0,18 4 0,-10-2 8,16 10-311,0-20-2772,-36 4 540,-1-1 1973,-12-23-1325,13 26 1576,0 1-1,0 0 0,0 0 0,0 0 0,0 0 0,0 1 0,0-1 0,0 0 0,0 0 1,0 0-1,0 1 0,0-1 0,-1 1 0,1-1 0,0 1 0,0-1 0,-1 1 0,1 0 0,0-1 1,-1 1-1,1 0 0,0 0 0,-3 0 0,-12 3-3942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36.0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1273 3712,'-16'21'848,"13"-16"2432,5 2-2710,3 10-295,-5-11 4987,-10 0-5173,9-6-27,1 1 0,-1 0 0,1-1 0,-1 1 0,0-1 0,1 0 0,-1 1 0,0-1 0,1 1 0,-1-1 0,0 0 0,1 0 0,-1 1 0,0-1 0,0 0 0,1 0 0,-1 0 0,0 0 0,0 0 0,1 0 0,-1 0 0,0 0 0,0 0 0,0 0 0,1 0 0,-1-1 0,0 1 0,0 0 0,1 0 0,-1-1 0,0 1 0,1 0 0,-1-1 0,0 1 0,1-1 0,-1 1 0,1-1 0,-1 1 0,1-1 0,-1 0 0,1 1 0,-1-1 0,1 0 0,0 1 0,-1-1 0,1 0 0,-1 0 0,0-1 1294,8-11-827,-3 4 2785,7 44-2837,1-1 0,24 44 0,-29-63-296,-5-9-111,1 0-1,0 0 0,0-1 1,0 1-1,1-1 1,-1 0-1,1 0 0,0 0 1,1-1-1,-1 1 1,1-1-1,0 0 1,9 6-1,-4-6 40,-1 0 1,1 0-1,-1 0 1,1-1-1,0-1 1,0 0-1,0 0 1,1-1-1,19 0 1,7-3 190,53-9-1,-63 7-201,597-138 557,-560 125-624,1229-357 335,-488 135 68,1047-265 287,-1498 410-562,-274 73-71,240-75 204,-316 95-284,-1 0 1,1 0 0,-1-1 0,0 1-1,0-1 1,1 0 0,-1 0 0,0 0-1,0-1 1,2-2 0,-6 3-148,0-1 1,0 1 0,0 0-1,-1-1 1,1 1 0,-1 0-1,0 0 1,1 0 0,-1 0-1,0 0 1,0 0 0,0 1-1,-1-1 1,1 0 0,0 1-1,-1 0 1,-3-2-1,4 2-49,1 1-1,-1-1 1,0 1-1,0 0 1,0 0-1,0-1 1,0 1-1,1 0 0,-1 0 1,0 1-1,0-1 1,-3 1-1,-11 0-1333,0-3-332,-31-3-7576,21 5 733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36.5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783 249 6217,'24'-9'1447,"-24"8"-1372,0 1 1,0-1-1,0 1 0,0-1 0,0 1 1,0-1-1,0 1 0,0 0 1,0-1-1,0 1 0,0-1 1,0 1-1,0-1 0,-1 1 0,1 0 1,0-1-1,0 1 0,0-1 1,-1 1-1,1 0 0,0-1 0,-1 1 1,1 0-1,0-1 0,0 1 1,-1 0-1,1-1 0,-1 1 0,1 0 1,0 0-1,-1 0 0,1-1 1,-1 1-1,0 0 0,-8-12 5573,11-16-3625,-1 24-1163,-21-15 1419,15 17-2163,1 0 1,-1 0 0,0 0-1,0 1 1,1-1 0,-1 1 0,0 0-1,0 1 1,0-1 0,0 1 0,0 0-1,0 0 1,0 1 0,-9 1-1,1 0 38,0 2 0,0-1-1,1 1 1,-15 7 0,8-1 96,1 1 1,-1 0-1,2 2 1,-17 14-1,-61 62 627,83-77-805,-48 47 340,4 3 1,-92 129-1,130-164-401,1 2 1,1 0-1,1 1 0,2 0 0,1 1 1,1 0-1,2 1 0,2 0 0,0 1 1,-2 40-1,9-61-94,0-1 0,0 1 1,1-1-1,1 1 0,0-1 0,0 0 1,2 0-1,-1 0 0,1 0 0,1 0 1,-1-1-1,2 0 0,0 0 0,0 0 1,1-1-1,12 14 0,-6-10-58,1 0-1,0-2 1,1 1-1,0-2 1,1 0 0,0-1-1,1-1 1,0 0-1,29 8 1,-7-5-19,-1-2 0,2-1-1,-1-3 1,1-1 0,0-2 0,77-6-1,-61-2 91,1-2 0,-2-3 0,1-2-1,69-27 1,-78 21 91,0-3 0,-2-1 1,-1-2-1,0-2 0,-2-2 0,-2-1 0,-1-3 1,-1-1-1,36-41 0,-49 45 15,0 0-1,-2-2 1,-2 0 0,-1-1-1,-1-1 1,-2-1 0,-1-1 0,-2 0-1,-2-1 1,-1-1 0,-2 1-1,7-56 1,-14 68-20,-1 0 0,-1 0 0,-1 0-1,-1 0 1,-1 0 0,-1 0 0,-8-24 0,8 36 4,-1 0 0,0 0 0,-1 0 1,-1 1-1,0 0 0,0 1 1,-1-1-1,-1 1 0,1 1 0,-2-1 1,0 2-1,0-1 0,-1 1 1,-14-9-1,6 7-16,0 0 0,-1 2 1,0 0-1,0 1 0,-1 1 1,-36-7-1,25 8 1,0 3 1,0 0-1,-62 4 1,13 9-244,0 2 0,-137 42 0,130-27-1217,-141 64 0,28 15-3704,111-46 285,19 0-2540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38.6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 52 4172,'-3'4'161,"2"-2"-96,0 0-1,0 0 1,-1 0 0,1 0-1,-1 0 1,1 0 0,-1-1-1,0 1 1,-4 2 0,5-3 121,-1-1 0,1 0 1,-1 1-1,1-1 1,-1 0-1,1 0 0,-1 0 1,1-1-1,-1 1 0,1 0 1,-1 0-1,1-1 1,-1 1-1,1-1 0,0 0 1,-1 1-1,1-1 0,-2-1 1,22-15 804,-14 12 2022,-7 3-2944,0 0-1,0 0 1,0 1 0,0-1-1,0 0 1,-1 1-1,1 0 1,0-1 0,-1 1-1,1 0 1,-1 0-1,1 0 1,-1 1 0,1-1-1,-1 1 1,0-1 0,1 1-1,-1 0 1,0 0-1,-2 0 1,2 0 1182,3-1-1214,0 0 0,0 0-1,1 0 1,-1 0 0,-1 0 0,1 0 0,0 0 0,0 0 0,0-1 0,0 1 0,-1 0 0,1 0 0,0 0 0,-1 0-1,1 0 1,-1 1 0,1-1 0,-1 0 0,0 0 0,1 0 0,-1 0 0,0 1 0,0-1 0,1 0 0,-1 0 0,0 1-1,0-1 1,-1 0 0,-1 0 36,1 1-1,-1 0 1,1 0-1,-1 0 1,1 0-1,-1 0 1,0 0-1,1 1 1,-3 0-1,4-1-72,-1 0 346,0 3-158,1-1-1,0 1 1,-1-1 0,1 0 0,-1 1 0,0-1 0,0 0 0,1 0 0,-1 0 0,-1 0 0,1-1 0,0 1 0,0-1 0,-1 1 0,1-1 0,-1 0 0,1 0 0,-1 0 0,-4 1 0,15 5 209,-4-3-345,0 0 1,1 0-1,-1-1 0,1 1 0,0-1 1,0-1-1,0 1 0,1-1 1,-1 1-1,1-2 0,-1 1 0,1 0 1,11 0-1,702 30 541,-418-26-557,1910 67-68,-314-61 482,-1173-45 4178,-557 27-2732,-78 5-1348,-48 10-684,-40-9 87,-1 0 0,1 0 1,0 0-1,0 0 0,-1 1 0,1-1 1,0 0-1,-1 1 0,1-1 0,0 0 1,-1 1-1,1-1 0,0 1 0,-1-1 1,1 1-1,-1-1 0,1 1 0,-1-1 1,1 1-1,0 1 0,5 3-3732,3-14 252,-7 5 2402,2-2-285,1 0-5629,6-6-2290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39.1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493 78 8629,'-45'7'2021,"36"-5"5357,13-4-6529,-1 1 0,1 0 0,0-1 1,-1 0-1,1 0 0,-1 0 0,0 0 0,0 0 1,0-1-1,0 0 0,0 1 0,0-1 1,3-6-1,0 4-939,-4 2 270,1 1-1,-1 0 1,1 1-1,-1-1 0,1 0 1,0 1-1,0 0 1,3-2-1,0 1 42,0-1 0,0 0 0,0 0-1,-1 0 1,10-8 0,-14 10-221,-1 1 0,0 0 0,0-1 0,1 1 0,-1 0 0,0 0 0,0 0 0,0-1 0,1 1 0,-1 0 0,0 0 0,0 0 0,1 0 0,-1 0 0,0-1 0,0 1 0,1 0 0,-1 0 0,0 0 0,0 0 0,1 0 0,-1 0 0,0 0 0,1 0 0,-1 0 0,0 0 0,0 0 0,1 0 0,-1 0 0,0 0 0,1 0 0,-1 0 0,0 1 0,0-1 0,1 0 0,-1 0 0,0 0 0,3 6 0,-1-1 0,0 0 0,0 1 0,-1 0 0,0-1 0,0 1 0,0 0 0,0 0 0,-1-1 0,0 1 0,-1 7 0,-2 13 0,-2 1 0,0-1 0,-2 0 0,-12 33 0,1-5 0,-135 373 0,-137 245-4812,247-554-698,21-39-1010,0 12-6421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0:54.0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12 3608,'-13'5'1574,"20"-7"-535,2-4 1267,-9 6-2174,0-1-1,0 1 0,0 0 0,0 0 0,0-1 1,0 1-1,0 0 0,0 0 0,0-1 0,0 1 0,0 0 1,0-1-1,0 1 0,0 0 0,0 0 0,0-1 1,0 1-1,-1 0 0,1 0 0,0-1 0,0 1 0,0 0 1,0 0-1,-1 0 0,1-1 0,0 1 0,0 0 1,0 0-1,-1 0 0,1 0 0,0-1 0,0 1 0,-1 0 1,1 0-1,0 0 0,0 0 0,-1 0 0,1 0 1,0 0-1,-1 0 0,0-1 30,0 1 0,1 0 0,-1 0 0,0 0 0,0 0 0,0 0 0,1 0 0,-1 0 0,0 0 0,0 1 0,0-1 0,1 0 0,-1 0 0,0 1 0,0-1 1,1 0-1,-1 1 0,0-1 0,1 0 0,-1 1 0,0-1 0,1 1 0,-1 0 0,1-1 0,-1 1 0,1-1 0,-1 1 0,1 0 0,-1 0 0,-17 28-611,11-15 825,5-12 333,1-2-529,0 1 0,-1 0 1,1-1-1,0 1 0,-1 0 0,1 0 1,0 0-1,0-1 0,0 1 0,-1 0 1,1 1-1,0-1 0,1 0 0,-3 2 1,15 0-51,0-1 1,0 0 0,0 0 0,0-2 0,20 0-1,66-11 142,-53 5-196,238-4 84,-220 10-269,-3 1 13,61-1-486,-88 0 833,-18 1-3330,-2 0-7132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0:56.8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2764,'0'0'2622,"3"0"-2173,26 5 343,-26-4 1059,0 0-1380,0 0-218,0-1 0,1 1 1,-1 0-1,0-1 0,1 0 0,-1 0 1,1 0-1,-1 0 0,1 0 1,-1-1-1,0 0 0,1 1 0,-1-1 1,0 0-1,1-1 0,3-1 1,-4 2 2320,9 7-2565,-3-3 100,0-1-1,0 1 1,0-2 0,1 1-1,-1-2 1,0 1-1,0-1 1,1 0 0,11-3-1,9 2 236,71-10 879,-31 11-1015,-67 0-188,16 0-83,-3 2 93,-13-1 59,1 0-186,28 6 176,-29-7-31,1 0-38,118-3 77,-118 3 17,-20-5-16126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16.1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1 4064,'-16'4'261,"-9"14"10022,16-9-8563,28-3-988,0 0-461,0-1 1,0-1 0,1-1 0,39 1 0,8 2 111,360 37 607,-406-40-1076,0 0 1,0 1 0,-1 1-1,0 1 1,31 13 0,-48-18-782,5 3 1976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33.8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90 206 5008,'-5'1'-552,"-4"0"1746,0 0-1,-1 0 1,1 1-1,1 1 1,-15 5 9877,22-7-10974,0 0 0,-1 0-1,1 0 1,0 0-1,0 0 1,-1 0 0,1 0-1,0 1 1,0-1 0,1 0-1,-1 1 1,0-1 0,0 0-1,0 3 1,5-1-49,-2 0-25,1-1-1,0 1 1,0-1-1,0 1 1,0-1-1,0 0 1,1-1-1,-1 1 1,0 0-1,1-1 1,0 0-1,-1 0 1,1 0-1,0 0 1,5 0-1,77 2 109,0-4-1,133-19 1,-120 10-140,1038-132 110,-971 119-106,34-12 106,105-10 522,-262 47-296,-39-2-178,31 9 307,-25-1 259,-4-2-1709,-13-5-6877,3-1 6781,-1-1 1,1 1-1,-1 0 1,1 1-1,-7 0 0,-3 8-6726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34.6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1 118 4436,'69'-42'4193,"-66"41"-3773,-1 0 1,0-1-1,0 1 0,0-1 1,0 0-1,0 0 1,0 1-1,0-1 1,2-4-1,11-10 1324,53-19 5056,-67 34-6720,0 1-1,0 0 0,1 0 1,-1-1-1,0 1 0,0 0 0,0 0 1,1 0-1,-1 0 0,0 1 1,0-1-1,1 0 0,-1 0 1,0 1-1,0-1 0,0 1 0,2 0 1,2 1 185,87 14 1561,137 7 0,-169-19-1549,798 11 687,-666-16-869,853-29-769,-290 5-488,-330 14 520,-414 11 580,-14 1-488,-10 2 274,-25 2-1446,32-5 973,-3-1 767,5 2-4530,-18 2-10231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18.2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35 112 4288,'0'0'28,"0"0"1,-1-1-1,1 1 0,0 0 0,-1 0 0,1 0 0,0 0 0,-1 0 0,1 0 0,0 0 0,-1 0 0,1 0 0,0 0 0,-1 0 0,1 0 1,0 0-1,-1 0 0,1 0 0,0 0 0,-1 0 0,1 0 0,0 0 0,-1 0 0,1 1 0,0-1 0,0 0 0,-1 0 0,1 0 0,0 1 1,0-1-1,-1 0 0,1 0 0,0 0 0,0 1 0,0-1 0,-1 0 0,1 1 0,0-1 0,0 0 0,0 0 0,0 1 0,0-1 0,-1 0 1,1 1-1,0-1 0,0 0 0,0 1 0,0-1 0,0 0 0,3 8 9325,-25-1-8031,18-6 739,14-5-1195,9-3-560,-1 1-1,1 1 0,0 1 0,22-3 1,11 0-12,144-14 336,-170 20-608,0 1 0,0 2 0,0 0 0,-1 2 0,41 11 0,-55-10-35,-8-2 19,0-1 1,0 0-1,0 0 0,0-1 1,1 1-1,-1-1 0,8 3 1,0-1 0,0 2 0,-1-1 0,13 9 0,-21-12 9,36-4-66,-35 3 64,1 0 8,63-2-64,-90 8 26,1 1 0,-23 10 0,42-16 90,-1-2-153,-68-14 95,69 14 19,2 1-48,0 0 10,-1 0-1,1 0 1,0 0-1,0 0 0,0 0 1,0 0-1,0-1 0,0 1 1,-1 0-1,1-1 1,0 1-1,0-1 0,0 1 1,0-1-1,0 1 0,0-1 1,1 0-1,-1 1 1,-1-2-1,2 1 9,0-1 0,-1 1 0,1 0 0,0-1 0,0 1-1,0 0 1,0 0 0,1-1 0,-1 1 0,0 0 0,0-1 0,1 1 0,-1 0 0,1 0 0,0-2 0,0 2-6,-1 0 1,1 1 0,-1-1-1,1 0 1,-1 1-1,1-1 1,0 1 0,-1-1-1,1 0 1,0 1 0,-1 0-1,1-1 1,0 1 0,0-1-1,0 1 1,-1 0-1,1-1 1,0 1 0,1 0-1,14-8 3,-8 2 0,0 0 1,0 0 0,1 1 0,0 0-1,0 0 1,12-4 0,46-23-50,-65 31 27,21-14-620,-33 13 626,-1 1 1,1 0 0,-1 0-1,1 1 1,0 1 0,-1 0 0,1 0-1,0 1 1,-16 5 0,-14 1-28,36-8 63,-25 5 38,58-10-123,-25 5-2,7-8-68,-1 2-2113,-21-2-9362,-3 1 7598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19.5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0 119 3692,'0'0'6317,"3"-1"-6473,24-9 149,-25 9-5,0 0-2295,19-13 1645,-18 12 410,-2 0-210,0-2 398,1 1 0,-1-1 0,0 0-1,0 0 1,0 0 0,-1 0 0,0 0 0,1 0-1,-1 1 1,0-1 0,-1 0 0,-1-8-1,2 9-253,-6-18-304,5 15 4404,4 9-3961,11 7 526,-5-7-2856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20.1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329 3 3076,'0'0'7461,"-3"-1"-7413,-33 0-14,1 1 0,0 2 0,0 1 0,-52 11 0,26-3-125,51-10 120,-16 5-215,27-1-59,13 2-66,-10-6 162,0 0 0,0-1 0,0 1 0,0-1-1,0 0 1,0 0 0,0 0 0,0-1 0,0 1 0,4-2 0,-2 1-425,1-1-1563,4-2-479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40.5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1 4544,'-20'10'2308,"37"-20"4979,-20 10-6831,-29 5 526,29-4 89,2 4-516,-1 1 0,0-1-1,0 1 1,0-1 0,0 0 0,-4 6-1,1 0 4362,-30-8-3147,31-3 73,9 1-1512,415 69 1251,-214-37-1354,3214 629 190,-2988-569-406,476 100 305,-681-142 20,150 26 155,-256-54-491,-103-18-262,-14-4-1117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41.0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483 324 8729,'35'-11'4442,"-32"10"-2350,-4-2 65,-1-4-1061,0 1-1,-1-1 1,0 1-1,0 0 1,-1 0-1,-5-8 1,7 12 341,0 1-140,1 0-1168,-1-1 43,1 1 1,-1 0-1,0 0 1,1 0-1,-1 0 1,0 0-1,0 0 1,1 1-1,-1-1 0,-4 0 1,4 1-75,0 1 0,-1-1 0,1 1 0,0 0 0,0 0 1,-1 0-1,1 0 0,0 0 0,0 0 0,-3 3 0,-11 6 312,1 1 1,0 1-1,-24 25 0,-85 105-198,101-112-216,2 1 1,1 0-1,-23 52 1,35-66 3,2 0 0,0 0 0,2 1 0,-1 0 0,2 0 0,1 0 0,-1 35 0,3-42 0,1 1 0,0-1 0,1 0 0,1 0 0,0 0 0,0 0 0,1 0 0,0-1 0,1 0 0,0 0 0,1 0 0,0 0 0,0-1 0,9 9 0,0-2-67,0-2-1,2 0 1,-1-1-1,2 0 1,0-1-1,0-2 1,1 0-1,0 0 1,1-2-1,0 0 1,1-2-1,26 6 1,-6-4-97,0-2 0,0-2 1,1-1-1,-1-2 0,60-7 0,-72 3 125,-1-2-1,1 0 0,-1-2 1,-1-1-1,1-2 0,-1 0 0,-1-2 1,0-1-1,-1-1 0,37-26 0,-45 27 68,-1-1-1,-1-1 1,0 0-1,-1 0 1,-1-2-1,0 1 1,-2-2-1,0 0 1,0 0-1,-2-1 1,0 0-1,-1-1 1,-1 1-1,-1-2 1,4-23-1,-7 24-12,-1 0-1,0 0 1,-2 0 0,0 1-1,-1-1 1,-1 0 0,-1 0-1,-1 1 1,0-1 0,-15-36-1,8 32 26,0 0 0,-2 0 0,-1 1 1,-1 1-1,-1 1 0,-1 0 0,-30-29 0,17 22-212,-1 2-1,-2 1 1,0 2 0,-2 1 0,0 1 0,-1 3-1,-1 0 1,-1 3 0,-1 1 0,-71-16-1,66 24-1105,-1 2-1,0 1 1,1 3-1,-1 1 1,0 3-1,1 1 1,-66 17-1,87-16-824,0 1 0,-35 16 1,-29 26-7875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41.9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139 20 4616,'-35'-10'1201,"29"9"5884,2 0-5932,-3-1-347,-11-3 21,8 4 3422,-11 13-2652,12-5 1575,6-5-2925,0 1-1,0 0 1,0-1 0,1 1-1,-1 0 1,1 0-1,0 0 1,0 1 0,-3 4-1,5-6-188,-1 0-1,1 0 1,0 0 0,0 0 0,0 0-1,0 0 1,0 0 0,1 0-1,-1 1 1,1-1 0,-1 0-1,1-1 1,0 1 0,0 0-1,-1 0 1,1 0 0,1 0-1,-1-1 1,0 1 0,0 0-1,1-1 1,1 2 0,12 14 132,1-1 1,1 0-1,0-1 1,1-1 0,21 12-1,109 58 404,-25-26-283,147 46-1,-177-70-240,980 340 257,19-54-209,423 0 888,-1329-298-718,-156-21-262,1-1-1,-1-1 0,59-11 0,-78 9-728,-1 0 0,0-1 1,12-6-1,-18 7 141,1 1 0,-1 0 0,1-1 1,0 2-1,0-1 0,0 0 0,0 1 0,0 0 1,0 0-1,0 1 0,0-1 0,0 1 0,0 0 0,6 1 1,1 9-6412,-3 4-4599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42.3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70 193 9333,'3'-10'478,"-3"8"-370,1 1 0,-1-1 0,0 0 0,1 0 0,-1 1 0,1-1 0,0 0 0,0 1 0,-1-1 0,1 1 0,0-1 0,0 1 0,1 0 0,-1-1 0,0 1 0,0 0 0,1 0 0,-1-1-1,0 1 1,1 0 0,2-1 0,2-1 308,-1 0 0,0-1 0,0 0 0,0 0 0,-1 0 0,1-1 0,-1 1-1,0-1 1,0 0 0,-1 0 0,4-6 0,18-22 1857,15-1 120,-38 32-1769,4-15 3196,-3 10 520,0 26-2200,0 13-2140,-2 1 0,-1 0 0,-1 0 0,-2 0 0,-2-1 0,-1 1 0,-1-1 0,-1 0 0,-23 52 0,-53 120-4340,76-187 1503,-22 31 0,-3 6-5989,13-11-2117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45.6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680 384 4620,'0'0'6332,"8"-20"-4816,-5 12 2775,13-14-3553,0-1 1,-2-1 0,14-32-1,-21 41-669,-3 7 12,0 1 0,-1-1 1,0 1-1,-1-1 0,0 0 0,0 0 0,1-11 0,-2 14-24,-1-1 0,0 1 0,0-1 1,0 1-1,0 0 0,-1-1 1,0 1-1,0-1 0,-1 1 1,1 0-1,-1 0 0,0 0 1,-1 0-1,1 0 0,-1 0 1,0 1-1,0-1 0,-1 1 1,1 0-1,-1 0 0,0 0 1,0 1-1,0-1 0,0 1 1,-1 0-1,1 0 0,-1 0 0,0 1 1,0-1-1,0 1 0,0 0 1,0 1-1,-10-2 0,4 2-23,0 0 0,0 1 1,0 1-1,0 0 0,0 0 0,0 1 0,0 0 0,1 1 0,-21 8 0,15-4 14,0 2 0,1-1 0,0 2 0,0 0 0,-21 20 0,11-5 95,1 0 0,1 1 0,2 2 0,0 0 0,-30 58 0,31-47-92,2 1 0,2 1 0,1 1-1,2 0 1,-12 79 0,22-105-41,2 0 1,0 0-1,1 0 1,1 0-1,0 1 1,1-1-1,8 30 1,-7-37-6,1-1 1,0 1 0,0-1-1,0 1 1,1-1 0,0-1 0,1 1-1,0-1 1,0 0 0,1 0-1,-1 0 1,1-1 0,1 0 0,15 9-1,-1-4 0,1-1-1,0-1 1,0-1-1,1-1 1,-1-1 0,42 4-1,-53-8 0,2 1 3,-1 0 1,0 0-1,-1 1 1,1 1-1,-1 0 1,1 1 0,21 13-1,-31-16-6,-1 0-1,1 0 0,-1 0 1,1 0-1,-1 1 0,0-1 1,-1 0-1,1 1 0,-1 0 1,1-1-1,-1 1 0,0 0 1,0 0-1,-1-1 0,1 1 1,-1 0-1,0 0 0,0 0 1,0 0-1,0 0 1,-1 4-1,-2 9-7,1 0 0,-2-1 1,-7 20-1,5-17-6,-2-2 0,0 1 1,-1-1-1,-1-1 0,0 1 0,-1-2 0,-1 1 1,0-2-1,-2 1 0,1-2 0,-27 21 1,15-17-71,0 0 0,0-2 0,-2-1 0,0-1 0,0-1 0,-51 14 0,75-25 73,-1 1 0,1-2 0,-1 1 1,0 0-1,1-1 0,-1 0 0,0 0 1,0 0-1,1 0 0,-1 0 0,0-1 0,1 0 1,-1 1-1,1-2 0,-1 1 0,1 0 0,-1-1 1,1 1-1,-3-3 0,3 2 5,0-1-1,1 1 1,-1-1-1,1 0 1,0 0-1,0 0 1,0 0-1,0 0 0,1 0 1,-1 0-1,1-1 1,0 1-1,0 0 1,0-1-1,0 1 1,1-1-1,-1 1 1,1-1-1,0-6 1,1-2-3,1 1-1,-1-1 1,2 1 0,0 0 0,0 0 0,6-12-1,6-26 14,-13 45 1,-1 0 0,1 0 1,0 0-1,0 0 0,0 1 0,0-1 0,1 0 0,-1 1 0,1 0 1,0 0-1,0 0 0,0 0 0,5-4 0,-6 6-4,1-1 0,-1 1-1,0 0 1,0-1 0,1 1-1,-1 0 1,0 1 0,1-1-1,-1 0 1,1 1 0,-1-1-1,1 1 1,-1 0 0,1 0 0,0 0-1,-1 0 1,1 0 0,-1 1-1,1-1 1,-1 1 0,1 0-1,-1-1 1,0 1 0,1 0-1,2 2 1,3 3 10,0 1 0,0 0 1,0 0-1,-1 0 0,0 1 0,0 0 0,-1 1 0,0 0 0,0-1 1,-1 2-1,-1-1 0,6 16 0,-1-4 18,-2 1 0,-1 1 0,-1-1 0,5 44 0,-7-11 314,-2-1-1,-2 1 1,-3 0 0,-11 57-1,-39 153 887,12-127-626,-62 137-1,14-44-201,67-169-318,-48 154 286,70-213-364,0 0 1,0 0-1,0 0 0,1 0 1,-1 0-1,1 0 1,0 0-1,0 0 1,0 0-1,0 1 1,1-1-1,-1 0 1,1 0-1,0 0 1,0 0-1,0 0 1,0 0-1,0-1 0,1 1 1,2 5-1,-1-7 0,-1 1-1,0 0 0,1 0 0,-1-1 0,1 0 1,-1 1-1,1-1 0,0 0 0,0 0 0,-1 0 1,1-1-1,0 1 0,0-1 0,0 1 0,0-1 1,0 0-1,-1 0 0,1-1 0,0 1 0,0 0 1,0-1-1,4-1 0,45-14 4,1-2 1,-2-2-1,89-50 0,-44 22-96,-43 22 60,41-19 3,-5 2-294,-34 15 14,-54 27 294,1 0-1,-1-1 0,1 1 1,-1 0-1,0 0 0,0-1 1,0 1-1,1-1 0,-1 1 0,-1-1 1,1 0-1,0 1 0,0-1 1,-1 0-1,1 1 0,-1-1 1,1 0-1,-1 0 0,1-2 1,3-44-116,-3 23 79,4 1-2,2 0 0,9-23 0,-15 44 33,-1 2-40,0 0 34,0 0 0,0 0 0,0 0 0,1 0 0,-1 0 0,0 1 0,0-1 0,1 0 0,-1 0-1,1 0 1,-1 0 0,1 1 0,-1-1 0,1 0 0,-1 0 0,1 1 0,0-1 0,-1 1 0,1-1 0,0 0 0,0 1 0,-1-1 0,1 1 0,0 0 0,0-1 0,0 1 0,0 0 0,0-1 0,0 1 0,-1 0 0,1 0 0,2 0 0,26 0-325,-28 0 356,2 1-121,0-2 47,4-1 536,-6 2-565,-1 0 0,1 0 0,0 0 0,0 0 0,-1 0 0,1 0 0,0 0 0,0-1 0,-1 1 0,1 0 0,0 0-1,0-1 1,-1 1 0,1-1 0,0 1 0,-1 0 0,1-1 0,-1 1 0,1-1 0,-1 1 0,1-1 0,-1 0 0,1 1 0,-1-1-1,1 0 1,-1 1 0,0-1 0,1 0 0,-1 1 0,0-1 0,1 0 0,-1 0 0,0 1 0,0-1 0,0 0 0,0 0 0,0 1-1,0-1 1,0 0 0,0 0 0,0 0 0,-1-1 0,-1-12-1570,1 11-1013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47.0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4112 166 3528,'0'0'14260,"-3"1"-14026,-22 3-32,1 0-1,-1-1 0,0-2 1,-35-2-1,21 0-123,-579-1 816,389 0-400,-224-4 370,-45 0 12,-703-5 1223,962 7-1754,-292-7 1031,514 10-1299,1-1-1,0 0 1,-17-5 0,-2-1 51,33 7-79,0 0-20,-17-16 0,17 15-112,3-1-1684,0 0 1447,0 0 0,0 0 0,0 0 0,0-1 0,1 1 0,-1 1 1,1-1-1,0 0 0,0 0 0,0 1 0,0-1 0,0 1 0,0-1 0,4-1 0,16-20-4268,-10 11-244,8 3-2712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49.1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635 666 4868,'6'-31'2841,"-28"41"44,16-6 943,3-5-3541,-1 0 0,1 0 0,-1 0 0,1 0 0,0 1 0,-1 0 0,-4 0 0,5 0 88,0-1 356,-22 13 790,17-7-1347,0 1 0,0 1 0,0 0 0,1 0 0,0 0 0,1 1 0,0 0 0,0 0 0,0 1 0,-6 14 0,-6 15 564,-16 48 0,-22 85 1262,-46 243 0,86-322-1484,-7 116-1,20-149-367,3-1 0,3 0-1,11 66 1,-10-102-196,2-1-1,-1 0 1,2-1-1,1 1 1,1-1-1,0-1 1,1 0-1,2 0 1,0-1-1,0 0 1,2-1-1,0-1 1,1 0-1,0-1 1,2-1-1,0 0 1,0-1-1,1-1 1,0-1-1,1 0 1,1-1-1,0-2 1,0 0-1,0 0 1,1-2-1,0-1 1,0-1-1,1 0 1,-1-2-1,1 0 1,0-1-1,-1-2 1,31-3-1,-31 0-96,0 0-1,-1 0 0,1-2 0,-1-1 0,0-1 0,-1 0 1,0-1-1,0-1 0,-1-1 0,30-24 0,-28 17 31,0 0 0,-2-1-1,0-1 1,-1-1 0,-2-1-1,0 0 1,-1-1 0,13-29-1,-3-3-9,-3-2 0,-2 0 0,-3-1-1,-2 0 1,-3-1 0,-2-1 0,0-64 0,-7 28 61,-5-1 1,-4 1 0,-31-159 0,19 171 76,-4 1 0,-3 1 0,-4 2 0,-53-103 0,54 128 44,-3 1 1,-3 1-1,-1 3 1,-3 0-1,-2 3 0,-78-71 1,98 100-24,-1 0 0,-1 2 0,0 1 0,-1 0 0,-37-15 0,50 25-23,0 1 1,-1 1-1,1 0 0,-1 0 0,1 1 0,-1 1 0,0-1 0,0 2 1,0 0-1,0 1 0,1 0 0,-1 0 0,0 1 0,1 1 0,-16 5 0,9 0-8,0 0 0,1 2 0,0 0 0,1 1 0,0 1 0,1 0 0,0 1 0,1 1 0,0 0 0,1 1 0,1 0 0,-14 24 0,-3 8-247,2 2-1,3 1 1,-21 60-1,31-71-878,2 0 1,-13 75-1,22-87-2107,0 0 0,3 48 0,2-55-3450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50.8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696 149 6485,'48'-16'1496,"-39"12"2315,-11-1-2358,1 3-1258,0 0 1,0 1 0,0-1-1,0 0 1,0 0 0,1 0-1,-1 0 1,0 0 0,1 0-1,0 0 1,-1-3 0,22-19 972,-18 22-687,-1-1-145,29-49 1831,-29 50-671,-5 0-1217,-1 0-230,-1 0 0,0 0 0,0 1 0,0-1 0,0 1 0,0 0 0,0 0 0,-1 1 0,1-1 1,0 1-1,-11 1 0,5 1-7,0 0 1,0 1 0,0 0 0,0 1-1,-12 6 1,-2 3 24,0 1 0,1 1-1,-39 31 1,25-13 38,1 1-1,2 1 0,-52 68 1,70-80-71,1 1-1,2 0 1,0 1 0,2 0 0,0 1-1,2 1 1,1 0 0,-6 28-1,13-43-23,1 1 0,0-1 0,0 1 0,1-1 0,1 1 0,0-1 0,1 1 0,0-1 0,1 0 0,0 0 0,1 0 0,1 0 0,0 0 0,0-1 0,1 0 0,0 0 0,1-1 0,0 0 0,13 13 0,12 11 1,1-3-1,2 0 1,72 47 0,-76-56-43,42 29 34,-9-8-44,64 58-1,-110-85 34,-1 1 0,0 1 0,-1 0 0,-2 1 0,0 1 0,0 0 0,18 40 0,-27-48 3,-1 0 0,0 0 0,0 0 0,-2 1-1,1-1 1,-1 1 0,-1 0 0,-1-1 0,1 1 0,-4 25-1,0-22 4,-1 0-1,0 0 1,-1-1-1,-1 1 1,0-1-1,-1 0 1,-15 23-1,2-10-10,-1-1-1,-1-1 1,-2-1-1,0-1 1,-2-1-1,0-1 1,-45 28-1,0-5-37,-1-4 0,-2-2 0,-2-4-1,-103 33 1,168-64 40,-2-1 0,1 0 1,0 0-1,-25 0 0,35-3 10,0 1 0,0-1-1,0 0 1,0 0 0,0-1 0,0 1 0,0 0 0,0-1 0,0 1 0,0-1-1,0 0 1,0 1 0,0-1 0,0 0 0,0 0 0,1 0 0,-1-1 0,0 1-1,1 0 1,-1-1 0,1 1 0,-1-1 0,1 1 0,0-1 0,0 0-1,-1 1 1,1-1 0,1 0 0,-1 0 0,0 0 0,0 0 0,1 0 0,-1 0-1,1 0 1,-1 0 0,1 0 0,0 0 0,0 0 0,0 0 0,0-4-1,1-3-1,0 0 0,0 0-1,0-1 1,1 1 0,1 0-1,0 1 1,0-1-1,0 0 1,1 1 0,1 0-1,-1 0 1,1 0-1,8-9 1,-11 15 4,0 0 0,1 0-1,-1 0 1,0 1 0,0-1 0,1 1 0,-1-1-1,1 1 1,0 0 0,-1 0 0,5-1 0,-6 2 0,0 0 1,0 0-1,0 0 1,0 0-1,0 0 1,0 1 0,0-1-1,-1 0 1,1 0-1,0 1 1,0-1-1,0 1 1,0-1 0,0 1-1,0-1 1,-1 1-1,1-1 1,0 1 0,0 0-1,-1-1 1,1 1-1,0 0 1,-1 0-1,1 0 1,-1-1 0,1 1-1,-1 0 1,1 0-1,-1 0 1,0 0 0,1 0-1,-1 0 1,0 0-1,0 0 1,0 0-1,0 0 1,0 0 0,0 0-1,0 1 1,2 17 2,-1 1 1,-2 0-1,-4 36 1,-16 66 55,13-82-49,-23 115 13,-16 84 18,38-178-42,-1 119 1,4 8-50,2 43-25,6-202 68,1 0 1,1 1-1,2-2 1,1 1-1,19 51 1,-17-59-48,2 0-1,0 0 1,1-1 0,1-1 0,1 0-1,1-1 1,0 0 0,1-1 0,1-1-1,1-1 1,0 0 0,30 18 0,-34-25-353,1 0 0,1-1 1,-1 0-1,1-1 0,0-1 1,0-1-1,1 0 0,-1-1 0,1 0 1,0-2-1,0 0 0,0-1 1,0-1-1,-1 0 0,1-1 1,0-1-1,-1 0 0,17-7 1,21-11-4002,0-2-2499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51.6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3387 60 4156,'-16'-4'658,"16"4"-620,0-1-1,0 1 1,0 0-1,0 0 0,-1 0 1,1 0-1,0 0 1,0 0-1,0 0 1,0 0-1,0-1 1,0 1-1,0 0 1,0 0-1,0 0 1,0 0-1,0 0 0,0 0 1,0-1-1,0 1 1,0 0-1,0 0 1,-1 0-1,1 0 1,1 0-1,-1-1 1,0 1-1,0 0 0,0 0 1,0 0-1,0 0 1,0 0-1,0 0 1,0-1-1,0 1 1,0 0-1,0 0 1,0 0-1,0 0 1,0 0-1,0 0 0,0 0 1,1-1-1,-1 1 1,0 0-1,0 0 1,0 0-1,26-13 3722,-10 6-3575,-13 5 290,3-1 709,13-10 7889,-22 12-9057,-1-1-1,0 0 1,0 1 0,0-1 0,0 1-1,0 1 1,-1-1 0,1 0 0,0 1 0,0 0-1,0 0 1,-1 0 0,1 0 0,-7 2-1,-1117 134 768,1119-135-776,-675 69 317,541-47-260,1 6 0,-241 83 0,-207 166 57,529-246-108,-93 42 100,149-71-110,0-1 1,0-1 0,0 1-1,0 0 1,0-1 0,0 0 0,0-1-1,0 1 1,-1-1 0,-5 0-1,10 0-4,0 0-8,0-1 0,0 1 0,1-1 0,-1 1 0,0-1 1,1 1-1,-1-1 0,0 1 0,1-1 0,-1 1 0,1-1 0,-1 0 0,1 0 0,-1 1 0,1-1 0,0 0 0,-1 0 0,1 1 0,0-1 0,-1 0 1,1 0-1,0 0 0,0 0 0,-3-16-172,4 14 107,1 0 0,0 0-1,0 0 1,0 0 0,1 1-1,-1-1 1,0 1 0,1-1 0,0 1-1,-1 0 1,1 0 0,0 0 0,0 1-1,0-1 1,1 1 0,5-2 0,-4 0-225,42-25-1856,-36 20 979,1 1 1,0 0-1,0 1 0,19-7 1,-15 9-2798,0-4-2106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52.7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0 295 4316,'32'-12'725,"-26"9"2239,11-19-1269,-15-36 1886,-1 54-3374,0 0-1,0 0 1,0 1 0,1-1-1,-1 0 1,1 1-1,0-1 1,0 1 0,0-1-1,0 1 1,1 0-1,-1 0 1,7-5-1,6-12 795,0-17 540,-13 32-1236,0-1-1,0 1 1,0 0-1,0-1 1,1 1-1,6-9 1,12-16 1008,-17 17 2725,-3 18-3182,8 31-136,-3 0 0,3 42 0,-7-61-570,37 274 1432,-23-146-1443,10 61-1942,12-24-2609,-11-62-6947,-15-81 832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1:59.7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6 103 4888,'-5'-23'1951,"4"18"2208,4 4-3857,52-20 2674,-53 20-2233,0-1-432,2-1-231,0 0 0,0 0 0,0 1 0,0-1 0,1 1 0,-1 0 0,1 0-1,0 0 1,-1 1 0,1 0 0,0 0 0,0 0 0,0 0 0,0 1 0,5 0 0,5-2-181,11-4 236,3 3-56,-14 3-61,-11 0 72,-2 0-34,25 8-81,-25-7 172,-5-2-171,-5-1 44,0 0-1,0 0 1,1 1 0,-1 1 0,0-1 0,0 1 0,0 0 0,0 1 0,0 0 0,0 0 0,1 1 0,-10 3 0,14-4 28,-16 0-13,8 2-134,14-1-72,22 0-104,-17-1 312,-5-2-37,-1 1 0,1-1 0,0 0 0,-1 0 0,1 0 0,-1 0 0,1 0 0,-1-1 0,1 1 0,-1-1 0,0 1 0,0-1 0,3-3 0,6-3-66,0 4-156,-19 13-226,-3 1 455,10-10 7,1 1-1,-1-1 0,0 1 0,1-1 0,-1 1 1,0-1-1,1 1 0,-1-1 0,0 0 0,0 1 0,0-1 1,1 0-1,-1 0 0,0 0 0,0 0 0,0 1 1,0-1-1,1 0 0,-1 0 0,0-1 0,-1 1 1,-15 4 505,-2 7-332,16-10-110,14-9-90,2 0-332,4-4-435,-6 6-7454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02.2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1617 1108 3144,'16'-24'811,"-16"24"-758,1-1 0,-1 0 0,1 0 0,-1 1 0,0-1 0,1 0 1,-1 0-1,0 0 0,0 0 0,1 1 0,-1-1 0,0 0 0,0 0 0,0 0 0,0 0 0,0 0 0,0 0 0,-1 1 0,1-1 1,0 0-1,0 0 0,-1 0 0,1-1 0,-2-1 154,5-60 1811,-2 50-1701,0 1 1,-1-1-1,0 1 1,-2-18-1,0 19-149,0 1 0,-1 0 0,0 0 0,0 0 0,-1 0 0,0 0 0,-1 1 0,0 0 0,0 0-1,-1 0 1,0 1 0,-1 0 0,0 0 0,0 0 0,0 1 0,-12-9 0,0 3-1,0 1-1,0 1 1,-1 1 0,0 0 0,-1 2 0,0 0 0,0 2 0,-1 0 0,0 1-1,-44-4 1,27 8-44,0 1 1,0 1-1,0 3 0,1 1 0,-57 15 0,56-9-17,1 2 0,0 2 1,1 2-1,1 1 0,-64 43 0,65-34 36,1 2 0,1 1 0,2 2-1,2 1 1,0 1 0,3 1-1,-24 41 1,3 6 110,4 1 0,-42 116 1,-11 112 342,22 9-167,38-154-113,20-85-142,3 2 0,4-1 0,3 1-1,4 0 1,4 0 0,3 0 0,4 0 0,4-1 0,3 0 0,3-1 0,5-1 0,2-2 0,4 0 0,78 142 0,-29-92-36,4-4 0,6-4 0,6-4 0,140 135 0,-179-198-133,2-3 0,2-3 0,114 68 0,-152-101-9,159 90-66,-155-91 58,1-1-1,1-1 0,-1-2 0,2 0 0,55 8 1,-61-15 34,1 0 0,-1-2 0,1-1 0,-1 0 0,1-2 1,-1 0-1,41-13 0,-32 5 36,0-1 0,0-1 0,-2-2 0,0-2-1,56-39 1,-52 29-17,0-2-1,-2-2 1,-2-1-1,32-42 1,-18 13-123,-3-2 1,-2-2 0,-4-1 0,42-109-1,-26 33-560,40-188-1,-69 221 342,-4-2-1,-4 0 1,-2-135-1,-16 105 207,-5 1 0,-31-153-1,-100-271 145,-59 19-245,-176-260 137,355 769 80,-1 0-1,-2 2 0,-2 1 0,0 1 0,-2 1 1,-2 1-1,0 2 0,-2 1 0,-1 1 0,-1 2 0,-1 1 1,-2 2-1,0 1 0,0 2 0,-2 1 0,0 2 1,-59-15-1,36 16-29,-1 2 1,0 2-1,0 4 0,-1 2 1,0 2-1,-86 10 0,125-6 3,1 1 0,0 1 0,0 0-1,1 2 1,-1 1 0,1 0-1,0 2 1,1 0 0,0 2 0,1 0-1,0 1 1,1 2 0,-33 28-1,-1 11 32,-77 102-1,107-122-31,1 1 0,1 1 0,3 1 0,-28 73-1,23-34-18,4 1-1,3 1 0,-11 146 0,23 240-249,56 56-413,-28-345 398,99 551-253,-97-606 464,75 208-1,-73-257 102,3-2 0,3-1-1,3-2 1,52 71-1,-29-54 65,220 274-1129,-266-341 922,1 0 0,0-1 0,1 0 0,32 21 0,-36-28 39,1-1 0,-1 0 0,1 0 0,1-2 0,-1 0 1,1 0-1,-1-1 0,19 1 0,-11-2-304,-1-1 1,1 0 0,0-2-1,-1-1 1,1 0 0,-1-2-1,0 0 1,0-1 0,0-1 0,0-1-1,22-12 1,1-3-2568,4 1-1103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03.7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12 3340,'-19'-8'-108,"6"5"-860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09.3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1 6133,'-13'0'7541,"36"2"-6182,34-1-1811,-40-2 343,0 1-1,0 1 1,24 4-1,26 1-1094,44-7-3692,-55-4-163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10.1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69 6833,'3'32'2346,"-3"-34"-2205,1 1 1,0-1-1,-1 1 1,1 0-1,0-1 1,0 1-1,0 0 1,0 0-1,0 0 1,0 0-1,1 0 0,0-1 1,8-8 1518,-8 7-1176,0 0 0,0 1 1,1 0-1,-1-1 0,1 1 1,0 0-1,-1 0 0,1 0 0,0 1 1,6-3-1,0 2-2250,1 2-3526,9-34 3069,-16 32 1973,2-4 93,-4 3-3023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38.6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1 185 3844,'0'0'2775,"21"-15"4112,-22 16-6733,0 0 1,1 0-1,-1 0 1,0 0-1,1 0 1,-1 0-1,1 0 0,-1 0 1,1 0-1,0 1 1,-1-1-1,1 0 1,0 0-1,0 0 0,0 1 1,0-1-1,0 0 1,0 0-1,0 0 1,1 1-1,-1-1 0,0 0 1,1 0-1,-1 0 1,0 0-1,1 0 1,-1 0-1,1 0 0,0 1 1,1 0-1,1 4-748,-2-4 1519,3-3-967,1 0 69,-1 0-1,0 1 1,1-1-1,-1 1 1,8 1-1,-9-1 316,-2 0-335,0 0 0,-1 0 0,1-1 0,-1 1-1,1 0 1,0 0 0,-1 0 0,1-1 0,-1 1 0,1 0 0,0-1-1,-1 1 1,1 0 0,-1-1 0,1 1 0,-1-1 0,0 1 0,1-1-1,-1 1 1,1-1 0,-1 1 0,0-1 0,1 1 0,-1-1 0,0 1-1,0-1 1,1 0 0,3-4 333,4 15-164,-7-8-146,0 1 1,0 0-1,0-1 0,0 1 1,0 0-1,-1 0 0,0 0 0,1 0 1,-1 0-1,0-1 0,0 1 1,-1 0-1,1 0 0,-1 0 0,1 0 1,-1 0-1,-2 4 0,-1 9 61,4-13-77,2 34 214,0-21-116,-1-1 0,-1 1 0,-1 0-1,-2 20 1,-2 25 128,2 30-46,-1 35-42,5-81-109,0-21-10,4 44 0,-3-61-16,-1 1-1,1-1 0,1 1 1,-1-1-1,1 0 0,1 0 1,-1 0-1,1 0 0,9 11 1,-9-12 6,1 0 1,0-1-1,0 0 1,0 0-1,1 0 1,0 0-1,0-1 1,0 0-1,0 0 1,0-1-1,8 3 1,-7-4-24,-1 0 0,1-1 1,0 0-1,-1 0 0,1 0 1,0-1-1,-1 0 0,1 0 1,0-1-1,0 0 1,-1 0-1,1-1 0,-1 0 1,1 0-1,-1 0 0,0-1 1,0 0-1,0 0 0,0 0 1,0-1-1,-1 0 0,0 0 1,0 0-1,7-8 0,57-45-32,-58 47 36,12-12-30,-1-2 0,34-45 0,-50 60 22,-1 0-1,0 0 0,0 0 1,-1-1-1,0 0 1,-1 1-1,0-1 1,0-1-1,-1 1 1,-1 0-1,1-1 1,-2-18-1,-3-32-182,-4 0 0,-1 1 0,-4 0 0,-2 0 0,-3 2 0,-29-70 0,44 123 112,0 1 1,-1-1-1,1 1 0,-1 0 1,0-1-1,0 1 1,0 1-1,-4-5 1,-7-4-692,1 0 1,-27-17-1,36 27 525,1-1-1,-1 1 1,0 1-1,-1-1 1,1 1-1,0-1 1,0 1-1,0 0 1,-1 1-1,1-1 1,-1 1 0,1 0-1,0 0 1,-1 0-1,-7 2 1,-1-1-630,7 0 188,0-1-1,0 1 0,0 1 1,0-1-1,-7 3 0,-28 17-5431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39.3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0 187 3596,'0'0'4021,"23"-9"-3861,12-11 112,-10 3-60,4 0-76,12-3-420,-3-3-92,6-9-756,4 4-809,9 8 261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40.0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 8 7357,'9'-8'6888,"-26"11"836,9-1-9570,5-2 2570,-29 9 624,19 0-1289,-1-2 29,-24 38-69,37-43 4,-8-17-12687,2 1 5928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40.9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0 13577,'-1'1'278,"1"-1"0,-1 1 0,1-1 0,-1 1 1,0-1-1,1 1 0,-1-1 0,1 1 0,-1-1 0,1 1 0,-1 0 0,1-1 0,0 1 0,-1 0 0,1-1 0,0 1 0,0 0 0,-1 0 0,1-1 0,0 1 1,0 0-1,0 0 0,0-1 0,0 1 0,0 0 0,0 0 0,0-1 0,0 1 0,0 0 0,1 0 0,-1-1 0,0 1 0,0 0 0,1 0 0,-1-1 0,0 1 0,1 0 1,-1-1-1,1 1 0,-1-1 0,1 1 0,-1 0 0,2 0 0,4 5 619,0-1-2506,-5-5 1637,0 1 0,0-1 0,0 0 0,0 1 0,0-1 0,0 0 0,0 0 0,0 1 0,0-1 1,0 0-1,0 0 0,0 0 0,0 0 0,0 0 0,0-1 0,0 1 0,0 0 0,0 0 0,2-1 0,-1 0 53,3 0 27,1 1 37,0-1 0,1 1 0,-1 0 0,1 0 0,-1 1-1,12 2 1,-47 13-1485,15-12 507,1-2 0,-1 0 0,1 0 0,-1-1 0,-14-1 0,10 0-1929,0 0 1,-29 6 0,-8 7-6497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43.0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128 272 4940,'0'0'49,"0"-1"0,0 1 0,0 0 0,0-1 0,0 1 0,0 0 0,0 0 0,0-1 0,0 1 0,0 0 0,0-1 0,0 1 0,0 0-1,0-1 1,0 1 0,-1 0 0,1 0 0,0-1 0,0 1 0,0 0 0,-1 0 0,1-1 0,0 1 0,0 0 0,-1 0 0,1 0 0,0 0-1,0-1 1,-1 1 0,1 0 0,0 0 0,0 0 0,-1 0 0,1 0 0,0 0 0,-1 0 0,1 0 0,0 0 0,-1 0 0,1 0 0,0 0-1,-1 0 1,1 0 0,9-3 3096,-8 2-3102,-1 1 0,1-1 0,0 1 0,-1-1 0,1 1 0,0-1 0,-1 0 0,1 1 0,-1-1 0,1 0 0,-1 1 0,1-1 0,-1 0 0,1 0 0,-1 1 0,0-1 0,1 0 0,-1 0 0,0 0 0,0 1 0,0-1 0,0 0 0,0-1 0,0 0 21,0 0-1,-1 0 0,1 0 1,-1 0-1,0 0 1,1 0-1,-1 0 1,0 0-1,0 1 1,0-1-1,0 0 1,-3-2-1,1 1-8,0 0 1,-1 0-1,1 0 1,-1 1-1,1-1 0,-1 1 1,0 0-1,0 0 1,0 1-1,0-1 0,-5-1 1,5 2 99,1 3-129,-26 12-46,26-13 26,-1 1 106,-15 4 54,14-5 2899,3 1-2696,1 0-312,0 0 0,0 0 0,0 0 0,0 0 0,0 0 0,0 0 0,1 0 0,-1 0 0,1 0 0,0 0 0,-1 0 0,1 0 0,0 1 1,0-1-1,0 0 0,0 0 0,1 0 0,-1 0 0,2 4 0,1 2 65,0-1 0,1 1 0,0-1 1,6 8-1,-7-10-139,13 18 285,0-1-1,1-1 0,1-1 0,29 26 0,-35-37-170,1 0 0,0-2 0,1 1-1,-1-2 1,1 1 0,0-2-1,1 0 1,-1-1 0,1 0-1,0-1 1,0-1 0,0 0-1,26-1 1,15-3 88,1-2 0,68-14-1,-122 17-177,644-139 594,-469 97-548,178-44-9,146-35-16,1 30-92,-491 90 61,1 1 0,-1 1 0,0 0-1,15 2 1,54 1-24,-14 7-17,-42-6 42,-22-3 67,0-1-192,29 0 104,-29 0 27,-5 1-79,1 0 71,-5 2-23,1 0-1,-1-1 0,1 1 1,-1-1-1,0 0 0,0-1 1,0 1-1,-11 0 0,-5 7-186,18-6-351,14-8 377,-5 2 37,0 1 0,1 0 0,-1 1 0,1 0-1,0-1 1,-1 2 0,7-1 0,5 19-1093,-60-57-8578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44.4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2695 2908,'-15'10'990,"11"-8"945,12 10-1513,-5-9-304,1 0 0,-1 0 0,1 0 0,0-1 0,0 1 0,0-1 0,0 0 0,6 2 0,-7-3-149,0 1 1202,-2-3-1146,0 1 1,-1-1-1,1 1 1,0-1 0,0 1-1,-1-1 1,1 1-1,0 0 1,0-1 0,0 1-1,0 0 1,-1 0-1,1 0 1,0-1-1,0 1 1,0 0 0,0 0-1,1 1 1,18-7 2146,4-15 3616,-23 23-5692,0-1 1,1 0-1,-1 0 1,1 0-1,0 0 1,-1 0-1,1 0 1,0-1-1,-1 1 1,1 0-1,0-1 1,2 1-1,26-48 634,-3-1 1,31-78-1,29-113-71,-61 163-517,186-652 208,26-259-245,-160 697 167,-75 278-279,1 0-1,0 0 1,7-14 0,-10 23-37,0 0 1,0 0-1,0 0 1,-1 1 0,1-1-1,-1 0 1,0 0-1,0 0 1,0-5 0,0-1-134,0 6-146,-1 1-577,1 0 727,-1 0 0,0 0 1,0 0-1,-1 0 0,1 0 1,0 1-1,0-1 1,-1 0-1,1 1 0,-3-2 1,-5 1-433,0 1 1,1-2-1,-17-5 0,19 6-629,-1-1-1,1-1 0,0 1 0,0-1 1,-10-9-1,3 2-4068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5:52:45.1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314 38 4276,'29'0'906,"-23"0"5126,-9 0-5553,-4 2-256,-1 0 0,1 1 0,-1 0-1,1 0 1,0 0 0,0 1 0,0 0 0,0 0 0,1 1 0,0 0-1,-7 6 1,11-9-152,0 0 0,0-1 0,-1 1 0,1-1 1,-1 1-1,0-1 0,1 0 0,-1 0 0,-5 1 0,6-1-40,-1-1 1,1 1 0,-1 0-1,1 0 1,0 0 0,0 0-1,-1 1 1,1-1-1,-3 3 1,-6 3 363,8-6-324,1 0 0,-1 0 0,1 0 0,0 1 0,-1-1 0,1 1 0,0 0 0,0 0 1,0 0-1,0 0 0,0 0 0,0 0 0,1 0 0,-3 5 0,-116 364 2928,109-327-2770,2 2-1,3-1 1,1 1-1,1 79 1,5-105-181,1-1 0,0-1 0,1 1 0,1 0 0,1-1 1,1 1-1,0-1 0,11 20 0,-12-28-32,1 0 0,0 0 0,1 0 0,0-1 0,1 0 0,-1 0 0,2-1 0,-1 0 0,1-1 0,1 1 1,-1-2-1,1 1 0,0-1 0,17 7 0,-11-8-10,0 0 0,0-1-1,0 0 1,1-2 0,-1 1 0,1-2 0,-1-1 0,1 0 0,-1-1 0,1 0 0,-1-1 0,1-1 0,-1-1 0,0-1 0,0 0 0,-1 0 0,1-2-1,-2 0 1,1-1 0,-1 0 0,0-1 0,0-1 0,-1 0 0,0-1 0,-1 0 0,-1-1 0,1 0 0,-2-1 0,0 0 0,12-22 0,-6 6-34,-2-1 0,-1 0 1,-1-1-1,-2 0 1,-1-1-1,-1-1 1,5-51-1,-8 30-36,-3 1 0,-2-1 0,-13-102 0,6 108 41,-22-73 0,24 103-11,-2 0 0,0 1 0,-1 0 0,0 0-1,-2 1 1,0 0 0,-13-16 0,20 29-71,0-1 1,0 1-1,-1-1 0,1 1 0,-1 0 1,0 1-1,1-1 0,-2 1 0,1-1 1,0 1-1,0 0 0,-1 1 0,1-1 0,-1 1 1,1 0-1,-1 0 0,1 0 0,-1 1 1,0-1-1,0 1 0,-7 1 0,5 1-210,-1-1 0,1 1 1,-1 1-1,1-1 0,0 1 0,0 1 0,0-1 0,0 1 0,0 0 0,1 1 0,0 0 1,-8 7-1,-26 32-4178,-3 13-2691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B37D4-3EBE-FB7E-759E-8661203E0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077237-6CBF-3E65-BCAF-52DB63CFF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856F3-3A1D-CA67-FEB9-7C18A39AF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1A080-9DEA-460A-8C64-33306CAB0F2C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7F9A0-4B6D-D2B5-F392-EC1B7D534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C63E5-5360-09B5-8C8B-5F29F4EE7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AA4D-4D5C-419E-9348-3E9DFBBE6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919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BF28-AB0A-694C-F2ED-19F4CF79C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AD5B5-07BB-E66C-5542-D5068C20D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3D6CF-AFC4-8B7D-EB0E-CD0566807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1A080-9DEA-460A-8C64-33306CAB0F2C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FBB7F-BF7F-5F15-FFAA-4FA1732C2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FD132-A7E5-E4D6-CBEB-461693A3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AA4D-4D5C-419E-9348-3E9DFBBE6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629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C0638-5E76-46FB-58D7-C83E8114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F87EE-BF42-372C-B373-AE57129B3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ACE13-308E-9CF0-55CA-56C55FD0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1A080-9DEA-460A-8C64-33306CAB0F2C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0508A-72F6-4E7C-A0AF-946499200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8E233-5115-C106-DD69-B5166D72B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AA4D-4D5C-419E-9348-3E9DFBBE6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151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9E8D7-A2BC-235D-C7EC-50162D3C2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5F016-3842-6D40-2FF7-4E200DA3C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EF16B-3274-872E-8487-B2D928D6B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4B186-EF59-FA9A-9187-D15DF0C42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1A080-9DEA-460A-8C64-33306CAB0F2C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6925E-9EF1-5DEC-6CDC-F02F07FCE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CC15B-9105-F8A8-07A1-3F625A65E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AA4D-4D5C-419E-9348-3E9DFBBE6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679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C11AF-9FD1-5CFE-54D8-4B6EFC387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992EB-7842-FEB5-82E1-F786C9A96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2EF8E6-C023-05FA-B634-F13F38775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A72EFC-E9F8-FC73-E1D7-EB1A9523E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CDA31-575B-1624-9C00-44BDE5D59B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7B77C3-F0F4-E151-ACE5-70869250F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1A080-9DEA-460A-8C64-33306CAB0F2C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F5E6C2-1753-08D9-B3B8-8F174C582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CB034-DF1C-0600-7B97-55DB36678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AA4D-4D5C-419E-9348-3E9DFBBE6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467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58198-9AF1-8571-9CBB-D9DACAAEC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0F186E-ECC7-736C-F170-7EC96C2A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1A080-9DEA-460A-8C64-33306CAB0F2C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0226E-F399-3F61-DB49-28FD833E0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2A1058-3367-D2F6-8B1B-E27BDED70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AA4D-4D5C-419E-9348-3E9DFBBE6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105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15D538-70EB-EF12-11D6-E7268D20E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1A080-9DEA-460A-8C64-33306CAB0F2C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19F261-73B3-A468-B3DA-6A3DD9BF3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C0CC8-CB3A-F063-00F6-1B92F4EAD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AA4D-4D5C-419E-9348-3E9DFBBE6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243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DD038-8E5C-91E9-B7E8-45E2C3F0E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3B461-3822-77E7-77E4-726A65A00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F4F52-5166-9B6D-B74F-641362A8C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15E73-E8DF-A6D2-824D-59DE14BF8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1A080-9DEA-460A-8C64-33306CAB0F2C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99A5A-A39C-88A3-A283-7465B990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033AF-F5E5-0CCA-50B3-F002C910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AA4D-4D5C-419E-9348-3E9DFBBE6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19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D3F2-32A1-0807-5421-ED50DD925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D02F1D-2829-81A0-45FD-A4ED1CF7D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53C67A-2033-CEEF-BDF2-5FCA7F052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29EDD-9773-DF05-3C75-442B118B9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1A080-9DEA-460A-8C64-33306CAB0F2C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E1A50-B234-DFD7-D4D4-22BF00789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1A76E-8A6A-127A-0D32-EEC251114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AA4D-4D5C-419E-9348-3E9DFBBE6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955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1E259-1300-C2C1-6115-8274FF4B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5E73C8-A445-E259-F9E5-95306E765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0B278-52D0-C4B2-4F9E-46CEF6755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1A080-9DEA-460A-8C64-33306CAB0F2C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C7C8C-2EF3-995D-E4AF-467DAEF4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E8E87-B4AC-FDC0-5315-CFB5782A2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AA4D-4D5C-419E-9348-3E9DFBBE6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59787F-8834-2FF7-D00E-84D4DB56E7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8B0DE-202B-386F-996A-5C8DDBF26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2C18A-6FD7-B142-2B0F-3159087A7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1A080-9DEA-460A-8C64-33306CAB0F2C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4C76A-79BC-476D-B45C-575CE6F68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CE866-C30A-7D48-9090-6468DBAE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AA4D-4D5C-419E-9348-3E9DFBBE6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21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923EA4-23E5-9F99-127D-5A66A6E23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5EE55-E97E-D51F-F4E6-ACFA9AA49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FD9B3-BD10-FB22-9DC4-F30D1CD02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1A080-9DEA-460A-8C64-33306CAB0F2C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BE9A7-058B-8D64-30A8-B68C30456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CE1E0-9809-3636-C27E-A52761700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8AA4D-4D5C-419E-9348-3E9DFBBE6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72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customXml" Target="../ink/ink134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16" Type="http://schemas.openxmlformats.org/officeDocument/2006/relationships/customXml" Target="../ink/ink108.xml"/><Relationship Id="rId237" Type="http://schemas.openxmlformats.org/officeDocument/2006/relationships/image" Target="../media/image118.png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3.png"/><Relationship Id="rId248" Type="http://schemas.openxmlformats.org/officeDocument/2006/relationships/customXml" Target="../ink/ink124.xml"/><Relationship Id="rId269" Type="http://schemas.openxmlformats.org/officeDocument/2006/relationships/image" Target="../media/image134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image" Target="../media/image108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59" Type="http://schemas.openxmlformats.org/officeDocument/2006/relationships/image" Target="../media/image129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35.xml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28" Type="http://schemas.openxmlformats.org/officeDocument/2006/relationships/customXml" Target="../ink/ink114.xml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09.xml"/><Relationship Id="rId239" Type="http://schemas.openxmlformats.org/officeDocument/2006/relationships/image" Target="../media/image119.png"/><Relationship Id="rId250" Type="http://schemas.openxmlformats.org/officeDocument/2006/relationships/customXml" Target="../ink/ink125.xml"/><Relationship Id="rId271" Type="http://schemas.openxmlformats.org/officeDocument/2006/relationships/image" Target="../media/image135.png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4.png"/><Relationship Id="rId240" Type="http://schemas.openxmlformats.org/officeDocument/2006/relationships/customXml" Target="../ink/ink120.xml"/><Relationship Id="rId261" Type="http://schemas.openxmlformats.org/officeDocument/2006/relationships/image" Target="../media/image130.png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230" Type="http://schemas.openxmlformats.org/officeDocument/2006/relationships/customXml" Target="../ink/ink115.xml"/><Relationship Id="rId251" Type="http://schemas.openxmlformats.org/officeDocument/2006/relationships/image" Target="../media/image125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272" Type="http://schemas.openxmlformats.org/officeDocument/2006/relationships/customXml" Target="../ink/ink136.xml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110.xml"/><Relationship Id="rId241" Type="http://schemas.openxmlformats.org/officeDocument/2006/relationships/image" Target="../media/image120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78" Type="http://schemas.openxmlformats.org/officeDocument/2006/relationships/customXml" Target="../ink/ink39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64" Type="http://schemas.openxmlformats.org/officeDocument/2006/relationships/customXml" Target="../ink/ink82.xml"/><Relationship Id="rId185" Type="http://schemas.openxmlformats.org/officeDocument/2006/relationships/image" Target="../media/image92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52" Type="http://schemas.openxmlformats.org/officeDocument/2006/relationships/customXml" Target="../ink/ink126.xml"/><Relationship Id="rId273" Type="http://schemas.openxmlformats.org/officeDocument/2006/relationships/image" Target="../media/image136.png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42" Type="http://schemas.openxmlformats.org/officeDocument/2006/relationships/customXml" Target="../ink/ink121.xml"/><Relationship Id="rId263" Type="http://schemas.openxmlformats.org/officeDocument/2006/relationships/image" Target="../media/image131.png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32" Type="http://schemas.openxmlformats.org/officeDocument/2006/relationships/customXml" Target="../ink/ink116.xml"/><Relationship Id="rId253" Type="http://schemas.openxmlformats.org/officeDocument/2006/relationships/image" Target="../media/image126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image" Target="../media/image121.png"/><Relationship Id="rId264" Type="http://schemas.openxmlformats.org/officeDocument/2006/relationships/customXml" Target="../ink/ink132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16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image" Target="../media/image132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image" Target="../media/image127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266" Type="http://schemas.openxmlformats.org/officeDocument/2006/relationships/customXml" Target="../ink/ink133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customXml" Target="../ink/ink128.xml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267" Type="http://schemas.openxmlformats.org/officeDocument/2006/relationships/image" Target="../media/image133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4.png"/><Relationship Id="rId21" Type="http://schemas.openxmlformats.org/officeDocument/2006/relationships/image" Target="../media/image146.png"/><Relationship Id="rId42" Type="http://schemas.openxmlformats.org/officeDocument/2006/relationships/customXml" Target="../ink/ink157.xml"/><Relationship Id="rId63" Type="http://schemas.openxmlformats.org/officeDocument/2006/relationships/image" Target="../media/image167.png"/><Relationship Id="rId84" Type="http://schemas.openxmlformats.org/officeDocument/2006/relationships/customXml" Target="../ink/ink178.xml"/><Relationship Id="rId138" Type="http://schemas.openxmlformats.org/officeDocument/2006/relationships/customXml" Target="../ink/ink205.xml"/><Relationship Id="rId159" Type="http://schemas.openxmlformats.org/officeDocument/2006/relationships/image" Target="../media/image215.png"/><Relationship Id="rId170" Type="http://schemas.openxmlformats.org/officeDocument/2006/relationships/customXml" Target="../ink/ink221.xml"/><Relationship Id="rId191" Type="http://schemas.openxmlformats.org/officeDocument/2006/relationships/image" Target="../media/image231.png"/><Relationship Id="rId205" Type="http://schemas.openxmlformats.org/officeDocument/2006/relationships/image" Target="../media/image238.png"/><Relationship Id="rId226" Type="http://schemas.openxmlformats.org/officeDocument/2006/relationships/customXml" Target="../ink/ink249.xml"/><Relationship Id="rId247" Type="http://schemas.openxmlformats.org/officeDocument/2006/relationships/image" Target="../media/image259.png"/><Relationship Id="rId107" Type="http://schemas.openxmlformats.org/officeDocument/2006/relationships/image" Target="../media/image189.png"/><Relationship Id="rId11" Type="http://schemas.openxmlformats.org/officeDocument/2006/relationships/image" Target="../media/image141.png"/><Relationship Id="rId32" Type="http://schemas.openxmlformats.org/officeDocument/2006/relationships/customXml" Target="../ink/ink152.xml"/><Relationship Id="rId53" Type="http://schemas.openxmlformats.org/officeDocument/2006/relationships/image" Target="../media/image162.png"/><Relationship Id="rId74" Type="http://schemas.openxmlformats.org/officeDocument/2006/relationships/customXml" Target="../ink/ink173.xml"/><Relationship Id="rId128" Type="http://schemas.openxmlformats.org/officeDocument/2006/relationships/customXml" Target="../ink/ink200.xml"/><Relationship Id="rId149" Type="http://schemas.openxmlformats.org/officeDocument/2006/relationships/image" Target="../media/image210.png"/><Relationship Id="rId5" Type="http://schemas.openxmlformats.org/officeDocument/2006/relationships/image" Target="../media/image138.png"/><Relationship Id="rId95" Type="http://schemas.openxmlformats.org/officeDocument/2006/relationships/image" Target="../media/image183.png"/><Relationship Id="rId160" Type="http://schemas.openxmlformats.org/officeDocument/2006/relationships/customXml" Target="../ink/ink216.xml"/><Relationship Id="rId181" Type="http://schemas.openxmlformats.org/officeDocument/2006/relationships/image" Target="../media/image226.png"/><Relationship Id="rId216" Type="http://schemas.openxmlformats.org/officeDocument/2006/relationships/customXml" Target="../ink/ink244.xml"/><Relationship Id="rId237" Type="http://schemas.openxmlformats.org/officeDocument/2006/relationships/image" Target="../media/image254.png"/><Relationship Id="rId22" Type="http://schemas.openxmlformats.org/officeDocument/2006/relationships/customXml" Target="../ink/ink147.xml"/><Relationship Id="rId43" Type="http://schemas.openxmlformats.org/officeDocument/2006/relationships/image" Target="../media/image157.png"/><Relationship Id="rId64" Type="http://schemas.openxmlformats.org/officeDocument/2006/relationships/customXml" Target="../ink/ink168.xml"/><Relationship Id="rId118" Type="http://schemas.openxmlformats.org/officeDocument/2006/relationships/customXml" Target="../ink/ink195.xml"/><Relationship Id="rId139" Type="http://schemas.openxmlformats.org/officeDocument/2006/relationships/image" Target="../media/image205.png"/><Relationship Id="rId85" Type="http://schemas.openxmlformats.org/officeDocument/2006/relationships/image" Target="../media/image178.png"/><Relationship Id="rId150" Type="http://schemas.openxmlformats.org/officeDocument/2006/relationships/customXml" Target="../ink/ink211.xml"/><Relationship Id="rId171" Type="http://schemas.openxmlformats.org/officeDocument/2006/relationships/image" Target="../media/image221.png"/><Relationship Id="rId192" Type="http://schemas.openxmlformats.org/officeDocument/2006/relationships/customXml" Target="../ink/ink232.xml"/><Relationship Id="rId206" Type="http://schemas.openxmlformats.org/officeDocument/2006/relationships/customXml" Target="../ink/ink239.xml"/><Relationship Id="rId227" Type="http://schemas.openxmlformats.org/officeDocument/2006/relationships/image" Target="../media/image249.png"/><Relationship Id="rId248" Type="http://schemas.openxmlformats.org/officeDocument/2006/relationships/customXml" Target="../ink/ink260.xml"/><Relationship Id="rId12" Type="http://schemas.openxmlformats.org/officeDocument/2006/relationships/customXml" Target="../ink/ink142.xml"/><Relationship Id="rId33" Type="http://schemas.openxmlformats.org/officeDocument/2006/relationships/image" Target="../media/image152.png"/><Relationship Id="rId108" Type="http://schemas.openxmlformats.org/officeDocument/2006/relationships/customXml" Target="../ink/ink190.xml"/><Relationship Id="rId129" Type="http://schemas.openxmlformats.org/officeDocument/2006/relationships/image" Target="../media/image200.png"/><Relationship Id="rId54" Type="http://schemas.openxmlformats.org/officeDocument/2006/relationships/customXml" Target="../ink/ink163.xml"/><Relationship Id="rId75" Type="http://schemas.openxmlformats.org/officeDocument/2006/relationships/image" Target="../media/image173.png"/><Relationship Id="rId96" Type="http://schemas.openxmlformats.org/officeDocument/2006/relationships/customXml" Target="../ink/ink184.xml"/><Relationship Id="rId140" Type="http://schemas.openxmlformats.org/officeDocument/2006/relationships/customXml" Target="../ink/ink206.xml"/><Relationship Id="rId161" Type="http://schemas.openxmlformats.org/officeDocument/2006/relationships/image" Target="../media/image216.png"/><Relationship Id="rId182" Type="http://schemas.openxmlformats.org/officeDocument/2006/relationships/customXml" Target="../ink/ink227.xml"/><Relationship Id="rId217" Type="http://schemas.openxmlformats.org/officeDocument/2006/relationships/image" Target="../media/image244.png"/><Relationship Id="rId6" Type="http://schemas.openxmlformats.org/officeDocument/2006/relationships/customXml" Target="../ink/ink139.xml"/><Relationship Id="rId238" Type="http://schemas.openxmlformats.org/officeDocument/2006/relationships/customXml" Target="../ink/ink255.xml"/><Relationship Id="rId23" Type="http://schemas.openxmlformats.org/officeDocument/2006/relationships/image" Target="../media/image147.png"/><Relationship Id="rId119" Type="http://schemas.openxmlformats.org/officeDocument/2006/relationships/image" Target="../media/image195.png"/><Relationship Id="rId44" Type="http://schemas.openxmlformats.org/officeDocument/2006/relationships/customXml" Target="../ink/ink158.xml"/><Relationship Id="rId65" Type="http://schemas.openxmlformats.org/officeDocument/2006/relationships/image" Target="../media/image168.png"/><Relationship Id="rId86" Type="http://schemas.openxmlformats.org/officeDocument/2006/relationships/customXml" Target="../ink/ink179.xml"/><Relationship Id="rId130" Type="http://schemas.openxmlformats.org/officeDocument/2006/relationships/customXml" Target="../ink/ink201.xml"/><Relationship Id="rId151" Type="http://schemas.openxmlformats.org/officeDocument/2006/relationships/image" Target="../media/image211.png"/><Relationship Id="rId172" Type="http://schemas.openxmlformats.org/officeDocument/2006/relationships/customXml" Target="../ink/ink222.xml"/><Relationship Id="rId193" Type="http://schemas.openxmlformats.org/officeDocument/2006/relationships/image" Target="../media/image232.png"/><Relationship Id="rId207" Type="http://schemas.openxmlformats.org/officeDocument/2006/relationships/image" Target="../media/image239.png"/><Relationship Id="rId228" Type="http://schemas.openxmlformats.org/officeDocument/2006/relationships/customXml" Target="../ink/ink250.xml"/><Relationship Id="rId249" Type="http://schemas.openxmlformats.org/officeDocument/2006/relationships/image" Target="../media/image260.png"/><Relationship Id="rId13" Type="http://schemas.openxmlformats.org/officeDocument/2006/relationships/image" Target="../media/image142.png"/><Relationship Id="rId109" Type="http://schemas.openxmlformats.org/officeDocument/2006/relationships/image" Target="../media/image190.png"/><Relationship Id="rId34" Type="http://schemas.openxmlformats.org/officeDocument/2006/relationships/customXml" Target="../ink/ink153.xml"/><Relationship Id="rId55" Type="http://schemas.openxmlformats.org/officeDocument/2006/relationships/image" Target="../media/image163.png"/><Relationship Id="rId76" Type="http://schemas.openxmlformats.org/officeDocument/2006/relationships/customXml" Target="../ink/ink174.xml"/><Relationship Id="rId97" Type="http://schemas.openxmlformats.org/officeDocument/2006/relationships/image" Target="../media/image184.png"/><Relationship Id="rId120" Type="http://schemas.openxmlformats.org/officeDocument/2006/relationships/customXml" Target="../ink/ink196.xml"/><Relationship Id="rId141" Type="http://schemas.openxmlformats.org/officeDocument/2006/relationships/image" Target="../media/image206.png"/><Relationship Id="rId7" Type="http://schemas.openxmlformats.org/officeDocument/2006/relationships/image" Target="../media/image139.png"/><Relationship Id="rId162" Type="http://schemas.openxmlformats.org/officeDocument/2006/relationships/customXml" Target="../ink/ink217.xml"/><Relationship Id="rId183" Type="http://schemas.openxmlformats.org/officeDocument/2006/relationships/image" Target="../media/image227.png"/><Relationship Id="rId218" Type="http://schemas.openxmlformats.org/officeDocument/2006/relationships/customXml" Target="../ink/ink245.xml"/><Relationship Id="rId239" Type="http://schemas.openxmlformats.org/officeDocument/2006/relationships/image" Target="../media/image255.png"/><Relationship Id="rId250" Type="http://schemas.openxmlformats.org/officeDocument/2006/relationships/customXml" Target="../ink/ink261.xml"/><Relationship Id="rId24" Type="http://schemas.openxmlformats.org/officeDocument/2006/relationships/customXml" Target="../ink/ink148.xml"/><Relationship Id="rId45" Type="http://schemas.openxmlformats.org/officeDocument/2006/relationships/image" Target="../media/image158.png"/><Relationship Id="rId66" Type="http://schemas.openxmlformats.org/officeDocument/2006/relationships/customXml" Target="../ink/ink169.xml"/><Relationship Id="rId87" Type="http://schemas.openxmlformats.org/officeDocument/2006/relationships/image" Target="../media/image179.png"/><Relationship Id="rId110" Type="http://schemas.openxmlformats.org/officeDocument/2006/relationships/customXml" Target="../ink/ink191.xml"/><Relationship Id="rId131" Type="http://schemas.openxmlformats.org/officeDocument/2006/relationships/image" Target="../media/image201.png"/><Relationship Id="rId152" Type="http://schemas.openxmlformats.org/officeDocument/2006/relationships/customXml" Target="../ink/ink212.xml"/><Relationship Id="rId173" Type="http://schemas.openxmlformats.org/officeDocument/2006/relationships/image" Target="../media/image222.png"/><Relationship Id="rId194" Type="http://schemas.openxmlformats.org/officeDocument/2006/relationships/customXml" Target="../ink/ink233.xml"/><Relationship Id="rId208" Type="http://schemas.openxmlformats.org/officeDocument/2006/relationships/customXml" Target="../ink/ink240.xml"/><Relationship Id="rId229" Type="http://schemas.openxmlformats.org/officeDocument/2006/relationships/image" Target="../media/image250.png"/><Relationship Id="rId240" Type="http://schemas.openxmlformats.org/officeDocument/2006/relationships/customXml" Target="../ink/ink256.xml"/><Relationship Id="rId14" Type="http://schemas.openxmlformats.org/officeDocument/2006/relationships/customXml" Target="../ink/ink143.xml"/><Relationship Id="rId35" Type="http://schemas.openxmlformats.org/officeDocument/2006/relationships/image" Target="../media/image153.png"/><Relationship Id="rId56" Type="http://schemas.openxmlformats.org/officeDocument/2006/relationships/customXml" Target="../ink/ink164.xml"/><Relationship Id="rId77" Type="http://schemas.openxmlformats.org/officeDocument/2006/relationships/image" Target="../media/image174.png"/><Relationship Id="rId100" Type="http://schemas.openxmlformats.org/officeDocument/2006/relationships/customXml" Target="../ink/ink186.xml"/><Relationship Id="rId8" Type="http://schemas.openxmlformats.org/officeDocument/2006/relationships/customXml" Target="../ink/ink140.xml"/><Relationship Id="rId98" Type="http://schemas.openxmlformats.org/officeDocument/2006/relationships/customXml" Target="../ink/ink185.xml"/><Relationship Id="rId121" Type="http://schemas.openxmlformats.org/officeDocument/2006/relationships/image" Target="../media/image196.png"/><Relationship Id="rId142" Type="http://schemas.openxmlformats.org/officeDocument/2006/relationships/customXml" Target="../ink/ink207.xml"/><Relationship Id="rId163" Type="http://schemas.openxmlformats.org/officeDocument/2006/relationships/image" Target="../media/image217.png"/><Relationship Id="rId184" Type="http://schemas.openxmlformats.org/officeDocument/2006/relationships/customXml" Target="../ink/ink228.xml"/><Relationship Id="rId219" Type="http://schemas.openxmlformats.org/officeDocument/2006/relationships/image" Target="../media/image245.png"/><Relationship Id="rId230" Type="http://schemas.openxmlformats.org/officeDocument/2006/relationships/customXml" Target="../ink/ink251.xml"/><Relationship Id="rId251" Type="http://schemas.openxmlformats.org/officeDocument/2006/relationships/image" Target="../media/image261.png"/><Relationship Id="rId25" Type="http://schemas.openxmlformats.org/officeDocument/2006/relationships/image" Target="../media/image148.png"/><Relationship Id="rId46" Type="http://schemas.openxmlformats.org/officeDocument/2006/relationships/customXml" Target="../ink/ink159.xml"/><Relationship Id="rId67" Type="http://schemas.openxmlformats.org/officeDocument/2006/relationships/image" Target="../media/image169.png"/><Relationship Id="rId88" Type="http://schemas.openxmlformats.org/officeDocument/2006/relationships/customXml" Target="../ink/ink180.xml"/><Relationship Id="rId111" Type="http://schemas.openxmlformats.org/officeDocument/2006/relationships/image" Target="../media/image191.png"/><Relationship Id="rId132" Type="http://schemas.openxmlformats.org/officeDocument/2006/relationships/customXml" Target="../ink/ink202.xml"/><Relationship Id="rId153" Type="http://schemas.openxmlformats.org/officeDocument/2006/relationships/image" Target="../media/image212.png"/><Relationship Id="rId174" Type="http://schemas.openxmlformats.org/officeDocument/2006/relationships/customXml" Target="../ink/ink223.xml"/><Relationship Id="rId195" Type="http://schemas.openxmlformats.org/officeDocument/2006/relationships/image" Target="../media/image233.png"/><Relationship Id="rId209" Type="http://schemas.openxmlformats.org/officeDocument/2006/relationships/image" Target="../media/image240.png"/><Relationship Id="rId220" Type="http://schemas.openxmlformats.org/officeDocument/2006/relationships/customXml" Target="../ink/ink246.xml"/><Relationship Id="rId241" Type="http://schemas.openxmlformats.org/officeDocument/2006/relationships/image" Target="../media/image256.png"/><Relationship Id="rId15" Type="http://schemas.openxmlformats.org/officeDocument/2006/relationships/image" Target="../media/image143.png"/><Relationship Id="rId36" Type="http://schemas.openxmlformats.org/officeDocument/2006/relationships/customXml" Target="../ink/ink154.xml"/><Relationship Id="rId57" Type="http://schemas.openxmlformats.org/officeDocument/2006/relationships/image" Target="../media/image164.png"/><Relationship Id="rId78" Type="http://schemas.openxmlformats.org/officeDocument/2006/relationships/customXml" Target="../ink/ink175.xml"/><Relationship Id="rId99" Type="http://schemas.openxmlformats.org/officeDocument/2006/relationships/image" Target="../media/image185.png"/><Relationship Id="rId101" Type="http://schemas.openxmlformats.org/officeDocument/2006/relationships/image" Target="../media/image186.png"/><Relationship Id="rId122" Type="http://schemas.openxmlformats.org/officeDocument/2006/relationships/customXml" Target="../ink/ink197.xml"/><Relationship Id="rId143" Type="http://schemas.openxmlformats.org/officeDocument/2006/relationships/image" Target="../media/image207.png"/><Relationship Id="rId164" Type="http://schemas.openxmlformats.org/officeDocument/2006/relationships/customXml" Target="../ink/ink218.xml"/><Relationship Id="rId185" Type="http://schemas.openxmlformats.org/officeDocument/2006/relationships/image" Target="../media/image228.png"/><Relationship Id="rId9" Type="http://schemas.openxmlformats.org/officeDocument/2006/relationships/image" Target="../media/image140.png"/><Relationship Id="rId210" Type="http://schemas.openxmlformats.org/officeDocument/2006/relationships/customXml" Target="../ink/ink241.xml"/><Relationship Id="rId26" Type="http://schemas.openxmlformats.org/officeDocument/2006/relationships/customXml" Target="../ink/ink149.xml"/><Relationship Id="rId231" Type="http://schemas.openxmlformats.org/officeDocument/2006/relationships/image" Target="../media/image251.png"/><Relationship Id="rId252" Type="http://schemas.openxmlformats.org/officeDocument/2006/relationships/customXml" Target="../ink/ink262.xml"/><Relationship Id="rId47" Type="http://schemas.openxmlformats.org/officeDocument/2006/relationships/image" Target="../media/image159.png"/><Relationship Id="rId68" Type="http://schemas.openxmlformats.org/officeDocument/2006/relationships/customXml" Target="../ink/ink170.xml"/><Relationship Id="rId89" Type="http://schemas.openxmlformats.org/officeDocument/2006/relationships/image" Target="../media/image180.png"/><Relationship Id="rId112" Type="http://schemas.openxmlformats.org/officeDocument/2006/relationships/customXml" Target="../ink/ink192.xml"/><Relationship Id="rId133" Type="http://schemas.openxmlformats.org/officeDocument/2006/relationships/image" Target="../media/image202.png"/><Relationship Id="rId154" Type="http://schemas.openxmlformats.org/officeDocument/2006/relationships/customXml" Target="../ink/ink213.xml"/><Relationship Id="rId175" Type="http://schemas.openxmlformats.org/officeDocument/2006/relationships/image" Target="../media/image223.png"/><Relationship Id="rId196" Type="http://schemas.openxmlformats.org/officeDocument/2006/relationships/customXml" Target="../ink/ink234.xml"/><Relationship Id="rId200" Type="http://schemas.openxmlformats.org/officeDocument/2006/relationships/customXml" Target="../ink/ink236.xml"/><Relationship Id="rId16" Type="http://schemas.openxmlformats.org/officeDocument/2006/relationships/customXml" Target="../ink/ink144.xml"/><Relationship Id="rId221" Type="http://schemas.openxmlformats.org/officeDocument/2006/relationships/image" Target="../media/image246.png"/><Relationship Id="rId242" Type="http://schemas.openxmlformats.org/officeDocument/2006/relationships/customXml" Target="../ink/ink257.xml"/><Relationship Id="rId37" Type="http://schemas.openxmlformats.org/officeDocument/2006/relationships/image" Target="../media/image154.png"/><Relationship Id="rId58" Type="http://schemas.openxmlformats.org/officeDocument/2006/relationships/customXml" Target="../ink/ink165.xml"/><Relationship Id="rId79" Type="http://schemas.openxmlformats.org/officeDocument/2006/relationships/image" Target="../media/image175.png"/><Relationship Id="rId102" Type="http://schemas.openxmlformats.org/officeDocument/2006/relationships/customXml" Target="../ink/ink187.xml"/><Relationship Id="rId123" Type="http://schemas.openxmlformats.org/officeDocument/2006/relationships/image" Target="../media/image197.png"/><Relationship Id="rId144" Type="http://schemas.openxmlformats.org/officeDocument/2006/relationships/customXml" Target="../ink/ink208.xml"/><Relationship Id="rId90" Type="http://schemas.openxmlformats.org/officeDocument/2006/relationships/customXml" Target="../ink/ink181.xml"/><Relationship Id="rId165" Type="http://schemas.openxmlformats.org/officeDocument/2006/relationships/image" Target="../media/image218.png"/><Relationship Id="rId186" Type="http://schemas.openxmlformats.org/officeDocument/2006/relationships/customXml" Target="../ink/ink229.xml"/><Relationship Id="rId211" Type="http://schemas.openxmlformats.org/officeDocument/2006/relationships/image" Target="../media/image241.png"/><Relationship Id="rId232" Type="http://schemas.openxmlformats.org/officeDocument/2006/relationships/customXml" Target="../ink/ink252.xml"/><Relationship Id="rId253" Type="http://schemas.openxmlformats.org/officeDocument/2006/relationships/image" Target="../media/image262.png"/><Relationship Id="rId27" Type="http://schemas.openxmlformats.org/officeDocument/2006/relationships/image" Target="../media/image149.png"/><Relationship Id="rId48" Type="http://schemas.openxmlformats.org/officeDocument/2006/relationships/customXml" Target="../ink/ink160.xml"/><Relationship Id="rId69" Type="http://schemas.openxmlformats.org/officeDocument/2006/relationships/image" Target="../media/image170.png"/><Relationship Id="rId113" Type="http://schemas.openxmlformats.org/officeDocument/2006/relationships/image" Target="../media/image192.png"/><Relationship Id="rId134" Type="http://schemas.openxmlformats.org/officeDocument/2006/relationships/customXml" Target="../ink/ink203.xml"/><Relationship Id="rId80" Type="http://schemas.openxmlformats.org/officeDocument/2006/relationships/customXml" Target="../ink/ink176.xml"/><Relationship Id="rId155" Type="http://schemas.openxmlformats.org/officeDocument/2006/relationships/image" Target="../media/image213.png"/><Relationship Id="rId176" Type="http://schemas.openxmlformats.org/officeDocument/2006/relationships/customXml" Target="../ink/ink224.xml"/><Relationship Id="rId197" Type="http://schemas.openxmlformats.org/officeDocument/2006/relationships/image" Target="../media/image234.png"/><Relationship Id="rId201" Type="http://schemas.openxmlformats.org/officeDocument/2006/relationships/image" Target="../media/image236.png"/><Relationship Id="rId222" Type="http://schemas.openxmlformats.org/officeDocument/2006/relationships/customXml" Target="../ink/ink247.xml"/><Relationship Id="rId243" Type="http://schemas.openxmlformats.org/officeDocument/2006/relationships/image" Target="../media/image257.png"/><Relationship Id="rId17" Type="http://schemas.openxmlformats.org/officeDocument/2006/relationships/image" Target="../media/image144.png"/><Relationship Id="rId38" Type="http://schemas.openxmlformats.org/officeDocument/2006/relationships/customXml" Target="../ink/ink155.xml"/><Relationship Id="rId59" Type="http://schemas.openxmlformats.org/officeDocument/2006/relationships/image" Target="../media/image165.png"/><Relationship Id="rId103" Type="http://schemas.openxmlformats.org/officeDocument/2006/relationships/image" Target="../media/image187.png"/><Relationship Id="rId124" Type="http://schemas.openxmlformats.org/officeDocument/2006/relationships/customXml" Target="../ink/ink198.xml"/><Relationship Id="rId70" Type="http://schemas.openxmlformats.org/officeDocument/2006/relationships/customXml" Target="../ink/ink171.xml"/><Relationship Id="rId91" Type="http://schemas.openxmlformats.org/officeDocument/2006/relationships/image" Target="../media/image181.png"/><Relationship Id="rId145" Type="http://schemas.openxmlformats.org/officeDocument/2006/relationships/image" Target="../media/image208.png"/><Relationship Id="rId166" Type="http://schemas.openxmlformats.org/officeDocument/2006/relationships/customXml" Target="../ink/ink219.xml"/><Relationship Id="rId187" Type="http://schemas.openxmlformats.org/officeDocument/2006/relationships/image" Target="../media/image22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42.xml"/><Relationship Id="rId233" Type="http://schemas.openxmlformats.org/officeDocument/2006/relationships/image" Target="../media/image252.png"/><Relationship Id="rId254" Type="http://schemas.openxmlformats.org/officeDocument/2006/relationships/customXml" Target="../ink/ink263.xml"/><Relationship Id="rId28" Type="http://schemas.openxmlformats.org/officeDocument/2006/relationships/customXml" Target="../ink/ink150.xml"/><Relationship Id="rId49" Type="http://schemas.openxmlformats.org/officeDocument/2006/relationships/image" Target="../media/image160.png"/><Relationship Id="rId114" Type="http://schemas.openxmlformats.org/officeDocument/2006/relationships/customXml" Target="../ink/ink193.xml"/><Relationship Id="rId60" Type="http://schemas.openxmlformats.org/officeDocument/2006/relationships/customXml" Target="../ink/ink166.xml"/><Relationship Id="rId81" Type="http://schemas.openxmlformats.org/officeDocument/2006/relationships/image" Target="../media/image176.png"/><Relationship Id="rId135" Type="http://schemas.openxmlformats.org/officeDocument/2006/relationships/image" Target="../media/image203.png"/><Relationship Id="rId156" Type="http://schemas.openxmlformats.org/officeDocument/2006/relationships/customXml" Target="../ink/ink214.xml"/><Relationship Id="rId177" Type="http://schemas.openxmlformats.org/officeDocument/2006/relationships/image" Target="../media/image224.png"/><Relationship Id="rId198" Type="http://schemas.openxmlformats.org/officeDocument/2006/relationships/customXml" Target="../ink/ink235.xml"/><Relationship Id="rId202" Type="http://schemas.openxmlformats.org/officeDocument/2006/relationships/customXml" Target="../ink/ink237.xml"/><Relationship Id="rId223" Type="http://schemas.openxmlformats.org/officeDocument/2006/relationships/image" Target="../media/image247.png"/><Relationship Id="rId244" Type="http://schemas.openxmlformats.org/officeDocument/2006/relationships/customXml" Target="../ink/ink258.xml"/><Relationship Id="rId18" Type="http://schemas.openxmlformats.org/officeDocument/2006/relationships/customXml" Target="../ink/ink145.xml"/><Relationship Id="rId39" Type="http://schemas.openxmlformats.org/officeDocument/2006/relationships/image" Target="../media/image155.png"/><Relationship Id="rId50" Type="http://schemas.openxmlformats.org/officeDocument/2006/relationships/customXml" Target="../ink/ink161.xml"/><Relationship Id="rId104" Type="http://schemas.openxmlformats.org/officeDocument/2006/relationships/customXml" Target="../ink/ink188.xml"/><Relationship Id="rId125" Type="http://schemas.openxmlformats.org/officeDocument/2006/relationships/image" Target="../media/image198.png"/><Relationship Id="rId146" Type="http://schemas.openxmlformats.org/officeDocument/2006/relationships/customXml" Target="../ink/ink209.xml"/><Relationship Id="rId167" Type="http://schemas.openxmlformats.org/officeDocument/2006/relationships/image" Target="../media/image219.png"/><Relationship Id="rId188" Type="http://schemas.openxmlformats.org/officeDocument/2006/relationships/customXml" Target="../ink/ink230.xml"/><Relationship Id="rId71" Type="http://schemas.openxmlformats.org/officeDocument/2006/relationships/image" Target="../media/image171.png"/><Relationship Id="rId92" Type="http://schemas.openxmlformats.org/officeDocument/2006/relationships/customXml" Target="../ink/ink182.xml"/><Relationship Id="rId213" Type="http://schemas.openxmlformats.org/officeDocument/2006/relationships/image" Target="../media/image242.png"/><Relationship Id="rId234" Type="http://schemas.openxmlformats.org/officeDocument/2006/relationships/customXml" Target="../ink/ink253.xml"/><Relationship Id="rId2" Type="http://schemas.openxmlformats.org/officeDocument/2006/relationships/customXml" Target="../ink/ink137.xml"/><Relationship Id="rId29" Type="http://schemas.openxmlformats.org/officeDocument/2006/relationships/image" Target="../media/image150.png"/><Relationship Id="rId255" Type="http://schemas.openxmlformats.org/officeDocument/2006/relationships/image" Target="../media/image263.png"/><Relationship Id="rId40" Type="http://schemas.openxmlformats.org/officeDocument/2006/relationships/customXml" Target="../ink/ink156.xml"/><Relationship Id="rId115" Type="http://schemas.openxmlformats.org/officeDocument/2006/relationships/image" Target="../media/image193.png"/><Relationship Id="rId136" Type="http://schemas.openxmlformats.org/officeDocument/2006/relationships/customXml" Target="../ink/ink204.xml"/><Relationship Id="rId157" Type="http://schemas.openxmlformats.org/officeDocument/2006/relationships/image" Target="../media/image214.png"/><Relationship Id="rId178" Type="http://schemas.openxmlformats.org/officeDocument/2006/relationships/customXml" Target="../ink/ink225.xml"/><Relationship Id="rId61" Type="http://schemas.openxmlformats.org/officeDocument/2006/relationships/image" Target="../media/image166.png"/><Relationship Id="rId82" Type="http://schemas.openxmlformats.org/officeDocument/2006/relationships/customXml" Target="../ink/ink177.xml"/><Relationship Id="rId199" Type="http://schemas.openxmlformats.org/officeDocument/2006/relationships/image" Target="../media/image235.png"/><Relationship Id="rId203" Type="http://schemas.openxmlformats.org/officeDocument/2006/relationships/image" Target="../media/image237.png"/><Relationship Id="rId19" Type="http://schemas.openxmlformats.org/officeDocument/2006/relationships/image" Target="../media/image145.png"/><Relationship Id="rId224" Type="http://schemas.openxmlformats.org/officeDocument/2006/relationships/customXml" Target="../ink/ink248.xml"/><Relationship Id="rId245" Type="http://schemas.openxmlformats.org/officeDocument/2006/relationships/image" Target="../media/image258.png"/><Relationship Id="rId30" Type="http://schemas.openxmlformats.org/officeDocument/2006/relationships/customXml" Target="../ink/ink151.xml"/><Relationship Id="rId105" Type="http://schemas.openxmlformats.org/officeDocument/2006/relationships/image" Target="../media/image188.png"/><Relationship Id="rId126" Type="http://schemas.openxmlformats.org/officeDocument/2006/relationships/customXml" Target="../ink/ink199.xml"/><Relationship Id="rId147" Type="http://schemas.openxmlformats.org/officeDocument/2006/relationships/image" Target="../media/image209.png"/><Relationship Id="rId168" Type="http://schemas.openxmlformats.org/officeDocument/2006/relationships/customXml" Target="../ink/ink220.xml"/><Relationship Id="rId51" Type="http://schemas.openxmlformats.org/officeDocument/2006/relationships/image" Target="../media/image161.png"/><Relationship Id="rId72" Type="http://schemas.openxmlformats.org/officeDocument/2006/relationships/customXml" Target="../ink/ink172.xml"/><Relationship Id="rId93" Type="http://schemas.openxmlformats.org/officeDocument/2006/relationships/image" Target="../media/image182.png"/><Relationship Id="rId189" Type="http://schemas.openxmlformats.org/officeDocument/2006/relationships/image" Target="../media/image230.png"/><Relationship Id="rId3" Type="http://schemas.openxmlformats.org/officeDocument/2006/relationships/image" Target="../media/image137.png"/><Relationship Id="rId214" Type="http://schemas.openxmlformats.org/officeDocument/2006/relationships/customXml" Target="../ink/ink243.xml"/><Relationship Id="rId235" Type="http://schemas.openxmlformats.org/officeDocument/2006/relationships/image" Target="../media/image253.png"/><Relationship Id="rId116" Type="http://schemas.openxmlformats.org/officeDocument/2006/relationships/customXml" Target="../ink/ink194.xml"/><Relationship Id="rId137" Type="http://schemas.openxmlformats.org/officeDocument/2006/relationships/image" Target="../media/image204.png"/><Relationship Id="rId158" Type="http://schemas.openxmlformats.org/officeDocument/2006/relationships/customXml" Target="../ink/ink215.xml"/><Relationship Id="rId20" Type="http://schemas.openxmlformats.org/officeDocument/2006/relationships/customXml" Target="../ink/ink146.xml"/><Relationship Id="rId41" Type="http://schemas.openxmlformats.org/officeDocument/2006/relationships/image" Target="../media/image156.png"/><Relationship Id="rId62" Type="http://schemas.openxmlformats.org/officeDocument/2006/relationships/customXml" Target="../ink/ink167.xml"/><Relationship Id="rId83" Type="http://schemas.openxmlformats.org/officeDocument/2006/relationships/image" Target="../media/image177.png"/><Relationship Id="rId179" Type="http://schemas.openxmlformats.org/officeDocument/2006/relationships/image" Target="../media/image225.png"/><Relationship Id="rId190" Type="http://schemas.openxmlformats.org/officeDocument/2006/relationships/customXml" Target="../ink/ink231.xml"/><Relationship Id="rId204" Type="http://schemas.openxmlformats.org/officeDocument/2006/relationships/customXml" Target="../ink/ink238.xml"/><Relationship Id="rId225" Type="http://schemas.openxmlformats.org/officeDocument/2006/relationships/image" Target="../media/image248.png"/><Relationship Id="rId246" Type="http://schemas.openxmlformats.org/officeDocument/2006/relationships/customXml" Target="../ink/ink259.xml"/><Relationship Id="rId106" Type="http://schemas.openxmlformats.org/officeDocument/2006/relationships/customXml" Target="../ink/ink189.xml"/><Relationship Id="rId127" Type="http://schemas.openxmlformats.org/officeDocument/2006/relationships/image" Target="../media/image199.png"/><Relationship Id="rId10" Type="http://schemas.openxmlformats.org/officeDocument/2006/relationships/customXml" Target="../ink/ink141.xml"/><Relationship Id="rId31" Type="http://schemas.openxmlformats.org/officeDocument/2006/relationships/image" Target="../media/image151.png"/><Relationship Id="rId52" Type="http://schemas.openxmlformats.org/officeDocument/2006/relationships/customXml" Target="../ink/ink162.xml"/><Relationship Id="rId73" Type="http://schemas.openxmlformats.org/officeDocument/2006/relationships/image" Target="../media/image172.png"/><Relationship Id="rId94" Type="http://schemas.openxmlformats.org/officeDocument/2006/relationships/customXml" Target="../ink/ink183.xml"/><Relationship Id="rId148" Type="http://schemas.openxmlformats.org/officeDocument/2006/relationships/customXml" Target="../ink/ink210.xml"/><Relationship Id="rId169" Type="http://schemas.openxmlformats.org/officeDocument/2006/relationships/image" Target="../media/image220.png"/><Relationship Id="rId4" Type="http://schemas.openxmlformats.org/officeDocument/2006/relationships/customXml" Target="../ink/ink138.xml"/><Relationship Id="rId180" Type="http://schemas.openxmlformats.org/officeDocument/2006/relationships/customXml" Target="../ink/ink226.xml"/><Relationship Id="rId215" Type="http://schemas.openxmlformats.org/officeDocument/2006/relationships/image" Target="../media/image243.png"/><Relationship Id="rId236" Type="http://schemas.openxmlformats.org/officeDocument/2006/relationships/customXml" Target="../ink/ink254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0.png"/><Relationship Id="rId21" Type="http://schemas.openxmlformats.org/officeDocument/2006/relationships/image" Target="../media/image273.png"/><Relationship Id="rId42" Type="http://schemas.openxmlformats.org/officeDocument/2006/relationships/customXml" Target="../ink/ink284.xml"/><Relationship Id="rId63" Type="http://schemas.openxmlformats.org/officeDocument/2006/relationships/image" Target="../media/image293.png"/><Relationship Id="rId84" Type="http://schemas.openxmlformats.org/officeDocument/2006/relationships/customXml" Target="../ink/ink305.xml"/><Relationship Id="rId138" Type="http://schemas.openxmlformats.org/officeDocument/2006/relationships/customXml" Target="../ink/ink332.xml"/><Relationship Id="rId159" Type="http://schemas.openxmlformats.org/officeDocument/2006/relationships/image" Target="../media/image341.png"/><Relationship Id="rId170" Type="http://schemas.openxmlformats.org/officeDocument/2006/relationships/customXml" Target="../ink/ink348.xml"/><Relationship Id="rId191" Type="http://schemas.openxmlformats.org/officeDocument/2006/relationships/image" Target="../media/image357.png"/><Relationship Id="rId205" Type="http://schemas.openxmlformats.org/officeDocument/2006/relationships/image" Target="../media/image364.png"/><Relationship Id="rId107" Type="http://schemas.openxmlformats.org/officeDocument/2006/relationships/image" Target="../media/image315.png"/><Relationship Id="rId11" Type="http://schemas.openxmlformats.org/officeDocument/2006/relationships/image" Target="../media/image268.png"/><Relationship Id="rId32" Type="http://schemas.openxmlformats.org/officeDocument/2006/relationships/customXml" Target="../ink/ink279.xml"/><Relationship Id="rId53" Type="http://schemas.openxmlformats.org/officeDocument/2006/relationships/image" Target="../media/image288.png"/><Relationship Id="rId74" Type="http://schemas.openxmlformats.org/officeDocument/2006/relationships/customXml" Target="../ink/ink300.xml"/><Relationship Id="rId128" Type="http://schemas.openxmlformats.org/officeDocument/2006/relationships/customXml" Target="../ink/ink327.xml"/><Relationship Id="rId149" Type="http://schemas.openxmlformats.org/officeDocument/2006/relationships/image" Target="../media/image336.png"/><Relationship Id="rId5" Type="http://schemas.openxmlformats.org/officeDocument/2006/relationships/image" Target="../media/image265.png"/><Relationship Id="rId95" Type="http://schemas.openxmlformats.org/officeDocument/2006/relationships/image" Target="../media/image309.png"/><Relationship Id="rId160" Type="http://schemas.openxmlformats.org/officeDocument/2006/relationships/customXml" Target="../ink/ink343.xml"/><Relationship Id="rId181" Type="http://schemas.openxmlformats.org/officeDocument/2006/relationships/image" Target="../media/image352.png"/><Relationship Id="rId216" Type="http://schemas.openxmlformats.org/officeDocument/2006/relationships/customXml" Target="../ink/ink371.xml"/><Relationship Id="rId22" Type="http://schemas.openxmlformats.org/officeDocument/2006/relationships/customXml" Target="../ink/ink274.xml"/><Relationship Id="rId43" Type="http://schemas.openxmlformats.org/officeDocument/2006/relationships/image" Target="../media/image284.png"/><Relationship Id="rId64" Type="http://schemas.openxmlformats.org/officeDocument/2006/relationships/customXml" Target="../ink/ink295.xml"/><Relationship Id="rId118" Type="http://schemas.openxmlformats.org/officeDocument/2006/relationships/customXml" Target="../ink/ink322.xml"/><Relationship Id="rId139" Type="http://schemas.openxmlformats.org/officeDocument/2006/relationships/image" Target="../media/image331.png"/><Relationship Id="rId85" Type="http://schemas.openxmlformats.org/officeDocument/2006/relationships/image" Target="../media/image304.png"/><Relationship Id="rId150" Type="http://schemas.openxmlformats.org/officeDocument/2006/relationships/customXml" Target="../ink/ink338.xml"/><Relationship Id="rId171" Type="http://schemas.openxmlformats.org/officeDocument/2006/relationships/image" Target="../media/image347.png"/><Relationship Id="rId192" Type="http://schemas.openxmlformats.org/officeDocument/2006/relationships/customXml" Target="../ink/ink359.xml"/><Relationship Id="rId206" Type="http://schemas.openxmlformats.org/officeDocument/2006/relationships/customXml" Target="../ink/ink366.xml"/><Relationship Id="rId12" Type="http://schemas.openxmlformats.org/officeDocument/2006/relationships/customXml" Target="../ink/ink269.xml"/><Relationship Id="rId33" Type="http://schemas.openxmlformats.org/officeDocument/2006/relationships/image" Target="../media/image279.png"/><Relationship Id="rId108" Type="http://schemas.openxmlformats.org/officeDocument/2006/relationships/customXml" Target="../ink/ink317.xml"/><Relationship Id="rId129" Type="http://schemas.openxmlformats.org/officeDocument/2006/relationships/image" Target="../media/image326.png"/><Relationship Id="rId54" Type="http://schemas.openxmlformats.org/officeDocument/2006/relationships/customXml" Target="../ink/ink290.xml"/><Relationship Id="rId75" Type="http://schemas.openxmlformats.org/officeDocument/2006/relationships/image" Target="../media/image299.png"/><Relationship Id="rId96" Type="http://schemas.openxmlformats.org/officeDocument/2006/relationships/customXml" Target="../ink/ink311.xml"/><Relationship Id="rId140" Type="http://schemas.openxmlformats.org/officeDocument/2006/relationships/customXml" Target="../ink/ink333.xml"/><Relationship Id="rId161" Type="http://schemas.openxmlformats.org/officeDocument/2006/relationships/image" Target="../media/image342.png"/><Relationship Id="rId182" Type="http://schemas.openxmlformats.org/officeDocument/2006/relationships/customXml" Target="../ink/ink354.xml"/><Relationship Id="rId217" Type="http://schemas.openxmlformats.org/officeDocument/2006/relationships/image" Target="../media/image370.png"/><Relationship Id="rId6" Type="http://schemas.openxmlformats.org/officeDocument/2006/relationships/customXml" Target="../ink/ink266.xml"/><Relationship Id="rId23" Type="http://schemas.openxmlformats.org/officeDocument/2006/relationships/image" Target="../media/image274.png"/><Relationship Id="rId119" Type="http://schemas.openxmlformats.org/officeDocument/2006/relationships/image" Target="../media/image321.png"/><Relationship Id="rId44" Type="http://schemas.openxmlformats.org/officeDocument/2006/relationships/customXml" Target="../ink/ink285.xml"/><Relationship Id="rId65" Type="http://schemas.openxmlformats.org/officeDocument/2006/relationships/image" Target="../media/image294.png"/><Relationship Id="rId86" Type="http://schemas.openxmlformats.org/officeDocument/2006/relationships/customXml" Target="../ink/ink306.xml"/><Relationship Id="rId130" Type="http://schemas.openxmlformats.org/officeDocument/2006/relationships/customXml" Target="../ink/ink328.xml"/><Relationship Id="rId151" Type="http://schemas.openxmlformats.org/officeDocument/2006/relationships/image" Target="../media/image337.png"/><Relationship Id="rId172" Type="http://schemas.openxmlformats.org/officeDocument/2006/relationships/customXml" Target="../ink/ink349.xml"/><Relationship Id="rId193" Type="http://schemas.openxmlformats.org/officeDocument/2006/relationships/image" Target="../media/image358.png"/><Relationship Id="rId207" Type="http://schemas.openxmlformats.org/officeDocument/2006/relationships/image" Target="../media/image365.png"/><Relationship Id="rId13" Type="http://schemas.openxmlformats.org/officeDocument/2006/relationships/image" Target="../media/image269.png"/><Relationship Id="rId109" Type="http://schemas.openxmlformats.org/officeDocument/2006/relationships/image" Target="../media/image316.png"/><Relationship Id="rId34" Type="http://schemas.openxmlformats.org/officeDocument/2006/relationships/customXml" Target="../ink/ink280.xml"/><Relationship Id="rId55" Type="http://schemas.openxmlformats.org/officeDocument/2006/relationships/image" Target="../media/image289.png"/><Relationship Id="rId76" Type="http://schemas.openxmlformats.org/officeDocument/2006/relationships/customXml" Target="../ink/ink301.xml"/><Relationship Id="rId97" Type="http://schemas.openxmlformats.org/officeDocument/2006/relationships/image" Target="../media/image310.png"/><Relationship Id="rId120" Type="http://schemas.openxmlformats.org/officeDocument/2006/relationships/customXml" Target="../ink/ink323.xml"/><Relationship Id="rId141" Type="http://schemas.openxmlformats.org/officeDocument/2006/relationships/image" Target="../media/image332.png"/><Relationship Id="rId7" Type="http://schemas.openxmlformats.org/officeDocument/2006/relationships/image" Target="../media/image266.png"/><Relationship Id="rId162" Type="http://schemas.openxmlformats.org/officeDocument/2006/relationships/customXml" Target="../ink/ink344.xml"/><Relationship Id="rId183" Type="http://schemas.openxmlformats.org/officeDocument/2006/relationships/image" Target="../media/image353.png"/><Relationship Id="rId24" Type="http://schemas.openxmlformats.org/officeDocument/2006/relationships/customXml" Target="../ink/ink275.xml"/><Relationship Id="rId45" Type="http://schemas.openxmlformats.org/officeDocument/2006/relationships/image" Target="../media/image46.png"/><Relationship Id="rId66" Type="http://schemas.openxmlformats.org/officeDocument/2006/relationships/customXml" Target="../ink/ink296.xml"/><Relationship Id="rId87" Type="http://schemas.openxmlformats.org/officeDocument/2006/relationships/image" Target="../media/image305.png"/><Relationship Id="rId110" Type="http://schemas.openxmlformats.org/officeDocument/2006/relationships/customXml" Target="../ink/ink318.xml"/><Relationship Id="rId131" Type="http://schemas.openxmlformats.org/officeDocument/2006/relationships/image" Target="../media/image327.png"/><Relationship Id="rId152" Type="http://schemas.openxmlformats.org/officeDocument/2006/relationships/customXml" Target="../ink/ink339.xml"/><Relationship Id="rId173" Type="http://schemas.openxmlformats.org/officeDocument/2006/relationships/image" Target="../media/image348.png"/><Relationship Id="rId194" Type="http://schemas.openxmlformats.org/officeDocument/2006/relationships/customXml" Target="../ink/ink360.xml"/><Relationship Id="rId208" Type="http://schemas.openxmlformats.org/officeDocument/2006/relationships/customXml" Target="../ink/ink367.xml"/><Relationship Id="rId14" Type="http://schemas.openxmlformats.org/officeDocument/2006/relationships/customXml" Target="../ink/ink270.xml"/><Relationship Id="rId30" Type="http://schemas.openxmlformats.org/officeDocument/2006/relationships/customXml" Target="../ink/ink278.xml"/><Relationship Id="rId35" Type="http://schemas.openxmlformats.org/officeDocument/2006/relationships/image" Target="../media/image280.png"/><Relationship Id="rId56" Type="http://schemas.openxmlformats.org/officeDocument/2006/relationships/customXml" Target="../ink/ink291.xml"/><Relationship Id="rId77" Type="http://schemas.openxmlformats.org/officeDocument/2006/relationships/image" Target="../media/image300.png"/><Relationship Id="rId100" Type="http://schemas.openxmlformats.org/officeDocument/2006/relationships/customXml" Target="../ink/ink313.xml"/><Relationship Id="rId105" Type="http://schemas.openxmlformats.org/officeDocument/2006/relationships/image" Target="../media/image314.png"/><Relationship Id="rId126" Type="http://schemas.openxmlformats.org/officeDocument/2006/relationships/customXml" Target="../ink/ink326.xml"/><Relationship Id="rId147" Type="http://schemas.openxmlformats.org/officeDocument/2006/relationships/image" Target="../media/image335.png"/><Relationship Id="rId168" Type="http://schemas.openxmlformats.org/officeDocument/2006/relationships/customXml" Target="../ink/ink347.xml"/><Relationship Id="rId8" Type="http://schemas.openxmlformats.org/officeDocument/2006/relationships/customXml" Target="../ink/ink267.xml"/><Relationship Id="rId51" Type="http://schemas.openxmlformats.org/officeDocument/2006/relationships/image" Target="../media/image287.png"/><Relationship Id="rId72" Type="http://schemas.openxmlformats.org/officeDocument/2006/relationships/customXml" Target="../ink/ink299.xml"/><Relationship Id="rId93" Type="http://schemas.openxmlformats.org/officeDocument/2006/relationships/image" Target="../media/image308.png"/><Relationship Id="rId98" Type="http://schemas.openxmlformats.org/officeDocument/2006/relationships/customXml" Target="../ink/ink312.xml"/><Relationship Id="rId121" Type="http://schemas.openxmlformats.org/officeDocument/2006/relationships/image" Target="../media/image322.png"/><Relationship Id="rId142" Type="http://schemas.openxmlformats.org/officeDocument/2006/relationships/customXml" Target="../ink/ink334.xml"/><Relationship Id="rId163" Type="http://schemas.openxmlformats.org/officeDocument/2006/relationships/image" Target="../media/image343.png"/><Relationship Id="rId184" Type="http://schemas.openxmlformats.org/officeDocument/2006/relationships/customXml" Target="../ink/ink355.xml"/><Relationship Id="rId189" Type="http://schemas.openxmlformats.org/officeDocument/2006/relationships/image" Target="../media/image356.png"/><Relationship Id="rId3" Type="http://schemas.openxmlformats.org/officeDocument/2006/relationships/image" Target="../media/image264.png"/><Relationship Id="rId214" Type="http://schemas.openxmlformats.org/officeDocument/2006/relationships/customXml" Target="../ink/ink370.xml"/><Relationship Id="rId25" Type="http://schemas.openxmlformats.org/officeDocument/2006/relationships/image" Target="../media/image275.png"/><Relationship Id="rId46" Type="http://schemas.openxmlformats.org/officeDocument/2006/relationships/customXml" Target="../ink/ink286.xml"/><Relationship Id="rId67" Type="http://schemas.openxmlformats.org/officeDocument/2006/relationships/image" Target="../media/image295.png"/><Relationship Id="rId116" Type="http://schemas.openxmlformats.org/officeDocument/2006/relationships/customXml" Target="../ink/ink321.xml"/><Relationship Id="rId137" Type="http://schemas.openxmlformats.org/officeDocument/2006/relationships/image" Target="../media/image330.png"/><Relationship Id="rId158" Type="http://schemas.openxmlformats.org/officeDocument/2006/relationships/customXml" Target="../ink/ink342.xml"/><Relationship Id="rId20" Type="http://schemas.openxmlformats.org/officeDocument/2006/relationships/customXml" Target="../ink/ink273.xml"/><Relationship Id="rId41" Type="http://schemas.openxmlformats.org/officeDocument/2006/relationships/image" Target="../media/image283.png"/><Relationship Id="rId62" Type="http://schemas.openxmlformats.org/officeDocument/2006/relationships/customXml" Target="../ink/ink294.xml"/><Relationship Id="rId83" Type="http://schemas.openxmlformats.org/officeDocument/2006/relationships/image" Target="../media/image303.png"/><Relationship Id="rId88" Type="http://schemas.openxmlformats.org/officeDocument/2006/relationships/customXml" Target="../ink/ink307.xml"/><Relationship Id="rId111" Type="http://schemas.openxmlformats.org/officeDocument/2006/relationships/image" Target="../media/image317.png"/><Relationship Id="rId132" Type="http://schemas.openxmlformats.org/officeDocument/2006/relationships/customXml" Target="../ink/ink329.xml"/><Relationship Id="rId153" Type="http://schemas.openxmlformats.org/officeDocument/2006/relationships/image" Target="../media/image338.png"/><Relationship Id="rId174" Type="http://schemas.openxmlformats.org/officeDocument/2006/relationships/customXml" Target="../ink/ink350.xml"/><Relationship Id="rId179" Type="http://schemas.openxmlformats.org/officeDocument/2006/relationships/image" Target="../media/image351.png"/><Relationship Id="rId195" Type="http://schemas.openxmlformats.org/officeDocument/2006/relationships/image" Target="../media/image359.png"/><Relationship Id="rId209" Type="http://schemas.openxmlformats.org/officeDocument/2006/relationships/image" Target="../media/image366.png"/><Relationship Id="rId190" Type="http://schemas.openxmlformats.org/officeDocument/2006/relationships/customXml" Target="../ink/ink358.xml"/><Relationship Id="rId204" Type="http://schemas.openxmlformats.org/officeDocument/2006/relationships/customXml" Target="../ink/ink365.xml"/><Relationship Id="rId15" Type="http://schemas.openxmlformats.org/officeDocument/2006/relationships/image" Target="../media/image270.png"/><Relationship Id="rId36" Type="http://schemas.openxmlformats.org/officeDocument/2006/relationships/customXml" Target="../ink/ink281.xml"/><Relationship Id="rId57" Type="http://schemas.openxmlformats.org/officeDocument/2006/relationships/image" Target="../media/image290.png"/><Relationship Id="rId106" Type="http://schemas.openxmlformats.org/officeDocument/2006/relationships/customXml" Target="../ink/ink316.xml"/><Relationship Id="rId127" Type="http://schemas.openxmlformats.org/officeDocument/2006/relationships/image" Target="../media/image325.png"/><Relationship Id="rId10" Type="http://schemas.openxmlformats.org/officeDocument/2006/relationships/customXml" Target="../ink/ink268.xml"/><Relationship Id="rId31" Type="http://schemas.openxmlformats.org/officeDocument/2006/relationships/image" Target="../media/image278.png"/><Relationship Id="rId52" Type="http://schemas.openxmlformats.org/officeDocument/2006/relationships/customXml" Target="../ink/ink289.xml"/><Relationship Id="rId73" Type="http://schemas.openxmlformats.org/officeDocument/2006/relationships/image" Target="../media/image298.png"/><Relationship Id="rId78" Type="http://schemas.openxmlformats.org/officeDocument/2006/relationships/customXml" Target="../ink/ink302.xml"/><Relationship Id="rId94" Type="http://schemas.openxmlformats.org/officeDocument/2006/relationships/customXml" Target="../ink/ink310.xml"/><Relationship Id="rId99" Type="http://schemas.openxmlformats.org/officeDocument/2006/relationships/image" Target="../media/image311.png"/><Relationship Id="rId101" Type="http://schemas.openxmlformats.org/officeDocument/2006/relationships/image" Target="../media/image312.png"/><Relationship Id="rId122" Type="http://schemas.openxmlformats.org/officeDocument/2006/relationships/customXml" Target="../ink/ink324.xml"/><Relationship Id="rId143" Type="http://schemas.openxmlformats.org/officeDocument/2006/relationships/image" Target="../media/image333.png"/><Relationship Id="rId148" Type="http://schemas.openxmlformats.org/officeDocument/2006/relationships/customXml" Target="../ink/ink337.xml"/><Relationship Id="rId164" Type="http://schemas.openxmlformats.org/officeDocument/2006/relationships/customXml" Target="../ink/ink345.xml"/><Relationship Id="rId169" Type="http://schemas.openxmlformats.org/officeDocument/2006/relationships/image" Target="../media/image346.png"/><Relationship Id="rId185" Type="http://schemas.openxmlformats.org/officeDocument/2006/relationships/image" Target="../media/image354.png"/><Relationship Id="rId4" Type="http://schemas.openxmlformats.org/officeDocument/2006/relationships/customXml" Target="../ink/ink265.xml"/><Relationship Id="rId9" Type="http://schemas.openxmlformats.org/officeDocument/2006/relationships/image" Target="../media/image267.png"/><Relationship Id="rId180" Type="http://schemas.openxmlformats.org/officeDocument/2006/relationships/customXml" Target="../ink/ink353.xml"/><Relationship Id="rId210" Type="http://schemas.openxmlformats.org/officeDocument/2006/relationships/customXml" Target="../ink/ink368.xml"/><Relationship Id="rId215" Type="http://schemas.openxmlformats.org/officeDocument/2006/relationships/image" Target="../media/image369.png"/><Relationship Id="rId26" Type="http://schemas.openxmlformats.org/officeDocument/2006/relationships/customXml" Target="../ink/ink276.xml"/><Relationship Id="rId47" Type="http://schemas.openxmlformats.org/officeDocument/2006/relationships/image" Target="../media/image285.png"/><Relationship Id="rId68" Type="http://schemas.openxmlformats.org/officeDocument/2006/relationships/customXml" Target="../ink/ink297.xml"/><Relationship Id="rId89" Type="http://schemas.openxmlformats.org/officeDocument/2006/relationships/image" Target="../media/image306.png"/><Relationship Id="rId112" Type="http://schemas.openxmlformats.org/officeDocument/2006/relationships/customXml" Target="../ink/ink319.xml"/><Relationship Id="rId133" Type="http://schemas.openxmlformats.org/officeDocument/2006/relationships/image" Target="../media/image328.png"/><Relationship Id="rId154" Type="http://schemas.openxmlformats.org/officeDocument/2006/relationships/customXml" Target="../ink/ink340.xml"/><Relationship Id="rId175" Type="http://schemas.openxmlformats.org/officeDocument/2006/relationships/image" Target="../media/image349.png"/><Relationship Id="rId196" Type="http://schemas.openxmlformats.org/officeDocument/2006/relationships/customXml" Target="../ink/ink361.xml"/><Relationship Id="rId200" Type="http://schemas.openxmlformats.org/officeDocument/2006/relationships/customXml" Target="../ink/ink363.xml"/><Relationship Id="rId16" Type="http://schemas.openxmlformats.org/officeDocument/2006/relationships/customXml" Target="../ink/ink271.xml"/><Relationship Id="rId37" Type="http://schemas.openxmlformats.org/officeDocument/2006/relationships/image" Target="../media/image281.png"/><Relationship Id="rId58" Type="http://schemas.openxmlformats.org/officeDocument/2006/relationships/customXml" Target="../ink/ink292.xml"/><Relationship Id="rId79" Type="http://schemas.openxmlformats.org/officeDocument/2006/relationships/image" Target="../media/image301.png"/><Relationship Id="rId102" Type="http://schemas.openxmlformats.org/officeDocument/2006/relationships/customXml" Target="../ink/ink314.xml"/><Relationship Id="rId123" Type="http://schemas.openxmlformats.org/officeDocument/2006/relationships/image" Target="../media/image323.png"/><Relationship Id="rId144" Type="http://schemas.openxmlformats.org/officeDocument/2006/relationships/customXml" Target="../ink/ink335.xml"/><Relationship Id="rId90" Type="http://schemas.openxmlformats.org/officeDocument/2006/relationships/customXml" Target="../ink/ink308.xml"/><Relationship Id="rId165" Type="http://schemas.openxmlformats.org/officeDocument/2006/relationships/image" Target="../media/image344.png"/><Relationship Id="rId186" Type="http://schemas.openxmlformats.org/officeDocument/2006/relationships/customXml" Target="../ink/ink356.xml"/><Relationship Id="rId211" Type="http://schemas.openxmlformats.org/officeDocument/2006/relationships/image" Target="../media/image367.png"/><Relationship Id="rId27" Type="http://schemas.openxmlformats.org/officeDocument/2006/relationships/image" Target="../media/image276.png"/><Relationship Id="rId48" Type="http://schemas.openxmlformats.org/officeDocument/2006/relationships/customXml" Target="../ink/ink287.xml"/><Relationship Id="rId69" Type="http://schemas.openxmlformats.org/officeDocument/2006/relationships/image" Target="../media/image296.png"/><Relationship Id="rId113" Type="http://schemas.openxmlformats.org/officeDocument/2006/relationships/image" Target="../media/image318.png"/><Relationship Id="rId134" Type="http://schemas.openxmlformats.org/officeDocument/2006/relationships/customXml" Target="../ink/ink330.xml"/><Relationship Id="rId80" Type="http://schemas.openxmlformats.org/officeDocument/2006/relationships/customXml" Target="../ink/ink303.xml"/><Relationship Id="rId155" Type="http://schemas.openxmlformats.org/officeDocument/2006/relationships/image" Target="../media/image339.png"/><Relationship Id="rId176" Type="http://schemas.openxmlformats.org/officeDocument/2006/relationships/customXml" Target="../ink/ink351.xml"/><Relationship Id="rId197" Type="http://schemas.openxmlformats.org/officeDocument/2006/relationships/image" Target="../media/image360.png"/><Relationship Id="rId201" Type="http://schemas.openxmlformats.org/officeDocument/2006/relationships/image" Target="../media/image362.png"/><Relationship Id="rId17" Type="http://schemas.openxmlformats.org/officeDocument/2006/relationships/image" Target="../media/image271.png"/><Relationship Id="rId38" Type="http://schemas.openxmlformats.org/officeDocument/2006/relationships/customXml" Target="../ink/ink282.xml"/><Relationship Id="rId59" Type="http://schemas.openxmlformats.org/officeDocument/2006/relationships/image" Target="../media/image291.png"/><Relationship Id="rId103" Type="http://schemas.openxmlformats.org/officeDocument/2006/relationships/image" Target="../media/image313.png"/><Relationship Id="rId124" Type="http://schemas.openxmlformats.org/officeDocument/2006/relationships/customXml" Target="../ink/ink325.xml"/><Relationship Id="rId70" Type="http://schemas.openxmlformats.org/officeDocument/2006/relationships/customXml" Target="../ink/ink298.xml"/><Relationship Id="rId91" Type="http://schemas.openxmlformats.org/officeDocument/2006/relationships/image" Target="../media/image307.png"/><Relationship Id="rId145" Type="http://schemas.openxmlformats.org/officeDocument/2006/relationships/image" Target="../media/image334.png"/><Relationship Id="rId166" Type="http://schemas.openxmlformats.org/officeDocument/2006/relationships/customXml" Target="../ink/ink346.xml"/><Relationship Id="rId187" Type="http://schemas.openxmlformats.org/officeDocument/2006/relationships/image" Target="../media/image35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69.xml"/><Relationship Id="rId28" Type="http://schemas.openxmlformats.org/officeDocument/2006/relationships/customXml" Target="../ink/ink277.xml"/><Relationship Id="rId49" Type="http://schemas.openxmlformats.org/officeDocument/2006/relationships/image" Target="../media/image286.png"/><Relationship Id="rId114" Type="http://schemas.openxmlformats.org/officeDocument/2006/relationships/customXml" Target="../ink/ink320.xml"/><Relationship Id="rId60" Type="http://schemas.openxmlformats.org/officeDocument/2006/relationships/customXml" Target="../ink/ink293.xml"/><Relationship Id="rId81" Type="http://schemas.openxmlformats.org/officeDocument/2006/relationships/image" Target="../media/image302.png"/><Relationship Id="rId135" Type="http://schemas.openxmlformats.org/officeDocument/2006/relationships/image" Target="../media/image329.png"/><Relationship Id="rId156" Type="http://schemas.openxmlformats.org/officeDocument/2006/relationships/customXml" Target="../ink/ink341.xml"/><Relationship Id="rId177" Type="http://schemas.openxmlformats.org/officeDocument/2006/relationships/image" Target="../media/image350.png"/><Relationship Id="rId198" Type="http://schemas.openxmlformats.org/officeDocument/2006/relationships/customXml" Target="../ink/ink362.xml"/><Relationship Id="rId202" Type="http://schemas.openxmlformats.org/officeDocument/2006/relationships/customXml" Target="../ink/ink364.xml"/><Relationship Id="rId18" Type="http://schemas.openxmlformats.org/officeDocument/2006/relationships/customXml" Target="../ink/ink272.xml"/><Relationship Id="rId39" Type="http://schemas.openxmlformats.org/officeDocument/2006/relationships/image" Target="../media/image282.png"/><Relationship Id="rId50" Type="http://schemas.openxmlformats.org/officeDocument/2006/relationships/customXml" Target="../ink/ink288.xml"/><Relationship Id="rId104" Type="http://schemas.openxmlformats.org/officeDocument/2006/relationships/customXml" Target="../ink/ink315.xml"/><Relationship Id="rId125" Type="http://schemas.openxmlformats.org/officeDocument/2006/relationships/image" Target="../media/image324.png"/><Relationship Id="rId146" Type="http://schemas.openxmlformats.org/officeDocument/2006/relationships/customXml" Target="../ink/ink336.xml"/><Relationship Id="rId167" Type="http://schemas.openxmlformats.org/officeDocument/2006/relationships/image" Target="../media/image345.png"/><Relationship Id="rId188" Type="http://schemas.openxmlformats.org/officeDocument/2006/relationships/customXml" Target="../ink/ink357.xml"/><Relationship Id="rId71" Type="http://schemas.openxmlformats.org/officeDocument/2006/relationships/image" Target="../media/image297.png"/><Relationship Id="rId92" Type="http://schemas.openxmlformats.org/officeDocument/2006/relationships/customXml" Target="../ink/ink309.xml"/><Relationship Id="rId213" Type="http://schemas.openxmlformats.org/officeDocument/2006/relationships/image" Target="../media/image368.png"/><Relationship Id="rId2" Type="http://schemas.openxmlformats.org/officeDocument/2006/relationships/customXml" Target="../ink/ink264.xml"/><Relationship Id="rId29" Type="http://schemas.openxmlformats.org/officeDocument/2006/relationships/image" Target="../media/image277.png"/><Relationship Id="rId40" Type="http://schemas.openxmlformats.org/officeDocument/2006/relationships/customXml" Target="../ink/ink283.xml"/><Relationship Id="rId115" Type="http://schemas.openxmlformats.org/officeDocument/2006/relationships/image" Target="../media/image319.png"/><Relationship Id="rId136" Type="http://schemas.openxmlformats.org/officeDocument/2006/relationships/customXml" Target="../ink/ink331.xml"/><Relationship Id="rId157" Type="http://schemas.openxmlformats.org/officeDocument/2006/relationships/image" Target="../media/image340.png"/><Relationship Id="rId178" Type="http://schemas.openxmlformats.org/officeDocument/2006/relationships/customXml" Target="../ink/ink352.xml"/><Relationship Id="rId61" Type="http://schemas.openxmlformats.org/officeDocument/2006/relationships/image" Target="../media/image292.png"/><Relationship Id="rId82" Type="http://schemas.openxmlformats.org/officeDocument/2006/relationships/customXml" Target="../ink/ink304.xml"/><Relationship Id="rId199" Type="http://schemas.openxmlformats.org/officeDocument/2006/relationships/image" Target="../media/image361.png"/><Relationship Id="rId203" Type="http://schemas.openxmlformats.org/officeDocument/2006/relationships/image" Target="../media/image363.png"/><Relationship Id="rId19" Type="http://schemas.openxmlformats.org/officeDocument/2006/relationships/image" Target="../media/image272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84.xml"/><Relationship Id="rId117" Type="http://schemas.openxmlformats.org/officeDocument/2006/relationships/image" Target="../media/image428.png"/><Relationship Id="rId21" Type="http://schemas.openxmlformats.org/officeDocument/2006/relationships/image" Target="../media/image380.png"/><Relationship Id="rId42" Type="http://schemas.openxmlformats.org/officeDocument/2006/relationships/customXml" Target="../ink/ink392.xml"/><Relationship Id="rId47" Type="http://schemas.openxmlformats.org/officeDocument/2006/relationships/image" Target="../media/image393.png"/><Relationship Id="rId63" Type="http://schemas.openxmlformats.org/officeDocument/2006/relationships/image" Target="../media/image401.png"/><Relationship Id="rId68" Type="http://schemas.openxmlformats.org/officeDocument/2006/relationships/customXml" Target="../ink/ink405.xml"/><Relationship Id="rId84" Type="http://schemas.openxmlformats.org/officeDocument/2006/relationships/customXml" Target="../ink/ink413.xml"/><Relationship Id="rId89" Type="http://schemas.openxmlformats.org/officeDocument/2006/relationships/image" Target="../media/image414.png"/><Relationship Id="rId112" Type="http://schemas.openxmlformats.org/officeDocument/2006/relationships/customXml" Target="../ink/ink427.xml"/><Relationship Id="rId16" Type="http://schemas.openxmlformats.org/officeDocument/2006/relationships/customXml" Target="../ink/ink379.xml"/><Relationship Id="rId107" Type="http://schemas.openxmlformats.org/officeDocument/2006/relationships/image" Target="../media/image423.png"/><Relationship Id="rId11" Type="http://schemas.openxmlformats.org/officeDocument/2006/relationships/image" Target="../media/image375.png"/><Relationship Id="rId32" Type="http://schemas.openxmlformats.org/officeDocument/2006/relationships/customXml" Target="../ink/ink387.xml"/><Relationship Id="rId37" Type="http://schemas.openxmlformats.org/officeDocument/2006/relationships/image" Target="../media/image388.png"/><Relationship Id="rId53" Type="http://schemas.openxmlformats.org/officeDocument/2006/relationships/image" Target="../media/image396.png"/><Relationship Id="rId58" Type="http://schemas.openxmlformats.org/officeDocument/2006/relationships/customXml" Target="../ink/ink400.xml"/><Relationship Id="rId74" Type="http://schemas.openxmlformats.org/officeDocument/2006/relationships/customXml" Target="../ink/ink408.xml"/><Relationship Id="rId79" Type="http://schemas.openxmlformats.org/officeDocument/2006/relationships/image" Target="../media/image409.png"/><Relationship Id="rId102" Type="http://schemas.openxmlformats.org/officeDocument/2006/relationships/customXml" Target="../ink/ink422.xml"/><Relationship Id="rId123" Type="http://schemas.openxmlformats.org/officeDocument/2006/relationships/image" Target="../media/image431.png"/><Relationship Id="rId5" Type="http://schemas.openxmlformats.org/officeDocument/2006/relationships/image" Target="../media/image372.png"/><Relationship Id="rId90" Type="http://schemas.openxmlformats.org/officeDocument/2006/relationships/customXml" Target="../ink/ink416.xml"/><Relationship Id="rId95" Type="http://schemas.openxmlformats.org/officeDocument/2006/relationships/image" Target="../media/image417.png"/><Relationship Id="rId22" Type="http://schemas.openxmlformats.org/officeDocument/2006/relationships/customXml" Target="../ink/ink382.xml"/><Relationship Id="rId27" Type="http://schemas.openxmlformats.org/officeDocument/2006/relationships/image" Target="../media/image383.png"/><Relationship Id="rId43" Type="http://schemas.openxmlformats.org/officeDocument/2006/relationships/image" Target="../media/image391.png"/><Relationship Id="rId48" Type="http://schemas.openxmlformats.org/officeDocument/2006/relationships/customXml" Target="../ink/ink395.xml"/><Relationship Id="rId64" Type="http://schemas.openxmlformats.org/officeDocument/2006/relationships/customXml" Target="../ink/ink403.xml"/><Relationship Id="rId69" Type="http://schemas.openxmlformats.org/officeDocument/2006/relationships/image" Target="../media/image404.png"/><Relationship Id="rId113" Type="http://schemas.openxmlformats.org/officeDocument/2006/relationships/image" Target="../media/image426.png"/><Relationship Id="rId118" Type="http://schemas.openxmlformats.org/officeDocument/2006/relationships/customXml" Target="../ink/ink430.xml"/><Relationship Id="rId80" Type="http://schemas.openxmlformats.org/officeDocument/2006/relationships/customXml" Target="../ink/ink411.xml"/><Relationship Id="rId85" Type="http://schemas.openxmlformats.org/officeDocument/2006/relationships/image" Target="../media/image412.png"/><Relationship Id="rId12" Type="http://schemas.openxmlformats.org/officeDocument/2006/relationships/customXml" Target="../ink/ink377.xml"/><Relationship Id="rId17" Type="http://schemas.openxmlformats.org/officeDocument/2006/relationships/image" Target="../media/image378.png"/><Relationship Id="rId33" Type="http://schemas.openxmlformats.org/officeDocument/2006/relationships/image" Target="../media/image386.png"/><Relationship Id="rId38" Type="http://schemas.openxmlformats.org/officeDocument/2006/relationships/customXml" Target="../ink/ink390.xml"/><Relationship Id="rId59" Type="http://schemas.openxmlformats.org/officeDocument/2006/relationships/image" Target="../media/image399.png"/><Relationship Id="rId103" Type="http://schemas.openxmlformats.org/officeDocument/2006/relationships/image" Target="../media/image421.png"/><Relationship Id="rId108" Type="http://schemas.openxmlformats.org/officeDocument/2006/relationships/customXml" Target="../ink/ink425.xml"/><Relationship Id="rId54" Type="http://schemas.openxmlformats.org/officeDocument/2006/relationships/customXml" Target="../ink/ink398.xml"/><Relationship Id="rId70" Type="http://schemas.openxmlformats.org/officeDocument/2006/relationships/customXml" Target="../ink/ink406.xml"/><Relationship Id="rId75" Type="http://schemas.openxmlformats.org/officeDocument/2006/relationships/image" Target="../media/image407.png"/><Relationship Id="rId91" Type="http://schemas.openxmlformats.org/officeDocument/2006/relationships/image" Target="../media/image415.png"/><Relationship Id="rId96" Type="http://schemas.openxmlformats.org/officeDocument/2006/relationships/customXml" Target="../ink/ink41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74.xml"/><Relationship Id="rId23" Type="http://schemas.openxmlformats.org/officeDocument/2006/relationships/image" Target="../media/image381.png"/><Relationship Id="rId28" Type="http://schemas.openxmlformats.org/officeDocument/2006/relationships/customXml" Target="../ink/ink385.xml"/><Relationship Id="rId49" Type="http://schemas.openxmlformats.org/officeDocument/2006/relationships/image" Target="../media/image394.png"/><Relationship Id="rId114" Type="http://schemas.openxmlformats.org/officeDocument/2006/relationships/customXml" Target="../ink/ink428.xml"/><Relationship Id="rId119" Type="http://schemas.openxmlformats.org/officeDocument/2006/relationships/image" Target="../media/image429.png"/><Relationship Id="rId44" Type="http://schemas.openxmlformats.org/officeDocument/2006/relationships/customXml" Target="../ink/ink393.xml"/><Relationship Id="rId60" Type="http://schemas.openxmlformats.org/officeDocument/2006/relationships/customXml" Target="../ink/ink401.xml"/><Relationship Id="rId65" Type="http://schemas.openxmlformats.org/officeDocument/2006/relationships/image" Target="../media/image402.png"/><Relationship Id="rId81" Type="http://schemas.openxmlformats.org/officeDocument/2006/relationships/image" Target="../media/image410.png"/><Relationship Id="rId86" Type="http://schemas.openxmlformats.org/officeDocument/2006/relationships/customXml" Target="../ink/ink414.xml"/><Relationship Id="rId4" Type="http://schemas.openxmlformats.org/officeDocument/2006/relationships/customXml" Target="../ink/ink373.xml"/><Relationship Id="rId9" Type="http://schemas.openxmlformats.org/officeDocument/2006/relationships/image" Target="../media/image374.png"/><Relationship Id="rId13" Type="http://schemas.openxmlformats.org/officeDocument/2006/relationships/image" Target="../media/image376.png"/><Relationship Id="rId18" Type="http://schemas.openxmlformats.org/officeDocument/2006/relationships/customXml" Target="../ink/ink380.xml"/><Relationship Id="rId39" Type="http://schemas.openxmlformats.org/officeDocument/2006/relationships/image" Target="../media/image389.png"/><Relationship Id="rId109" Type="http://schemas.openxmlformats.org/officeDocument/2006/relationships/image" Target="../media/image424.png"/><Relationship Id="rId34" Type="http://schemas.openxmlformats.org/officeDocument/2006/relationships/customXml" Target="../ink/ink388.xml"/><Relationship Id="rId50" Type="http://schemas.openxmlformats.org/officeDocument/2006/relationships/customXml" Target="../ink/ink396.xml"/><Relationship Id="rId55" Type="http://schemas.openxmlformats.org/officeDocument/2006/relationships/image" Target="../media/image397.png"/><Relationship Id="rId76" Type="http://schemas.openxmlformats.org/officeDocument/2006/relationships/customXml" Target="../ink/ink409.xml"/><Relationship Id="rId97" Type="http://schemas.openxmlformats.org/officeDocument/2006/relationships/image" Target="../media/image418.png"/><Relationship Id="rId104" Type="http://schemas.openxmlformats.org/officeDocument/2006/relationships/customXml" Target="../ink/ink423.xml"/><Relationship Id="rId120" Type="http://schemas.openxmlformats.org/officeDocument/2006/relationships/customXml" Target="../ink/ink431.xml"/><Relationship Id="rId7" Type="http://schemas.openxmlformats.org/officeDocument/2006/relationships/image" Target="../media/image373.png"/><Relationship Id="rId71" Type="http://schemas.openxmlformats.org/officeDocument/2006/relationships/image" Target="../media/image405.png"/><Relationship Id="rId92" Type="http://schemas.openxmlformats.org/officeDocument/2006/relationships/customXml" Target="../ink/ink417.xml"/><Relationship Id="rId2" Type="http://schemas.openxmlformats.org/officeDocument/2006/relationships/customXml" Target="../ink/ink372.xml"/><Relationship Id="rId29" Type="http://schemas.openxmlformats.org/officeDocument/2006/relationships/image" Target="../media/image384.png"/><Relationship Id="rId24" Type="http://schemas.openxmlformats.org/officeDocument/2006/relationships/customXml" Target="../ink/ink383.xml"/><Relationship Id="rId40" Type="http://schemas.openxmlformats.org/officeDocument/2006/relationships/customXml" Target="../ink/ink391.xml"/><Relationship Id="rId45" Type="http://schemas.openxmlformats.org/officeDocument/2006/relationships/image" Target="../media/image392.png"/><Relationship Id="rId66" Type="http://schemas.openxmlformats.org/officeDocument/2006/relationships/customXml" Target="../ink/ink404.xml"/><Relationship Id="rId87" Type="http://schemas.openxmlformats.org/officeDocument/2006/relationships/image" Target="../media/image413.png"/><Relationship Id="rId110" Type="http://schemas.openxmlformats.org/officeDocument/2006/relationships/customXml" Target="../ink/ink426.xml"/><Relationship Id="rId115" Type="http://schemas.openxmlformats.org/officeDocument/2006/relationships/image" Target="../media/image427.png"/><Relationship Id="rId61" Type="http://schemas.openxmlformats.org/officeDocument/2006/relationships/image" Target="../media/image400.png"/><Relationship Id="rId82" Type="http://schemas.openxmlformats.org/officeDocument/2006/relationships/customXml" Target="../ink/ink412.xml"/><Relationship Id="rId19" Type="http://schemas.openxmlformats.org/officeDocument/2006/relationships/image" Target="../media/image379.png"/><Relationship Id="rId14" Type="http://schemas.openxmlformats.org/officeDocument/2006/relationships/customXml" Target="../ink/ink378.xml"/><Relationship Id="rId30" Type="http://schemas.openxmlformats.org/officeDocument/2006/relationships/customXml" Target="../ink/ink386.xml"/><Relationship Id="rId35" Type="http://schemas.openxmlformats.org/officeDocument/2006/relationships/image" Target="../media/image387.png"/><Relationship Id="rId56" Type="http://schemas.openxmlformats.org/officeDocument/2006/relationships/customXml" Target="../ink/ink399.xml"/><Relationship Id="rId77" Type="http://schemas.openxmlformats.org/officeDocument/2006/relationships/image" Target="../media/image408.png"/><Relationship Id="rId100" Type="http://schemas.openxmlformats.org/officeDocument/2006/relationships/customXml" Target="../ink/ink421.xml"/><Relationship Id="rId105" Type="http://schemas.openxmlformats.org/officeDocument/2006/relationships/image" Target="../media/image422.png"/><Relationship Id="rId8" Type="http://schemas.openxmlformats.org/officeDocument/2006/relationships/customXml" Target="../ink/ink375.xml"/><Relationship Id="rId51" Type="http://schemas.openxmlformats.org/officeDocument/2006/relationships/image" Target="../media/image395.png"/><Relationship Id="rId72" Type="http://schemas.openxmlformats.org/officeDocument/2006/relationships/customXml" Target="../ink/ink407.xml"/><Relationship Id="rId93" Type="http://schemas.openxmlformats.org/officeDocument/2006/relationships/image" Target="../media/image416.png"/><Relationship Id="rId98" Type="http://schemas.openxmlformats.org/officeDocument/2006/relationships/customXml" Target="../ink/ink420.xml"/><Relationship Id="rId121" Type="http://schemas.openxmlformats.org/officeDocument/2006/relationships/image" Target="../media/image430.png"/><Relationship Id="rId3" Type="http://schemas.openxmlformats.org/officeDocument/2006/relationships/image" Target="../media/image371.png"/><Relationship Id="rId25" Type="http://schemas.openxmlformats.org/officeDocument/2006/relationships/image" Target="../media/image382.png"/><Relationship Id="rId46" Type="http://schemas.openxmlformats.org/officeDocument/2006/relationships/customXml" Target="../ink/ink394.xml"/><Relationship Id="rId67" Type="http://schemas.openxmlformats.org/officeDocument/2006/relationships/image" Target="../media/image403.png"/><Relationship Id="rId116" Type="http://schemas.openxmlformats.org/officeDocument/2006/relationships/customXml" Target="../ink/ink429.xml"/><Relationship Id="rId20" Type="http://schemas.openxmlformats.org/officeDocument/2006/relationships/customXml" Target="../ink/ink381.xml"/><Relationship Id="rId41" Type="http://schemas.openxmlformats.org/officeDocument/2006/relationships/image" Target="../media/image390.png"/><Relationship Id="rId62" Type="http://schemas.openxmlformats.org/officeDocument/2006/relationships/customXml" Target="../ink/ink402.xml"/><Relationship Id="rId83" Type="http://schemas.openxmlformats.org/officeDocument/2006/relationships/image" Target="../media/image411.png"/><Relationship Id="rId88" Type="http://schemas.openxmlformats.org/officeDocument/2006/relationships/customXml" Target="../ink/ink415.xml"/><Relationship Id="rId111" Type="http://schemas.openxmlformats.org/officeDocument/2006/relationships/image" Target="../media/image425.png"/><Relationship Id="rId15" Type="http://schemas.openxmlformats.org/officeDocument/2006/relationships/image" Target="../media/image377.png"/><Relationship Id="rId36" Type="http://schemas.openxmlformats.org/officeDocument/2006/relationships/customXml" Target="../ink/ink389.xml"/><Relationship Id="rId57" Type="http://schemas.openxmlformats.org/officeDocument/2006/relationships/image" Target="../media/image398.png"/><Relationship Id="rId106" Type="http://schemas.openxmlformats.org/officeDocument/2006/relationships/customXml" Target="../ink/ink424.xml"/><Relationship Id="rId10" Type="http://schemas.openxmlformats.org/officeDocument/2006/relationships/customXml" Target="../ink/ink376.xml"/><Relationship Id="rId31" Type="http://schemas.openxmlformats.org/officeDocument/2006/relationships/image" Target="../media/image385.png"/><Relationship Id="rId52" Type="http://schemas.openxmlformats.org/officeDocument/2006/relationships/customXml" Target="../ink/ink397.xml"/><Relationship Id="rId73" Type="http://schemas.openxmlformats.org/officeDocument/2006/relationships/image" Target="../media/image406.png"/><Relationship Id="rId78" Type="http://schemas.openxmlformats.org/officeDocument/2006/relationships/customXml" Target="../ink/ink410.xml"/><Relationship Id="rId94" Type="http://schemas.openxmlformats.org/officeDocument/2006/relationships/customXml" Target="../ink/ink418.xml"/><Relationship Id="rId99" Type="http://schemas.openxmlformats.org/officeDocument/2006/relationships/image" Target="../media/image419.png"/><Relationship Id="rId101" Type="http://schemas.openxmlformats.org/officeDocument/2006/relationships/image" Target="../media/image420.png"/><Relationship Id="rId122" Type="http://schemas.openxmlformats.org/officeDocument/2006/relationships/customXml" Target="../ink/ink432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45.xml"/><Relationship Id="rId21" Type="http://schemas.openxmlformats.org/officeDocument/2006/relationships/image" Target="../media/image441.png"/><Relationship Id="rId42" Type="http://schemas.openxmlformats.org/officeDocument/2006/relationships/customXml" Target="../ink/ink453.xml"/><Relationship Id="rId47" Type="http://schemas.openxmlformats.org/officeDocument/2006/relationships/image" Target="../media/image454.png"/><Relationship Id="rId63" Type="http://schemas.openxmlformats.org/officeDocument/2006/relationships/image" Target="../media/image462.png"/><Relationship Id="rId68" Type="http://schemas.openxmlformats.org/officeDocument/2006/relationships/customXml" Target="../ink/ink466.xml"/><Relationship Id="rId84" Type="http://schemas.openxmlformats.org/officeDocument/2006/relationships/customXml" Target="../ink/ink474.xml"/><Relationship Id="rId89" Type="http://schemas.openxmlformats.org/officeDocument/2006/relationships/image" Target="../media/image475.png"/><Relationship Id="rId16" Type="http://schemas.openxmlformats.org/officeDocument/2006/relationships/customXml" Target="../ink/ink440.xml"/><Relationship Id="rId11" Type="http://schemas.openxmlformats.org/officeDocument/2006/relationships/image" Target="../media/image436.png"/><Relationship Id="rId32" Type="http://schemas.openxmlformats.org/officeDocument/2006/relationships/customXml" Target="../ink/ink448.xml"/><Relationship Id="rId37" Type="http://schemas.openxmlformats.org/officeDocument/2006/relationships/image" Target="../media/image449.png"/><Relationship Id="rId53" Type="http://schemas.openxmlformats.org/officeDocument/2006/relationships/image" Target="../media/image457.png"/><Relationship Id="rId58" Type="http://schemas.openxmlformats.org/officeDocument/2006/relationships/customXml" Target="../ink/ink461.xml"/><Relationship Id="rId74" Type="http://schemas.openxmlformats.org/officeDocument/2006/relationships/customXml" Target="../ink/ink469.xml"/><Relationship Id="rId79" Type="http://schemas.openxmlformats.org/officeDocument/2006/relationships/image" Target="../media/image470.png"/><Relationship Id="rId5" Type="http://schemas.openxmlformats.org/officeDocument/2006/relationships/image" Target="../media/image433.png"/><Relationship Id="rId90" Type="http://schemas.openxmlformats.org/officeDocument/2006/relationships/customXml" Target="../ink/ink477.xml"/><Relationship Id="rId22" Type="http://schemas.openxmlformats.org/officeDocument/2006/relationships/customXml" Target="../ink/ink443.xml"/><Relationship Id="rId27" Type="http://schemas.openxmlformats.org/officeDocument/2006/relationships/image" Target="../media/image444.png"/><Relationship Id="rId43" Type="http://schemas.openxmlformats.org/officeDocument/2006/relationships/image" Target="../media/image452.png"/><Relationship Id="rId48" Type="http://schemas.openxmlformats.org/officeDocument/2006/relationships/customXml" Target="../ink/ink456.xml"/><Relationship Id="rId64" Type="http://schemas.openxmlformats.org/officeDocument/2006/relationships/customXml" Target="../ink/ink464.xml"/><Relationship Id="rId69" Type="http://schemas.openxmlformats.org/officeDocument/2006/relationships/image" Target="../media/image465.png"/><Relationship Id="rId8" Type="http://schemas.openxmlformats.org/officeDocument/2006/relationships/customXml" Target="../ink/ink436.xml"/><Relationship Id="rId51" Type="http://schemas.openxmlformats.org/officeDocument/2006/relationships/image" Target="../media/image456.png"/><Relationship Id="rId72" Type="http://schemas.openxmlformats.org/officeDocument/2006/relationships/customXml" Target="../ink/ink468.xml"/><Relationship Id="rId80" Type="http://schemas.openxmlformats.org/officeDocument/2006/relationships/customXml" Target="../ink/ink472.xml"/><Relationship Id="rId85" Type="http://schemas.openxmlformats.org/officeDocument/2006/relationships/image" Target="../media/image473.png"/><Relationship Id="rId93" Type="http://schemas.openxmlformats.org/officeDocument/2006/relationships/image" Target="../media/image477.png"/><Relationship Id="rId3" Type="http://schemas.openxmlformats.org/officeDocument/2006/relationships/image" Target="../media/image432.png"/><Relationship Id="rId12" Type="http://schemas.openxmlformats.org/officeDocument/2006/relationships/customXml" Target="../ink/ink438.xml"/><Relationship Id="rId17" Type="http://schemas.openxmlformats.org/officeDocument/2006/relationships/image" Target="../media/image439.png"/><Relationship Id="rId25" Type="http://schemas.openxmlformats.org/officeDocument/2006/relationships/image" Target="../media/image443.png"/><Relationship Id="rId33" Type="http://schemas.openxmlformats.org/officeDocument/2006/relationships/image" Target="../media/image447.png"/><Relationship Id="rId38" Type="http://schemas.openxmlformats.org/officeDocument/2006/relationships/customXml" Target="../ink/ink451.xml"/><Relationship Id="rId46" Type="http://schemas.openxmlformats.org/officeDocument/2006/relationships/customXml" Target="../ink/ink455.xml"/><Relationship Id="rId59" Type="http://schemas.openxmlformats.org/officeDocument/2006/relationships/image" Target="../media/image460.png"/><Relationship Id="rId67" Type="http://schemas.openxmlformats.org/officeDocument/2006/relationships/image" Target="../media/image464.png"/><Relationship Id="rId20" Type="http://schemas.openxmlformats.org/officeDocument/2006/relationships/customXml" Target="../ink/ink442.xml"/><Relationship Id="rId41" Type="http://schemas.openxmlformats.org/officeDocument/2006/relationships/image" Target="../media/image451.png"/><Relationship Id="rId54" Type="http://schemas.openxmlformats.org/officeDocument/2006/relationships/customXml" Target="../ink/ink459.xml"/><Relationship Id="rId62" Type="http://schemas.openxmlformats.org/officeDocument/2006/relationships/customXml" Target="../ink/ink463.xml"/><Relationship Id="rId70" Type="http://schemas.openxmlformats.org/officeDocument/2006/relationships/customXml" Target="../ink/ink467.xml"/><Relationship Id="rId75" Type="http://schemas.openxmlformats.org/officeDocument/2006/relationships/image" Target="../media/image468.png"/><Relationship Id="rId83" Type="http://schemas.openxmlformats.org/officeDocument/2006/relationships/image" Target="../media/image472.png"/><Relationship Id="rId88" Type="http://schemas.openxmlformats.org/officeDocument/2006/relationships/customXml" Target="../ink/ink476.xml"/><Relationship Id="rId91" Type="http://schemas.openxmlformats.org/officeDocument/2006/relationships/image" Target="../media/image47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35.xml"/><Relationship Id="rId15" Type="http://schemas.openxmlformats.org/officeDocument/2006/relationships/image" Target="../media/image438.png"/><Relationship Id="rId23" Type="http://schemas.openxmlformats.org/officeDocument/2006/relationships/image" Target="../media/image442.png"/><Relationship Id="rId28" Type="http://schemas.openxmlformats.org/officeDocument/2006/relationships/customXml" Target="../ink/ink446.xml"/><Relationship Id="rId36" Type="http://schemas.openxmlformats.org/officeDocument/2006/relationships/customXml" Target="../ink/ink450.xml"/><Relationship Id="rId49" Type="http://schemas.openxmlformats.org/officeDocument/2006/relationships/image" Target="../media/image455.png"/><Relationship Id="rId57" Type="http://schemas.openxmlformats.org/officeDocument/2006/relationships/image" Target="../media/image459.png"/><Relationship Id="rId10" Type="http://schemas.openxmlformats.org/officeDocument/2006/relationships/customXml" Target="../ink/ink437.xml"/><Relationship Id="rId31" Type="http://schemas.openxmlformats.org/officeDocument/2006/relationships/image" Target="../media/image446.png"/><Relationship Id="rId44" Type="http://schemas.openxmlformats.org/officeDocument/2006/relationships/customXml" Target="../ink/ink454.xml"/><Relationship Id="rId52" Type="http://schemas.openxmlformats.org/officeDocument/2006/relationships/customXml" Target="../ink/ink458.xml"/><Relationship Id="rId60" Type="http://schemas.openxmlformats.org/officeDocument/2006/relationships/customXml" Target="../ink/ink462.xml"/><Relationship Id="rId65" Type="http://schemas.openxmlformats.org/officeDocument/2006/relationships/image" Target="../media/image463.png"/><Relationship Id="rId73" Type="http://schemas.openxmlformats.org/officeDocument/2006/relationships/image" Target="../media/image467.png"/><Relationship Id="rId78" Type="http://schemas.openxmlformats.org/officeDocument/2006/relationships/customXml" Target="../ink/ink471.xml"/><Relationship Id="rId81" Type="http://schemas.openxmlformats.org/officeDocument/2006/relationships/image" Target="../media/image471.png"/><Relationship Id="rId86" Type="http://schemas.openxmlformats.org/officeDocument/2006/relationships/customXml" Target="../ink/ink475.xml"/><Relationship Id="rId4" Type="http://schemas.openxmlformats.org/officeDocument/2006/relationships/customXml" Target="../ink/ink434.xml"/><Relationship Id="rId9" Type="http://schemas.openxmlformats.org/officeDocument/2006/relationships/image" Target="../media/image435.png"/><Relationship Id="rId13" Type="http://schemas.openxmlformats.org/officeDocument/2006/relationships/image" Target="../media/image437.png"/><Relationship Id="rId18" Type="http://schemas.openxmlformats.org/officeDocument/2006/relationships/customXml" Target="../ink/ink441.xml"/><Relationship Id="rId39" Type="http://schemas.openxmlformats.org/officeDocument/2006/relationships/image" Target="../media/image450.png"/><Relationship Id="rId34" Type="http://schemas.openxmlformats.org/officeDocument/2006/relationships/customXml" Target="../ink/ink449.xml"/><Relationship Id="rId50" Type="http://schemas.openxmlformats.org/officeDocument/2006/relationships/customXml" Target="../ink/ink457.xml"/><Relationship Id="rId55" Type="http://schemas.openxmlformats.org/officeDocument/2006/relationships/image" Target="../media/image458.png"/><Relationship Id="rId76" Type="http://schemas.openxmlformats.org/officeDocument/2006/relationships/customXml" Target="../ink/ink470.xml"/><Relationship Id="rId7" Type="http://schemas.openxmlformats.org/officeDocument/2006/relationships/image" Target="../media/image434.png"/><Relationship Id="rId71" Type="http://schemas.openxmlformats.org/officeDocument/2006/relationships/image" Target="../media/image466.png"/><Relationship Id="rId92" Type="http://schemas.openxmlformats.org/officeDocument/2006/relationships/customXml" Target="../ink/ink478.xml"/><Relationship Id="rId2" Type="http://schemas.openxmlformats.org/officeDocument/2006/relationships/customXml" Target="../ink/ink433.xml"/><Relationship Id="rId29" Type="http://schemas.openxmlformats.org/officeDocument/2006/relationships/image" Target="../media/image445.png"/><Relationship Id="rId24" Type="http://schemas.openxmlformats.org/officeDocument/2006/relationships/customXml" Target="../ink/ink444.xml"/><Relationship Id="rId40" Type="http://schemas.openxmlformats.org/officeDocument/2006/relationships/customXml" Target="../ink/ink452.xml"/><Relationship Id="rId45" Type="http://schemas.openxmlformats.org/officeDocument/2006/relationships/image" Target="../media/image453.png"/><Relationship Id="rId66" Type="http://schemas.openxmlformats.org/officeDocument/2006/relationships/customXml" Target="../ink/ink465.xml"/><Relationship Id="rId87" Type="http://schemas.openxmlformats.org/officeDocument/2006/relationships/image" Target="../media/image474.png"/><Relationship Id="rId61" Type="http://schemas.openxmlformats.org/officeDocument/2006/relationships/image" Target="../media/image461.png"/><Relationship Id="rId82" Type="http://schemas.openxmlformats.org/officeDocument/2006/relationships/customXml" Target="../ink/ink473.xml"/><Relationship Id="rId19" Type="http://schemas.openxmlformats.org/officeDocument/2006/relationships/image" Target="../media/image440.png"/><Relationship Id="rId14" Type="http://schemas.openxmlformats.org/officeDocument/2006/relationships/customXml" Target="../ink/ink439.xml"/><Relationship Id="rId30" Type="http://schemas.openxmlformats.org/officeDocument/2006/relationships/customXml" Target="../ink/ink447.xml"/><Relationship Id="rId35" Type="http://schemas.openxmlformats.org/officeDocument/2006/relationships/image" Target="../media/image448.png"/><Relationship Id="rId56" Type="http://schemas.openxmlformats.org/officeDocument/2006/relationships/customXml" Target="../ink/ink460.xml"/><Relationship Id="rId77" Type="http://schemas.openxmlformats.org/officeDocument/2006/relationships/image" Target="../media/image469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91.xml"/><Relationship Id="rId21" Type="http://schemas.openxmlformats.org/officeDocument/2006/relationships/image" Target="../media/image487.png"/><Relationship Id="rId42" Type="http://schemas.openxmlformats.org/officeDocument/2006/relationships/customXml" Target="../ink/ink499.xml"/><Relationship Id="rId47" Type="http://schemas.openxmlformats.org/officeDocument/2006/relationships/image" Target="../media/image500.png"/><Relationship Id="rId63" Type="http://schemas.openxmlformats.org/officeDocument/2006/relationships/image" Target="../media/image508.png"/><Relationship Id="rId68" Type="http://schemas.openxmlformats.org/officeDocument/2006/relationships/customXml" Target="../ink/ink512.xml"/><Relationship Id="rId16" Type="http://schemas.openxmlformats.org/officeDocument/2006/relationships/customXml" Target="../ink/ink486.xml"/><Relationship Id="rId11" Type="http://schemas.openxmlformats.org/officeDocument/2006/relationships/image" Target="../media/image482.png"/><Relationship Id="rId24" Type="http://schemas.openxmlformats.org/officeDocument/2006/relationships/customXml" Target="../ink/ink490.xml"/><Relationship Id="rId32" Type="http://schemas.openxmlformats.org/officeDocument/2006/relationships/customXml" Target="../ink/ink494.xml"/><Relationship Id="rId37" Type="http://schemas.openxmlformats.org/officeDocument/2006/relationships/image" Target="../media/image495.png"/><Relationship Id="rId40" Type="http://schemas.openxmlformats.org/officeDocument/2006/relationships/customXml" Target="../ink/ink498.xml"/><Relationship Id="rId45" Type="http://schemas.openxmlformats.org/officeDocument/2006/relationships/image" Target="../media/image499.png"/><Relationship Id="rId53" Type="http://schemas.openxmlformats.org/officeDocument/2006/relationships/image" Target="../media/image503.png"/><Relationship Id="rId58" Type="http://schemas.openxmlformats.org/officeDocument/2006/relationships/customXml" Target="../ink/ink507.xml"/><Relationship Id="rId66" Type="http://schemas.openxmlformats.org/officeDocument/2006/relationships/customXml" Target="../ink/ink511.xml"/><Relationship Id="rId74" Type="http://schemas.openxmlformats.org/officeDocument/2006/relationships/customXml" Target="../ink/ink515.xml"/><Relationship Id="rId5" Type="http://schemas.openxmlformats.org/officeDocument/2006/relationships/image" Target="../media/image479.png"/><Relationship Id="rId61" Type="http://schemas.openxmlformats.org/officeDocument/2006/relationships/image" Target="../media/image507.png"/><Relationship Id="rId19" Type="http://schemas.openxmlformats.org/officeDocument/2006/relationships/image" Target="../media/image486.png"/><Relationship Id="rId14" Type="http://schemas.openxmlformats.org/officeDocument/2006/relationships/customXml" Target="../ink/ink485.xml"/><Relationship Id="rId22" Type="http://schemas.openxmlformats.org/officeDocument/2006/relationships/customXml" Target="../ink/ink489.xml"/><Relationship Id="rId27" Type="http://schemas.openxmlformats.org/officeDocument/2006/relationships/image" Target="../media/image490.png"/><Relationship Id="rId30" Type="http://schemas.openxmlformats.org/officeDocument/2006/relationships/customXml" Target="../ink/ink493.xml"/><Relationship Id="rId35" Type="http://schemas.openxmlformats.org/officeDocument/2006/relationships/image" Target="../media/image494.png"/><Relationship Id="rId43" Type="http://schemas.openxmlformats.org/officeDocument/2006/relationships/image" Target="../media/image498.png"/><Relationship Id="rId48" Type="http://schemas.openxmlformats.org/officeDocument/2006/relationships/customXml" Target="../ink/ink502.xml"/><Relationship Id="rId56" Type="http://schemas.openxmlformats.org/officeDocument/2006/relationships/customXml" Target="../ink/ink506.xml"/><Relationship Id="rId64" Type="http://schemas.openxmlformats.org/officeDocument/2006/relationships/customXml" Target="../ink/ink510.xml"/><Relationship Id="rId69" Type="http://schemas.openxmlformats.org/officeDocument/2006/relationships/image" Target="../media/image511.png"/><Relationship Id="rId77" Type="http://schemas.openxmlformats.org/officeDocument/2006/relationships/image" Target="../media/image515.png"/><Relationship Id="rId8" Type="http://schemas.openxmlformats.org/officeDocument/2006/relationships/customXml" Target="../ink/ink482.xml"/><Relationship Id="rId51" Type="http://schemas.openxmlformats.org/officeDocument/2006/relationships/image" Target="../media/image502.png"/><Relationship Id="rId72" Type="http://schemas.openxmlformats.org/officeDocument/2006/relationships/customXml" Target="../ink/ink514.xml"/><Relationship Id="rId3" Type="http://schemas.openxmlformats.org/officeDocument/2006/relationships/image" Target="../media/image478.png"/><Relationship Id="rId12" Type="http://schemas.openxmlformats.org/officeDocument/2006/relationships/customXml" Target="../ink/ink484.xml"/><Relationship Id="rId17" Type="http://schemas.openxmlformats.org/officeDocument/2006/relationships/image" Target="../media/image485.png"/><Relationship Id="rId25" Type="http://schemas.openxmlformats.org/officeDocument/2006/relationships/image" Target="../media/image489.png"/><Relationship Id="rId33" Type="http://schemas.openxmlformats.org/officeDocument/2006/relationships/image" Target="../media/image493.png"/><Relationship Id="rId38" Type="http://schemas.openxmlformats.org/officeDocument/2006/relationships/customXml" Target="../ink/ink497.xml"/><Relationship Id="rId46" Type="http://schemas.openxmlformats.org/officeDocument/2006/relationships/customXml" Target="../ink/ink501.xml"/><Relationship Id="rId59" Type="http://schemas.openxmlformats.org/officeDocument/2006/relationships/image" Target="../media/image506.png"/><Relationship Id="rId67" Type="http://schemas.openxmlformats.org/officeDocument/2006/relationships/image" Target="../media/image510.png"/><Relationship Id="rId20" Type="http://schemas.openxmlformats.org/officeDocument/2006/relationships/customXml" Target="../ink/ink488.xml"/><Relationship Id="rId41" Type="http://schemas.openxmlformats.org/officeDocument/2006/relationships/image" Target="../media/image497.png"/><Relationship Id="rId54" Type="http://schemas.openxmlformats.org/officeDocument/2006/relationships/customXml" Target="../ink/ink505.xml"/><Relationship Id="rId62" Type="http://schemas.openxmlformats.org/officeDocument/2006/relationships/customXml" Target="../ink/ink509.xml"/><Relationship Id="rId70" Type="http://schemas.openxmlformats.org/officeDocument/2006/relationships/customXml" Target="../ink/ink513.xml"/><Relationship Id="rId75" Type="http://schemas.openxmlformats.org/officeDocument/2006/relationships/image" Target="../media/image51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1.xml"/><Relationship Id="rId15" Type="http://schemas.openxmlformats.org/officeDocument/2006/relationships/image" Target="../media/image484.png"/><Relationship Id="rId23" Type="http://schemas.openxmlformats.org/officeDocument/2006/relationships/image" Target="../media/image488.png"/><Relationship Id="rId28" Type="http://schemas.openxmlformats.org/officeDocument/2006/relationships/customXml" Target="../ink/ink492.xml"/><Relationship Id="rId36" Type="http://schemas.openxmlformats.org/officeDocument/2006/relationships/customXml" Target="../ink/ink496.xml"/><Relationship Id="rId49" Type="http://schemas.openxmlformats.org/officeDocument/2006/relationships/image" Target="../media/image501.png"/><Relationship Id="rId57" Type="http://schemas.openxmlformats.org/officeDocument/2006/relationships/image" Target="../media/image505.png"/><Relationship Id="rId10" Type="http://schemas.openxmlformats.org/officeDocument/2006/relationships/customXml" Target="../ink/ink483.xml"/><Relationship Id="rId31" Type="http://schemas.openxmlformats.org/officeDocument/2006/relationships/image" Target="../media/image492.png"/><Relationship Id="rId44" Type="http://schemas.openxmlformats.org/officeDocument/2006/relationships/customXml" Target="../ink/ink500.xml"/><Relationship Id="rId52" Type="http://schemas.openxmlformats.org/officeDocument/2006/relationships/customXml" Target="../ink/ink504.xml"/><Relationship Id="rId60" Type="http://schemas.openxmlformats.org/officeDocument/2006/relationships/customXml" Target="../ink/ink508.xml"/><Relationship Id="rId65" Type="http://schemas.openxmlformats.org/officeDocument/2006/relationships/image" Target="../media/image509.png"/><Relationship Id="rId73" Type="http://schemas.openxmlformats.org/officeDocument/2006/relationships/image" Target="../media/image513.png"/><Relationship Id="rId4" Type="http://schemas.openxmlformats.org/officeDocument/2006/relationships/customXml" Target="../ink/ink480.xml"/><Relationship Id="rId9" Type="http://schemas.openxmlformats.org/officeDocument/2006/relationships/image" Target="../media/image481.png"/><Relationship Id="rId13" Type="http://schemas.openxmlformats.org/officeDocument/2006/relationships/image" Target="../media/image483.png"/><Relationship Id="rId18" Type="http://schemas.openxmlformats.org/officeDocument/2006/relationships/customXml" Target="../ink/ink487.xml"/><Relationship Id="rId39" Type="http://schemas.openxmlformats.org/officeDocument/2006/relationships/image" Target="../media/image496.png"/><Relationship Id="rId34" Type="http://schemas.openxmlformats.org/officeDocument/2006/relationships/customXml" Target="../ink/ink495.xml"/><Relationship Id="rId50" Type="http://schemas.openxmlformats.org/officeDocument/2006/relationships/customXml" Target="../ink/ink503.xml"/><Relationship Id="rId55" Type="http://schemas.openxmlformats.org/officeDocument/2006/relationships/image" Target="../media/image504.png"/><Relationship Id="rId76" Type="http://schemas.openxmlformats.org/officeDocument/2006/relationships/customXml" Target="../ink/ink516.xml"/><Relationship Id="rId7" Type="http://schemas.openxmlformats.org/officeDocument/2006/relationships/image" Target="../media/image480.png"/><Relationship Id="rId71" Type="http://schemas.openxmlformats.org/officeDocument/2006/relationships/image" Target="../media/image512.png"/><Relationship Id="rId2" Type="http://schemas.openxmlformats.org/officeDocument/2006/relationships/customXml" Target="../ink/ink479.xml"/><Relationship Id="rId29" Type="http://schemas.openxmlformats.org/officeDocument/2006/relationships/image" Target="../media/image491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73.png"/><Relationship Id="rId21" Type="http://schemas.openxmlformats.org/officeDocument/2006/relationships/image" Target="../media/image525.png"/><Relationship Id="rId42" Type="http://schemas.openxmlformats.org/officeDocument/2006/relationships/customXml" Target="../ink/ink537.xml"/><Relationship Id="rId63" Type="http://schemas.openxmlformats.org/officeDocument/2006/relationships/image" Target="../media/image546.png"/><Relationship Id="rId84" Type="http://schemas.openxmlformats.org/officeDocument/2006/relationships/customXml" Target="../ink/ink558.xml"/><Relationship Id="rId138" Type="http://schemas.openxmlformats.org/officeDocument/2006/relationships/customXml" Target="../ink/ink585.xml"/><Relationship Id="rId107" Type="http://schemas.openxmlformats.org/officeDocument/2006/relationships/image" Target="../media/image568.png"/><Relationship Id="rId11" Type="http://schemas.openxmlformats.org/officeDocument/2006/relationships/image" Target="../media/image520.png"/><Relationship Id="rId32" Type="http://schemas.openxmlformats.org/officeDocument/2006/relationships/customXml" Target="../ink/ink532.xml"/><Relationship Id="rId53" Type="http://schemas.openxmlformats.org/officeDocument/2006/relationships/image" Target="../media/image541.png"/><Relationship Id="rId74" Type="http://schemas.openxmlformats.org/officeDocument/2006/relationships/customXml" Target="../ink/ink553.xml"/><Relationship Id="rId128" Type="http://schemas.openxmlformats.org/officeDocument/2006/relationships/customXml" Target="../ink/ink580.xml"/><Relationship Id="rId149" Type="http://schemas.openxmlformats.org/officeDocument/2006/relationships/image" Target="../media/image589.png"/><Relationship Id="rId5" Type="http://schemas.openxmlformats.org/officeDocument/2006/relationships/image" Target="../media/image517.png"/><Relationship Id="rId95" Type="http://schemas.openxmlformats.org/officeDocument/2006/relationships/image" Target="../media/image562.png"/><Relationship Id="rId22" Type="http://schemas.openxmlformats.org/officeDocument/2006/relationships/customXml" Target="../ink/ink527.xml"/><Relationship Id="rId27" Type="http://schemas.openxmlformats.org/officeDocument/2006/relationships/image" Target="../media/image528.png"/><Relationship Id="rId43" Type="http://schemas.openxmlformats.org/officeDocument/2006/relationships/image" Target="../media/image536.png"/><Relationship Id="rId48" Type="http://schemas.openxmlformats.org/officeDocument/2006/relationships/customXml" Target="../ink/ink540.xml"/><Relationship Id="rId64" Type="http://schemas.openxmlformats.org/officeDocument/2006/relationships/customXml" Target="../ink/ink548.xml"/><Relationship Id="rId69" Type="http://schemas.openxmlformats.org/officeDocument/2006/relationships/image" Target="../media/image549.png"/><Relationship Id="rId113" Type="http://schemas.openxmlformats.org/officeDocument/2006/relationships/image" Target="../media/image571.png"/><Relationship Id="rId118" Type="http://schemas.openxmlformats.org/officeDocument/2006/relationships/customXml" Target="../ink/ink575.xml"/><Relationship Id="rId134" Type="http://schemas.openxmlformats.org/officeDocument/2006/relationships/customXml" Target="../ink/ink583.xml"/><Relationship Id="rId139" Type="http://schemas.openxmlformats.org/officeDocument/2006/relationships/image" Target="../media/image584.png"/><Relationship Id="rId80" Type="http://schemas.openxmlformats.org/officeDocument/2006/relationships/customXml" Target="../ink/ink556.xml"/><Relationship Id="rId85" Type="http://schemas.openxmlformats.org/officeDocument/2006/relationships/image" Target="../media/image557.png"/><Relationship Id="rId150" Type="http://schemas.openxmlformats.org/officeDocument/2006/relationships/customXml" Target="../ink/ink591.xml"/><Relationship Id="rId12" Type="http://schemas.openxmlformats.org/officeDocument/2006/relationships/customXml" Target="../ink/ink522.xml"/><Relationship Id="rId17" Type="http://schemas.openxmlformats.org/officeDocument/2006/relationships/image" Target="../media/image523.png"/><Relationship Id="rId33" Type="http://schemas.openxmlformats.org/officeDocument/2006/relationships/image" Target="../media/image531.png"/><Relationship Id="rId38" Type="http://schemas.openxmlformats.org/officeDocument/2006/relationships/customXml" Target="../ink/ink535.xml"/><Relationship Id="rId59" Type="http://schemas.openxmlformats.org/officeDocument/2006/relationships/image" Target="../media/image544.png"/><Relationship Id="rId103" Type="http://schemas.openxmlformats.org/officeDocument/2006/relationships/image" Target="../media/image566.png"/><Relationship Id="rId108" Type="http://schemas.openxmlformats.org/officeDocument/2006/relationships/customXml" Target="../ink/ink570.xml"/><Relationship Id="rId124" Type="http://schemas.openxmlformats.org/officeDocument/2006/relationships/customXml" Target="../ink/ink578.xml"/><Relationship Id="rId129" Type="http://schemas.openxmlformats.org/officeDocument/2006/relationships/image" Target="../media/image579.png"/><Relationship Id="rId54" Type="http://schemas.openxmlformats.org/officeDocument/2006/relationships/customXml" Target="../ink/ink543.xml"/><Relationship Id="rId70" Type="http://schemas.openxmlformats.org/officeDocument/2006/relationships/customXml" Target="../ink/ink551.xml"/><Relationship Id="rId75" Type="http://schemas.openxmlformats.org/officeDocument/2006/relationships/image" Target="../media/image552.png"/><Relationship Id="rId91" Type="http://schemas.openxmlformats.org/officeDocument/2006/relationships/image" Target="../media/image560.png"/><Relationship Id="rId96" Type="http://schemas.openxmlformats.org/officeDocument/2006/relationships/customXml" Target="../ink/ink564.xml"/><Relationship Id="rId140" Type="http://schemas.openxmlformats.org/officeDocument/2006/relationships/customXml" Target="../ink/ink586.xml"/><Relationship Id="rId145" Type="http://schemas.openxmlformats.org/officeDocument/2006/relationships/image" Target="../media/image58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19.xml"/><Relationship Id="rId23" Type="http://schemas.openxmlformats.org/officeDocument/2006/relationships/image" Target="../media/image526.png"/><Relationship Id="rId28" Type="http://schemas.openxmlformats.org/officeDocument/2006/relationships/customXml" Target="../ink/ink530.xml"/><Relationship Id="rId49" Type="http://schemas.openxmlformats.org/officeDocument/2006/relationships/image" Target="../media/image539.png"/><Relationship Id="rId114" Type="http://schemas.openxmlformats.org/officeDocument/2006/relationships/customXml" Target="../ink/ink573.xml"/><Relationship Id="rId119" Type="http://schemas.openxmlformats.org/officeDocument/2006/relationships/image" Target="../media/image574.png"/><Relationship Id="rId44" Type="http://schemas.openxmlformats.org/officeDocument/2006/relationships/customXml" Target="../ink/ink538.xml"/><Relationship Id="rId60" Type="http://schemas.openxmlformats.org/officeDocument/2006/relationships/customXml" Target="../ink/ink546.xml"/><Relationship Id="rId65" Type="http://schemas.openxmlformats.org/officeDocument/2006/relationships/image" Target="../media/image547.png"/><Relationship Id="rId81" Type="http://schemas.openxmlformats.org/officeDocument/2006/relationships/image" Target="../media/image555.png"/><Relationship Id="rId86" Type="http://schemas.openxmlformats.org/officeDocument/2006/relationships/customXml" Target="../ink/ink559.xml"/><Relationship Id="rId130" Type="http://schemas.openxmlformats.org/officeDocument/2006/relationships/customXml" Target="../ink/ink581.xml"/><Relationship Id="rId135" Type="http://schemas.openxmlformats.org/officeDocument/2006/relationships/image" Target="../media/image582.png"/><Relationship Id="rId151" Type="http://schemas.openxmlformats.org/officeDocument/2006/relationships/image" Target="../media/image590.png"/><Relationship Id="rId13" Type="http://schemas.openxmlformats.org/officeDocument/2006/relationships/image" Target="../media/image521.png"/><Relationship Id="rId18" Type="http://schemas.openxmlformats.org/officeDocument/2006/relationships/customXml" Target="../ink/ink525.xml"/><Relationship Id="rId39" Type="http://schemas.openxmlformats.org/officeDocument/2006/relationships/image" Target="../media/image534.png"/><Relationship Id="rId109" Type="http://schemas.openxmlformats.org/officeDocument/2006/relationships/image" Target="../media/image569.png"/><Relationship Id="rId34" Type="http://schemas.openxmlformats.org/officeDocument/2006/relationships/customXml" Target="../ink/ink533.xml"/><Relationship Id="rId50" Type="http://schemas.openxmlformats.org/officeDocument/2006/relationships/customXml" Target="../ink/ink541.xml"/><Relationship Id="rId55" Type="http://schemas.openxmlformats.org/officeDocument/2006/relationships/image" Target="../media/image542.png"/><Relationship Id="rId76" Type="http://schemas.openxmlformats.org/officeDocument/2006/relationships/customXml" Target="../ink/ink554.xml"/><Relationship Id="rId97" Type="http://schemas.openxmlformats.org/officeDocument/2006/relationships/image" Target="../media/image563.png"/><Relationship Id="rId104" Type="http://schemas.openxmlformats.org/officeDocument/2006/relationships/customXml" Target="../ink/ink568.xml"/><Relationship Id="rId120" Type="http://schemas.openxmlformats.org/officeDocument/2006/relationships/customXml" Target="../ink/ink576.xml"/><Relationship Id="rId125" Type="http://schemas.openxmlformats.org/officeDocument/2006/relationships/image" Target="../media/image577.png"/><Relationship Id="rId141" Type="http://schemas.openxmlformats.org/officeDocument/2006/relationships/image" Target="../media/image585.png"/><Relationship Id="rId146" Type="http://schemas.openxmlformats.org/officeDocument/2006/relationships/customXml" Target="../ink/ink589.xml"/><Relationship Id="rId7" Type="http://schemas.openxmlformats.org/officeDocument/2006/relationships/image" Target="../media/image518.png"/><Relationship Id="rId71" Type="http://schemas.openxmlformats.org/officeDocument/2006/relationships/image" Target="../media/image550.png"/><Relationship Id="rId92" Type="http://schemas.openxmlformats.org/officeDocument/2006/relationships/customXml" Target="../ink/ink562.xml"/><Relationship Id="rId2" Type="http://schemas.openxmlformats.org/officeDocument/2006/relationships/customXml" Target="../ink/ink517.xml"/><Relationship Id="rId29" Type="http://schemas.openxmlformats.org/officeDocument/2006/relationships/image" Target="../media/image529.png"/><Relationship Id="rId24" Type="http://schemas.openxmlformats.org/officeDocument/2006/relationships/customXml" Target="../ink/ink528.xml"/><Relationship Id="rId40" Type="http://schemas.openxmlformats.org/officeDocument/2006/relationships/customXml" Target="../ink/ink536.xml"/><Relationship Id="rId45" Type="http://schemas.openxmlformats.org/officeDocument/2006/relationships/image" Target="../media/image537.png"/><Relationship Id="rId66" Type="http://schemas.openxmlformats.org/officeDocument/2006/relationships/customXml" Target="../ink/ink549.xml"/><Relationship Id="rId87" Type="http://schemas.openxmlformats.org/officeDocument/2006/relationships/image" Target="../media/image558.png"/><Relationship Id="rId110" Type="http://schemas.openxmlformats.org/officeDocument/2006/relationships/customXml" Target="../ink/ink571.xml"/><Relationship Id="rId115" Type="http://schemas.openxmlformats.org/officeDocument/2006/relationships/image" Target="../media/image572.png"/><Relationship Id="rId131" Type="http://schemas.openxmlformats.org/officeDocument/2006/relationships/image" Target="../media/image580.png"/><Relationship Id="rId136" Type="http://schemas.openxmlformats.org/officeDocument/2006/relationships/customXml" Target="../ink/ink584.xml"/><Relationship Id="rId61" Type="http://schemas.openxmlformats.org/officeDocument/2006/relationships/image" Target="../media/image545.png"/><Relationship Id="rId82" Type="http://schemas.openxmlformats.org/officeDocument/2006/relationships/customXml" Target="../ink/ink557.xml"/><Relationship Id="rId19" Type="http://schemas.openxmlformats.org/officeDocument/2006/relationships/image" Target="../media/image524.png"/><Relationship Id="rId14" Type="http://schemas.openxmlformats.org/officeDocument/2006/relationships/customXml" Target="../ink/ink523.xml"/><Relationship Id="rId30" Type="http://schemas.openxmlformats.org/officeDocument/2006/relationships/customXml" Target="../ink/ink531.xml"/><Relationship Id="rId35" Type="http://schemas.openxmlformats.org/officeDocument/2006/relationships/image" Target="../media/image532.png"/><Relationship Id="rId56" Type="http://schemas.openxmlformats.org/officeDocument/2006/relationships/customXml" Target="../ink/ink544.xml"/><Relationship Id="rId77" Type="http://schemas.openxmlformats.org/officeDocument/2006/relationships/image" Target="../media/image553.png"/><Relationship Id="rId100" Type="http://schemas.openxmlformats.org/officeDocument/2006/relationships/customXml" Target="../ink/ink566.xml"/><Relationship Id="rId105" Type="http://schemas.openxmlformats.org/officeDocument/2006/relationships/image" Target="../media/image567.png"/><Relationship Id="rId126" Type="http://schemas.openxmlformats.org/officeDocument/2006/relationships/customXml" Target="../ink/ink579.xml"/><Relationship Id="rId147" Type="http://schemas.openxmlformats.org/officeDocument/2006/relationships/image" Target="../media/image588.png"/><Relationship Id="rId8" Type="http://schemas.openxmlformats.org/officeDocument/2006/relationships/customXml" Target="../ink/ink520.xml"/><Relationship Id="rId51" Type="http://schemas.openxmlformats.org/officeDocument/2006/relationships/image" Target="../media/image540.png"/><Relationship Id="rId72" Type="http://schemas.openxmlformats.org/officeDocument/2006/relationships/customXml" Target="../ink/ink552.xml"/><Relationship Id="rId93" Type="http://schemas.openxmlformats.org/officeDocument/2006/relationships/image" Target="../media/image561.png"/><Relationship Id="rId98" Type="http://schemas.openxmlformats.org/officeDocument/2006/relationships/customXml" Target="../ink/ink565.xml"/><Relationship Id="rId121" Type="http://schemas.openxmlformats.org/officeDocument/2006/relationships/image" Target="../media/image575.png"/><Relationship Id="rId142" Type="http://schemas.openxmlformats.org/officeDocument/2006/relationships/customXml" Target="../ink/ink587.xml"/><Relationship Id="rId3" Type="http://schemas.openxmlformats.org/officeDocument/2006/relationships/image" Target="../media/image516.png"/><Relationship Id="rId25" Type="http://schemas.openxmlformats.org/officeDocument/2006/relationships/image" Target="../media/image527.png"/><Relationship Id="rId46" Type="http://schemas.openxmlformats.org/officeDocument/2006/relationships/customXml" Target="../ink/ink539.xml"/><Relationship Id="rId67" Type="http://schemas.openxmlformats.org/officeDocument/2006/relationships/image" Target="../media/image548.png"/><Relationship Id="rId116" Type="http://schemas.openxmlformats.org/officeDocument/2006/relationships/customXml" Target="../ink/ink574.xml"/><Relationship Id="rId137" Type="http://schemas.openxmlformats.org/officeDocument/2006/relationships/image" Target="../media/image583.png"/><Relationship Id="rId20" Type="http://schemas.openxmlformats.org/officeDocument/2006/relationships/customXml" Target="../ink/ink526.xml"/><Relationship Id="rId41" Type="http://schemas.openxmlformats.org/officeDocument/2006/relationships/image" Target="../media/image535.png"/><Relationship Id="rId62" Type="http://schemas.openxmlformats.org/officeDocument/2006/relationships/customXml" Target="../ink/ink547.xml"/><Relationship Id="rId83" Type="http://schemas.openxmlformats.org/officeDocument/2006/relationships/image" Target="../media/image556.png"/><Relationship Id="rId88" Type="http://schemas.openxmlformats.org/officeDocument/2006/relationships/customXml" Target="../ink/ink560.xml"/><Relationship Id="rId111" Type="http://schemas.openxmlformats.org/officeDocument/2006/relationships/image" Target="../media/image570.png"/><Relationship Id="rId132" Type="http://schemas.openxmlformats.org/officeDocument/2006/relationships/customXml" Target="../ink/ink582.xml"/><Relationship Id="rId15" Type="http://schemas.openxmlformats.org/officeDocument/2006/relationships/image" Target="../media/image522.png"/><Relationship Id="rId36" Type="http://schemas.openxmlformats.org/officeDocument/2006/relationships/customXml" Target="../ink/ink534.xml"/><Relationship Id="rId57" Type="http://schemas.openxmlformats.org/officeDocument/2006/relationships/image" Target="../media/image543.png"/><Relationship Id="rId106" Type="http://schemas.openxmlformats.org/officeDocument/2006/relationships/customXml" Target="../ink/ink569.xml"/><Relationship Id="rId127" Type="http://schemas.openxmlformats.org/officeDocument/2006/relationships/image" Target="../media/image578.png"/><Relationship Id="rId10" Type="http://schemas.openxmlformats.org/officeDocument/2006/relationships/customXml" Target="../ink/ink521.xml"/><Relationship Id="rId31" Type="http://schemas.openxmlformats.org/officeDocument/2006/relationships/image" Target="../media/image530.png"/><Relationship Id="rId52" Type="http://schemas.openxmlformats.org/officeDocument/2006/relationships/customXml" Target="../ink/ink542.xml"/><Relationship Id="rId73" Type="http://schemas.openxmlformats.org/officeDocument/2006/relationships/image" Target="../media/image551.png"/><Relationship Id="rId78" Type="http://schemas.openxmlformats.org/officeDocument/2006/relationships/customXml" Target="../ink/ink555.xml"/><Relationship Id="rId94" Type="http://schemas.openxmlformats.org/officeDocument/2006/relationships/customXml" Target="../ink/ink563.xml"/><Relationship Id="rId99" Type="http://schemas.openxmlformats.org/officeDocument/2006/relationships/image" Target="../media/image564.png"/><Relationship Id="rId101" Type="http://schemas.openxmlformats.org/officeDocument/2006/relationships/image" Target="../media/image565.png"/><Relationship Id="rId122" Type="http://schemas.openxmlformats.org/officeDocument/2006/relationships/customXml" Target="../ink/ink577.xml"/><Relationship Id="rId143" Type="http://schemas.openxmlformats.org/officeDocument/2006/relationships/image" Target="../media/image586.png"/><Relationship Id="rId148" Type="http://schemas.openxmlformats.org/officeDocument/2006/relationships/customXml" Target="../ink/ink590.xml"/><Relationship Id="rId4" Type="http://schemas.openxmlformats.org/officeDocument/2006/relationships/customXml" Target="../ink/ink518.xml"/><Relationship Id="rId9" Type="http://schemas.openxmlformats.org/officeDocument/2006/relationships/image" Target="../media/image519.png"/><Relationship Id="rId26" Type="http://schemas.openxmlformats.org/officeDocument/2006/relationships/customXml" Target="../ink/ink529.xml"/><Relationship Id="rId47" Type="http://schemas.openxmlformats.org/officeDocument/2006/relationships/image" Target="../media/image538.png"/><Relationship Id="rId68" Type="http://schemas.openxmlformats.org/officeDocument/2006/relationships/customXml" Target="../ink/ink550.xml"/><Relationship Id="rId89" Type="http://schemas.openxmlformats.org/officeDocument/2006/relationships/image" Target="../media/image559.png"/><Relationship Id="rId112" Type="http://schemas.openxmlformats.org/officeDocument/2006/relationships/customXml" Target="../ink/ink572.xml"/><Relationship Id="rId133" Type="http://schemas.openxmlformats.org/officeDocument/2006/relationships/image" Target="../media/image581.png"/><Relationship Id="rId16" Type="http://schemas.openxmlformats.org/officeDocument/2006/relationships/customXml" Target="../ink/ink524.xml"/><Relationship Id="rId37" Type="http://schemas.openxmlformats.org/officeDocument/2006/relationships/image" Target="../media/image533.png"/><Relationship Id="rId58" Type="http://schemas.openxmlformats.org/officeDocument/2006/relationships/customXml" Target="../ink/ink545.xml"/><Relationship Id="rId79" Type="http://schemas.openxmlformats.org/officeDocument/2006/relationships/image" Target="../media/image554.png"/><Relationship Id="rId102" Type="http://schemas.openxmlformats.org/officeDocument/2006/relationships/customXml" Target="../ink/ink567.xml"/><Relationship Id="rId123" Type="http://schemas.openxmlformats.org/officeDocument/2006/relationships/image" Target="../media/image576.png"/><Relationship Id="rId144" Type="http://schemas.openxmlformats.org/officeDocument/2006/relationships/customXml" Target="../ink/ink588.xml"/><Relationship Id="rId90" Type="http://schemas.openxmlformats.org/officeDocument/2006/relationships/customXml" Target="../ink/ink561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47.png"/><Relationship Id="rId21" Type="http://schemas.openxmlformats.org/officeDocument/2006/relationships/image" Target="../media/image600.png"/><Relationship Id="rId42" Type="http://schemas.openxmlformats.org/officeDocument/2006/relationships/customXml" Target="../ink/ink612.xml"/><Relationship Id="rId63" Type="http://schemas.openxmlformats.org/officeDocument/2006/relationships/image" Target="../media/image621.png"/><Relationship Id="rId84" Type="http://schemas.openxmlformats.org/officeDocument/2006/relationships/customXml" Target="../ink/ink633.xml"/><Relationship Id="rId138" Type="http://schemas.openxmlformats.org/officeDocument/2006/relationships/customXml" Target="../ink/ink660.xml"/><Relationship Id="rId159" Type="http://schemas.openxmlformats.org/officeDocument/2006/relationships/image" Target="../media/image668.png"/><Relationship Id="rId170" Type="http://schemas.openxmlformats.org/officeDocument/2006/relationships/customXml" Target="../ink/ink676.xml"/><Relationship Id="rId191" Type="http://schemas.openxmlformats.org/officeDocument/2006/relationships/image" Target="../media/image684.png"/><Relationship Id="rId205" Type="http://schemas.openxmlformats.org/officeDocument/2006/relationships/image" Target="../media/image691.png"/><Relationship Id="rId107" Type="http://schemas.openxmlformats.org/officeDocument/2006/relationships/image" Target="../media/image642.png"/><Relationship Id="rId11" Type="http://schemas.openxmlformats.org/officeDocument/2006/relationships/image" Target="../media/image595.png"/><Relationship Id="rId32" Type="http://schemas.openxmlformats.org/officeDocument/2006/relationships/customXml" Target="../ink/ink607.xml"/><Relationship Id="rId53" Type="http://schemas.openxmlformats.org/officeDocument/2006/relationships/image" Target="../media/image616.png"/><Relationship Id="rId74" Type="http://schemas.openxmlformats.org/officeDocument/2006/relationships/customXml" Target="../ink/ink628.xml"/><Relationship Id="rId128" Type="http://schemas.openxmlformats.org/officeDocument/2006/relationships/customXml" Target="../ink/ink655.xml"/><Relationship Id="rId149" Type="http://schemas.openxmlformats.org/officeDocument/2006/relationships/image" Target="../media/image663.png"/><Relationship Id="rId5" Type="http://schemas.openxmlformats.org/officeDocument/2006/relationships/image" Target="../media/image592.png"/><Relationship Id="rId95" Type="http://schemas.openxmlformats.org/officeDocument/2006/relationships/image" Target="../media/image636.png"/><Relationship Id="rId160" Type="http://schemas.openxmlformats.org/officeDocument/2006/relationships/customXml" Target="../ink/ink671.xml"/><Relationship Id="rId181" Type="http://schemas.openxmlformats.org/officeDocument/2006/relationships/image" Target="../media/image679.png"/><Relationship Id="rId22" Type="http://schemas.openxmlformats.org/officeDocument/2006/relationships/customXml" Target="../ink/ink602.xml"/><Relationship Id="rId43" Type="http://schemas.openxmlformats.org/officeDocument/2006/relationships/image" Target="../media/image611.png"/><Relationship Id="rId64" Type="http://schemas.openxmlformats.org/officeDocument/2006/relationships/customXml" Target="../ink/ink623.xml"/><Relationship Id="rId118" Type="http://schemas.openxmlformats.org/officeDocument/2006/relationships/customXml" Target="../ink/ink650.xml"/><Relationship Id="rId139" Type="http://schemas.openxmlformats.org/officeDocument/2006/relationships/image" Target="../media/image658.png"/><Relationship Id="rId85" Type="http://schemas.openxmlformats.org/officeDocument/2006/relationships/image" Target="../media/image631.png"/><Relationship Id="rId150" Type="http://schemas.openxmlformats.org/officeDocument/2006/relationships/customXml" Target="../ink/ink666.xml"/><Relationship Id="rId171" Type="http://schemas.openxmlformats.org/officeDocument/2006/relationships/image" Target="../media/image674.png"/><Relationship Id="rId192" Type="http://schemas.openxmlformats.org/officeDocument/2006/relationships/customXml" Target="../ink/ink687.xml"/><Relationship Id="rId206" Type="http://schemas.openxmlformats.org/officeDocument/2006/relationships/customXml" Target="../ink/ink694.xml"/><Relationship Id="rId12" Type="http://schemas.openxmlformats.org/officeDocument/2006/relationships/customXml" Target="../ink/ink597.xml"/><Relationship Id="rId33" Type="http://schemas.openxmlformats.org/officeDocument/2006/relationships/image" Target="../media/image606.png"/><Relationship Id="rId108" Type="http://schemas.openxmlformats.org/officeDocument/2006/relationships/customXml" Target="../ink/ink645.xml"/><Relationship Id="rId129" Type="http://schemas.openxmlformats.org/officeDocument/2006/relationships/image" Target="../media/image653.png"/><Relationship Id="rId54" Type="http://schemas.openxmlformats.org/officeDocument/2006/relationships/customXml" Target="../ink/ink618.xml"/><Relationship Id="rId75" Type="http://schemas.openxmlformats.org/officeDocument/2006/relationships/image" Target="../media/image626.png"/><Relationship Id="rId96" Type="http://schemas.openxmlformats.org/officeDocument/2006/relationships/customXml" Target="../ink/ink639.xml"/><Relationship Id="rId140" Type="http://schemas.openxmlformats.org/officeDocument/2006/relationships/customXml" Target="../ink/ink661.xml"/><Relationship Id="rId161" Type="http://schemas.openxmlformats.org/officeDocument/2006/relationships/image" Target="../media/image669.png"/><Relationship Id="rId182" Type="http://schemas.openxmlformats.org/officeDocument/2006/relationships/customXml" Target="../ink/ink682.xml"/><Relationship Id="rId6" Type="http://schemas.openxmlformats.org/officeDocument/2006/relationships/customXml" Target="../ink/ink594.xml"/><Relationship Id="rId23" Type="http://schemas.openxmlformats.org/officeDocument/2006/relationships/image" Target="../media/image601.png"/><Relationship Id="rId119" Type="http://schemas.openxmlformats.org/officeDocument/2006/relationships/image" Target="../media/image648.png"/><Relationship Id="rId44" Type="http://schemas.openxmlformats.org/officeDocument/2006/relationships/customXml" Target="../ink/ink613.xml"/><Relationship Id="rId65" Type="http://schemas.openxmlformats.org/officeDocument/2006/relationships/image" Target="../media/image622.png"/><Relationship Id="rId86" Type="http://schemas.openxmlformats.org/officeDocument/2006/relationships/customXml" Target="../ink/ink634.xml"/><Relationship Id="rId130" Type="http://schemas.openxmlformats.org/officeDocument/2006/relationships/customXml" Target="../ink/ink656.xml"/><Relationship Id="rId151" Type="http://schemas.openxmlformats.org/officeDocument/2006/relationships/image" Target="../media/image664.png"/><Relationship Id="rId172" Type="http://schemas.openxmlformats.org/officeDocument/2006/relationships/customXml" Target="../ink/ink677.xml"/><Relationship Id="rId193" Type="http://schemas.openxmlformats.org/officeDocument/2006/relationships/image" Target="../media/image685.png"/><Relationship Id="rId207" Type="http://schemas.openxmlformats.org/officeDocument/2006/relationships/image" Target="../media/image692.png"/><Relationship Id="rId13" Type="http://schemas.openxmlformats.org/officeDocument/2006/relationships/image" Target="../media/image596.png"/><Relationship Id="rId109" Type="http://schemas.openxmlformats.org/officeDocument/2006/relationships/image" Target="../media/image643.png"/><Relationship Id="rId34" Type="http://schemas.openxmlformats.org/officeDocument/2006/relationships/customXml" Target="../ink/ink608.xml"/><Relationship Id="rId55" Type="http://schemas.openxmlformats.org/officeDocument/2006/relationships/image" Target="../media/image617.png"/><Relationship Id="rId76" Type="http://schemas.openxmlformats.org/officeDocument/2006/relationships/customXml" Target="../ink/ink629.xml"/><Relationship Id="rId97" Type="http://schemas.openxmlformats.org/officeDocument/2006/relationships/image" Target="../media/image637.png"/><Relationship Id="rId120" Type="http://schemas.openxmlformats.org/officeDocument/2006/relationships/customXml" Target="../ink/ink651.xml"/><Relationship Id="rId141" Type="http://schemas.openxmlformats.org/officeDocument/2006/relationships/image" Target="../media/image659.png"/><Relationship Id="rId7" Type="http://schemas.openxmlformats.org/officeDocument/2006/relationships/image" Target="../media/image593.png"/><Relationship Id="rId162" Type="http://schemas.openxmlformats.org/officeDocument/2006/relationships/customXml" Target="../ink/ink672.xml"/><Relationship Id="rId183" Type="http://schemas.openxmlformats.org/officeDocument/2006/relationships/image" Target="../media/image680.png"/><Relationship Id="rId24" Type="http://schemas.openxmlformats.org/officeDocument/2006/relationships/customXml" Target="../ink/ink603.xml"/><Relationship Id="rId45" Type="http://schemas.openxmlformats.org/officeDocument/2006/relationships/image" Target="../media/image612.png"/><Relationship Id="rId66" Type="http://schemas.openxmlformats.org/officeDocument/2006/relationships/customXml" Target="../ink/ink624.xml"/><Relationship Id="rId87" Type="http://schemas.openxmlformats.org/officeDocument/2006/relationships/image" Target="../media/image632.png"/><Relationship Id="rId110" Type="http://schemas.openxmlformats.org/officeDocument/2006/relationships/customXml" Target="../ink/ink646.xml"/><Relationship Id="rId131" Type="http://schemas.openxmlformats.org/officeDocument/2006/relationships/image" Target="../media/image654.png"/><Relationship Id="rId152" Type="http://schemas.openxmlformats.org/officeDocument/2006/relationships/customXml" Target="../ink/ink667.xml"/><Relationship Id="rId173" Type="http://schemas.openxmlformats.org/officeDocument/2006/relationships/image" Target="../media/image675.png"/><Relationship Id="rId194" Type="http://schemas.openxmlformats.org/officeDocument/2006/relationships/customXml" Target="../ink/ink688.xml"/><Relationship Id="rId208" Type="http://schemas.openxmlformats.org/officeDocument/2006/relationships/customXml" Target="../ink/ink695.xml"/><Relationship Id="rId19" Type="http://schemas.openxmlformats.org/officeDocument/2006/relationships/image" Target="../media/image599.png"/><Relationship Id="rId14" Type="http://schemas.openxmlformats.org/officeDocument/2006/relationships/customXml" Target="../ink/ink598.xml"/><Relationship Id="rId30" Type="http://schemas.openxmlformats.org/officeDocument/2006/relationships/customXml" Target="../ink/ink606.xml"/><Relationship Id="rId35" Type="http://schemas.openxmlformats.org/officeDocument/2006/relationships/image" Target="../media/image607.png"/><Relationship Id="rId56" Type="http://schemas.openxmlformats.org/officeDocument/2006/relationships/customXml" Target="../ink/ink619.xml"/><Relationship Id="rId77" Type="http://schemas.openxmlformats.org/officeDocument/2006/relationships/image" Target="../media/image627.png"/><Relationship Id="rId100" Type="http://schemas.openxmlformats.org/officeDocument/2006/relationships/customXml" Target="../ink/ink641.xml"/><Relationship Id="rId105" Type="http://schemas.openxmlformats.org/officeDocument/2006/relationships/image" Target="../media/image641.png"/><Relationship Id="rId126" Type="http://schemas.openxmlformats.org/officeDocument/2006/relationships/customXml" Target="../ink/ink654.xml"/><Relationship Id="rId147" Type="http://schemas.openxmlformats.org/officeDocument/2006/relationships/image" Target="../media/image662.png"/><Relationship Id="rId168" Type="http://schemas.openxmlformats.org/officeDocument/2006/relationships/customXml" Target="../ink/ink675.xml"/><Relationship Id="rId8" Type="http://schemas.openxmlformats.org/officeDocument/2006/relationships/customXml" Target="../ink/ink595.xml"/><Relationship Id="rId51" Type="http://schemas.openxmlformats.org/officeDocument/2006/relationships/image" Target="../media/image615.png"/><Relationship Id="rId72" Type="http://schemas.openxmlformats.org/officeDocument/2006/relationships/customXml" Target="../ink/ink627.xml"/><Relationship Id="rId93" Type="http://schemas.openxmlformats.org/officeDocument/2006/relationships/image" Target="../media/image635.png"/><Relationship Id="rId98" Type="http://schemas.openxmlformats.org/officeDocument/2006/relationships/customXml" Target="../ink/ink640.xml"/><Relationship Id="rId121" Type="http://schemas.openxmlformats.org/officeDocument/2006/relationships/image" Target="../media/image649.png"/><Relationship Id="rId142" Type="http://schemas.openxmlformats.org/officeDocument/2006/relationships/customXml" Target="../ink/ink662.xml"/><Relationship Id="rId163" Type="http://schemas.openxmlformats.org/officeDocument/2006/relationships/image" Target="../media/image670.png"/><Relationship Id="rId184" Type="http://schemas.openxmlformats.org/officeDocument/2006/relationships/customXml" Target="../ink/ink683.xml"/><Relationship Id="rId189" Type="http://schemas.openxmlformats.org/officeDocument/2006/relationships/image" Target="../media/image683.png"/><Relationship Id="rId3" Type="http://schemas.openxmlformats.org/officeDocument/2006/relationships/image" Target="../media/image591.png"/><Relationship Id="rId25" Type="http://schemas.openxmlformats.org/officeDocument/2006/relationships/image" Target="../media/image602.png"/><Relationship Id="rId46" Type="http://schemas.openxmlformats.org/officeDocument/2006/relationships/customXml" Target="../ink/ink614.xml"/><Relationship Id="rId67" Type="http://schemas.openxmlformats.org/officeDocument/2006/relationships/image" Target="../media/image623.png"/><Relationship Id="rId116" Type="http://schemas.openxmlformats.org/officeDocument/2006/relationships/customXml" Target="../ink/ink649.xml"/><Relationship Id="rId137" Type="http://schemas.openxmlformats.org/officeDocument/2006/relationships/image" Target="../media/image657.png"/><Relationship Id="rId158" Type="http://schemas.openxmlformats.org/officeDocument/2006/relationships/customXml" Target="../ink/ink670.xml"/><Relationship Id="rId20" Type="http://schemas.openxmlformats.org/officeDocument/2006/relationships/customXml" Target="../ink/ink601.xml"/><Relationship Id="rId41" Type="http://schemas.openxmlformats.org/officeDocument/2006/relationships/image" Target="../media/image610.png"/><Relationship Id="rId62" Type="http://schemas.openxmlformats.org/officeDocument/2006/relationships/customXml" Target="../ink/ink622.xml"/><Relationship Id="rId83" Type="http://schemas.openxmlformats.org/officeDocument/2006/relationships/image" Target="../media/image630.png"/><Relationship Id="rId88" Type="http://schemas.openxmlformats.org/officeDocument/2006/relationships/customXml" Target="../ink/ink635.xml"/><Relationship Id="rId111" Type="http://schemas.openxmlformats.org/officeDocument/2006/relationships/image" Target="../media/image644.png"/><Relationship Id="rId132" Type="http://schemas.openxmlformats.org/officeDocument/2006/relationships/customXml" Target="../ink/ink657.xml"/><Relationship Id="rId153" Type="http://schemas.openxmlformats.org/officeDocument/2006/relationships/image" Target="../media/image665.png"/><Relationship Id="rId174" Type="http://schemas.openxmlformats.org/officeDocument/2006/relationships/customXml" Target="../ink/ink678.xml"/><Relationship Id="rId179" Type="http://schemas.openxmlformats.org/officeDocument/2006/relationships/image" Target="../media/image678.png"/><Relationship Id="rId195" Type="http://schemas.openxmlformats.org/officeDocument/2006/relationships/image" Target="../media/image686.png"/><Relationship Id="rId209" Type="http://schemas.openxmlformats.org/officeDocument/2006/relationships/image" Target="../media/image693.png"/><Relationship Id="rId190" Type="http://schemas.openxmlformats.org/officeDocument/2006/relationships/customXml" Target="../ink/ink686.xml"/><Relationship Id="rId204" Type="http://schemas.openxmlformats.org/officeDocument/2006/relationships/customXml" Target="../ink/ink693.xml"/><Relationship Id="rId15" Type="http://schemas.openxmlformats.org/officeDocument/2006/relationships/image" Target="../media/image597.png"/><Relationship Id="rId36" Type="http://schemas.openxmlformats.org/officeDocument/2006/relationships/customXml" Target="../ink/ink609.xml"/><Relationship Id="rId57" Type="http://schemas.openxmlformats.org/officeDocument/2006/relationships/image" Target="../media/image618.png"/><Relationship Id="rId106" Type="http://schemas.openxmlformats.org/officeDocument/2006/relationships/customXml" Target="../ink/ink644.xml"/><Relationship Id="rId127" Type="http://schemas.openxmlformats.org/officeDocument/2006/relationships/image" Target="../media/image652.png"/><Relationship Id="rId10" Type="http://schemas.openxmlformats.org/officeDocument/2006/relationships/customXml" Target="../ink/ink596.xml"/><Relationship Id="rId31" Type="http://schemas.openxmlformats.org/officeDocument/2006/relationships/image" Target="../media/image605.png"/><Relationship Id="rId52" Type="http://schemas.openxmlformats.org/officeDocument/2006/relationships/customXml" Target="../ink/ink617.xml"/><Relationship Id="rId73" Type="http://schemas.openxmlformats.org/officeDocument/2006/relationships/image" Target="../media/image625.png"/><Relationship Id="rId78" Type="http://schemas.openxmlformats.org/officeDocument/2006/relationships/customXml" Target="../ink/ink630.xml"/><Relationship Id="rId94" Type="http://schemas.openxmlformats.org/officeDocument/2006/relationships/customXml" Target="../ink/ink638.xml"/><Relationship Id="rId99" Type="http://schemas.openxmlformats.org/officeDocument/2006/relationships/image" Target="../media/image638.png"/><Relationship Id="rId101" Type="http://schemas.openxmlformats.org/officeDocument/2006/relationships/image" Target="../media/image639.png"/><Relationship Id="rId122" Type="http://schemas.openxmlformats.org/officeDocument/2006/relationships/customXml" Target="../ink/ink652.xml"/><Relationship Id="rId143" Type="http://schemas.openxmlformats.org/officeDocument/2006/relationships/image" Target="../media/image660.png"/><Relationship Id="rId148" Type="http://schemas.openxmlformats.org/officeDocument/2006/relationships/customXml" Target="../ink/ink665.xml"/><Relationship Id="rId164" Type="http://schemas.openxmlformats.org/officeDocument/2006/relationships/customXml" Target="../ink/ink673.xml"/><Relationship Id="rId169" Type="http://schemas.openxmlformats.org/officeDocument/2006/relationships/image" Target="../media/image673.png"/><Relationship Id="rId185" Type="http://schemas.openxmlformats.org/officeDocument/2006/relationships/image" Target="../media/image681.png"/><Relationship Id="rId4" Type="http://schemas.openxmlformats.org/officeDocument/2006/relationships/customXml" Target="../ink/ink593.xml"/><Relationship Id="rId9" Type="http://schemas.openxmlformats.org/officeDocument/2006/relationships/image" Target="../media/image594.png"/><Relationship Id="rId180" Type="http://schemas.openxmlformats.org/officeDocument/2006/relationships/customXml" Target="../ink/ink681.xml"/><Relationship Id="rId210" Type="http://schemas.openxmlformats.org/officeDocument/2006/relationships/customXml" Target="../ink/ink696.xml"/><Relationship Id="rId26" Type="http://schemas.openxmlformats.org/officeDocument/2006/relationships/customXml" Target="../ink/ink604.xml"/><Relationship Id="rId47" Type="http://schemas.openxmlformats.org/officeDocument/2006/relationships/image" Target="../media/image613.png"/><Relationship Id="rId68" Type="http://schemas.openxmlformats.org/officeDocument/2006/relationships/customXml" Target="../ink/ink625.xml"/><Relationship Id="rId89" Type="http://schemas.openxmlformats.org/officeDocument/2006/relationships/image" Target="../media/image633.png"/><Relationship Id="rId112" Type="http://schemas.openxmlformats.org/officeDocument/2006/relationships/customXml" Target="../ink/ink647.xml"/><Relationship Id="rId133" Type="http://schemas.openxmlformats.org/officeDocument/2006/relationships/image" Target="../media/image655.png"/><Relationship Id="rId154" Type="http://schemas.openxmlformats.org/officeDocument/2006/relationships/customXml" Target="../ink/ink668.xml"/><Relationship Id="rId175" Type="http://schemas.openxmlformats.org/officeDocument/2006/relationships/image" Target="../media/image676.png"/><Relationship Id="rId196" Type="http://schemas.openxmlformats.org/officeDocument/2006/relationships/customXml" Target="../ink/ink689.xml"/><Relationship Id="rId200" Type="http://schemas.openxmlformats.org/officeDocument/2006/relationships/customXml" Target="../ink/ink691.xml"/><Relationship Id="rId16" Type="http://schemas.openxmlformats.org/officeDocument/2006/relationships/customXml" Target="../ink/ink599.xml"/><Relationship Id="rId37" Type="http://schemas.openxmlformats.org/officeDocument/2006/relationships/image" Target="../media/image608.png"/><Relationship Id="rId58" Type="http://schemas.openxmlformats.org/officeDocument/2006/relationships/customXml" Target="../ink/ink620.xml"/><Relationship Id="rId79" Type="http://schemas.openxmlformats.org/officeDocument/2006/relationships/image" Target="../media/image628.png"/><Relationship Id="rId102" Type="http://schemas.openxmlformats.org/officeDocument/2006/relationships/customXml" Target="../ink/ink642.xml"/><Relationship Id="rId123" Type="http://schemas.openxmlformats.org/officeDocument/2006/relationships/image" Target="../media/image650.png"/><Relationship Id="rId144" Type="http://schemas.openxmlformats.org/officeDocument/2006/relationships/customXml" Target="../ink/ink663.xml"/><Relationship Id="rId90" Type="http://schemas.openxmlformats.org/officeDocument/2006/relationships/customXml" Target="../ink/ink636.xml"/><Relationship Id="rId165" Type="http://schemas.openxmlformats.org/officeDocument/2006/relationships/image" Target="../media/image671.png"/><Relationship Id="rId186" Type="http://schemas.openxmlformats.org/officeDocument/2006/relationships/customXml" Target="../ink/ink684.xml"/><Relationship Id="rId211" Type="http://schemas.openxmlformats.org/officeDocument/2006/relationships/image" Target="../media/image694.png"/><Relationship Id="rId27" Type="http://schemas.openxmlformats.org/officeDocument/2006/relationships/image" Target="../media/image603.png"/><Relationship Id="rId48" Type="http://schemas.openxmlformats.org/officeDocument/2006/relationships/customXml" Target="../ink/ink615.xml"/><Relationship Id="rId69" Type="http://schemas.openxmlformats.org/officeDocument/2006/relationships/image" Target="../media/image46.png"/><Relationship Id="rId113" Type="http://schemas.openxmlformats.org/officeDocument/2006/relationships/image" Target="../media/image645.png"/><Relationship Id="rId134" Type="http://schemas.openxmlformats.org/officeDocument/2006/relationships/customXml" Target="../ink/ink658.xml"/><Relationship Id="rId80" Type="http://schemas.openxmlformats.org/officeDocument/2006/relationships/customXml" Target="../ink/ink631.xml"/><Relationship Id="rId155" Type="http://schemas.openxmlformats.org/officeDocument/2006/relationships/image" Target="../media/image666.png"/><Relationship Id="rId176" Type="http://schemas.openxmlformats.org/officeDocument/2006/relationships/customXml" Target="../ink/ink679.xml"/><Relationship Id="rId197" Type="http://schemas.openxmlformats.org/officeDocument/2006/relationships/image" Target="../media/image687.png"/><Relationship Id="rId201" Type="http://schemas.openxmlformats.org/officeDocument/2006/relationships/image" Target="../media/image689.png"/><Relationship Id="rId17" Type="http://schemas.openxmlformats.org/officeDocument/2006/relationships/image" Target="../media/image598.png"/><Relationship Id="rId38" Type="http://schemas.openxmlformats.org/officeDocument/2006/relationships/customXml" Target="../ink/ink610.xml"/><Relationship Id="rId59" Type="http://schemas.openxmlformats.org/officeDocument/2006/relationships/image" Target="../media/image619.png"/><Relationship Id="rId103" Type="http://schemas.openxmlformats.org/officeDocument/2006/relationships/image" Target="../media/image640.png"/><Relationship Id="rId124" Type="http://schemas.openxmlformats.org/officeDocument/2006/relationships/customXml" Target="../ink/ink653.xml"/><Relationship Id="rId70" Type="http://schemas.openxmlformats.org/officeDocument/2006/relationships/customXml" Target="../ink/ink626.xml"/><Relationship Id="rId91" Type="http://schemas.openxmlformats.org/officeDocument/2006/relationships/image" Target="../media/image634.png"/><Relationship Id="rId145" Type="http://schemas.openxmlformats.org/officeDocument/2006/relationships/image" Target="../media/image661.png"/><Relationship Id="rId166" Type="http://schemas.openxmlformats.org/officeDocument/2006/relationships/customXml" Target="../ink/ink674.xml"/><Relationship Id="rId187" Type="http://schemas.openxmlformats.org/officeDocument/2006/relationships/image" Target="../media/image68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97.xml"/><Relationship Id="rId28" Type="http://schemas.openxmlformats.org/officeDocument/2006/relationships/customXml" Target="../ink/ink605.xml"/><Relationship Id="rId49" Type="http://schemas.openxmlformats.org/officeDocument/2006/relationships/image" Target="../media/image614.png"/><Relationship Id="rId114" Type="http://schemas.openxmlformats.org/officeDocument/2006/relationships/customXml" Target="../ink/ink648.xml"/><Relationship Id="rId60" Type="http://schemas.openxmlformats.org/officeDocument/2006/relationships/customXml" Target="../ink/ink621.xml"/><Relationship Id="rId81" Type="http://schemas.openxmlformats.org/officeDocument/2006/relationships/image" Target="../media/image629.png"/><Relationship Id="rId135" Type="http://schemas.openxmlformats.org/officeDocument/2006/relationships/image" Target="../media/image656.png"/><Relationship Id="rId156" Type="http://schemas.openxmlformats.org/officeDocument/2006/relationships/customXml" Target="../ink/ink669.xml"/><Relationship Id="rId177" Type="http://schemas.openxmlformats.org/officeDocument/2006/relationships/image" Target="../media/image677.png"/><Relationship Id="rId198" Type="http://schemas.openxmlformats.org/officeDocument/2006/relationships/customXml" Target="../ink/ink690.xml"/><Relationship Id="rId202" Type="http://schemas.openxmlformats.org/officeDocument/2006/relationships/customXml" Target="../ink/ink692.xml"/><Relationship Id="rId18" Type="http://schemas.openxmlformats.org/officeDocument/2006/relationships/customXml" Target="../ink/ink600.xml"/><Relationship Id="rId39" Type="http://schemas.openxmlformats.org/officeDocument/2006/relationships/image" Target="../media/image609.png"/><Relationship Id="rId50" Type="http://schemas.openxmlformats.org/officeDocument/2006/relationships/customXml" Target="../ink/ink616.xml"/><Relationship Id="rId104" Type="http://schemas.openxmlformats.org/officeDocument/2006/relationships/customXml" Target="../ink/ink643.xml"/><Relationship Id="rId125" Type="http://schemas.openxmlformats.org/officeDocument/2006/relationships/image" Target="../media/image651.png"/><Relationship Id="rId146" Type="http://schemas.openxmlformats.org/officeDocument/2006/relationships/customXml" Target="../ink/ink664.xml"/><Relationship Id="rId167" Type="http://schemas.openxmlformats.org/officeDocument/2006/relationships/image" Target="../media/image672.png"/><Relationship Id="rId188" Type="http://schemas.openxmlformats.org/officeDocument/2006/relationships/customXml" Target="../ink/ink685.xml"/><Relationship Id="rId71" Type="http://schemas.openxmlformats.org/officeDocument/2006/relationships/image" Target="../media/image624.png"/><Relationship Id="rId92" Type="http://schemas.openxmlformats.org/officeDocument/2006/relationships/customXml" Target="../ink/ink637.xml"/><Relationship Id="rId213" Type="http://schemas.openxmlformats.org/officeDocument/2006/relationships/image" Target="../media/image695.png"/><Relationship Id="rId2" Type="http://schemas.openxmlformats.org/officeDocument/2006/relationships/customXml" Target="../ink/ink592.xml"/><Relationship Id="rId29" Type="http://schemas.openxmlformats.org/officeDocument/2006/relationships/image" Target="../media/image604.png"/><Relationship Id="rId40" Type="http://schemas.openxmlformats.org/officeDocument/2006/relationships/customXml" Target="../ink/ink611.xml"/><Relationship Id="rId115" Type="http://schemas.openxmlformats.org/officeDocument/2006/relationships/image" Target="../media/image646.png"/><Relationship Id="rId136" Type="http://schemas.openxmlformats.org/officeDocument/2006/relationships/customXml" Target="../ink/ink659.xml"/><Relationship Id="rId157" Type="http://schemas.openxmlformats.org/officeDocument/2006/relationships/image" Target="../media/image667.png"/><Relationship Id="rId178" Type="http://schemas.openxmlformats.org/officeDocument/2006/relationships/customXml" Target="../ink/ink680.xml"/><Relationship Id="rId61" Type="http://schemas.openxmlformats.org/officeDocument/2006/relationships/image" Target="../media/image620.png"/><Relationship Id="rId82" Type="http://schemas.openxmlformats.org/officeDocument/2006/relationships/customXml" Target="../ink/ink632.xml"/><Relationship Id="rId199" Type="http://schemas.openxmlformats.org/officeDocument/2006/relationships/image" Target="../media/image688.png"/><Relationship Id="rId203" Type="http://schemas.openxmlformats.org/officeDocument/2006/relationships/image" Target="../media/image690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53.png"/><Relationship Id="rId21" Type="http://schemas.openxmlformats.org/officeDocument/2006/relationships/image" Target="../media/image705.png"/><Relationship Id="rId42" Type="http://schemas.openxmlformats.org/officeDocument/2006/relationships/customXml" Target="../ink/ink718.xml"/><Relationship Id="rId63" Type="http://schemas.openxmlformats.org/officeDocument/2006/relationships/image" Target="../media/image726.png"/><Relationship Id="rId84" Type="http://schemas.openxmlformats.org/officeDocument/2006/relationships/customXml" Target="../ink/ink739.xml"/><Relationship Id="rId138" Type="http://schemas.openxmlformats.org/officeDocument/2006/relationships/customXml" Target="../ink/ink766.xml"/><Relationship Id="rId107" Type="http://schemas.openxmlformats.org/officeDocument/2006/relationships/image" Target="../media/image748.png"/><Relationship Id="rId11" Type="http://schemas.openxmlformats.org/officeDocument/2006/relationships/image" Target="../media/image700.png"/><Relationship Id="rId32" Type="http://schemas.openxmlformats.org/officeDocument/2006/relationships/customXml" Target="../ink/ink713.xml"/><Relationship Id="rId53" Type="http://schemas.openxmlformats.org/officeDocument/2006/relationships/image" Target="../media/image721.png"/><Relationship Id="rId74" Type="http://schemas.openxmlformats.org/officeDocument/2006/relationships/customXml" Target="../ink/ink734.xml"/><Relationship Id="rId128" Type="http://schemas.openxmlformats.org/officeDocument/2006/relationships/customXml" Target="../ink/ink761.xml"/><Relationship Id="rId149" Type="http://schemas.openxmlformats.org/officeDocument/2006/relationships/image" Target="../media/image769.png"/><Relationship Id="rId5" Type="http://schemas.openxmlformats.org/officeDocument/2006/relationships/image" Target="../media/image697.png"/><Relationship Id="rId95" Type="http://schemas.openxmlformats.org/officeDocument/2006/relationships/image" Target="../media/image742.png"/><Relationship Id="rId22" Type="http://schemas.openxmlformats.org/officeDocument/2006/relationships/customXml" Target="../ink/ink708.xml"/><Relationship Id="rId27" Type="http://schemas.openxmlformats.org/officeDocument/2006/relationships/image" Target="../media/image708.png"/><Relationship Id="rId43" Type="http://schemas.openxmlformats.org/officeDocument/2006/relationships/image" Target="../media/image716.png"/><Relationship Id="rId48" Type="http://schemas.openxmlformats.org/officeDocument/2006/relationships/customXml" Target="../ink/ink721.xml"/><Relationship Id="rId64" Type="http://schemas.openxmlformats.org/officeDocument/2006/relationships/customXml" Target="../ink/ink729.xml"/><Relationship Id="rId69" Type="http://schemas.openxmlformats.org/officeDocument/2006/relationships/image" Target="../media/image729.png"/><Relationship Id="rId113" Type="http://schemas.openxmlformats.org/officeDocument/2006/relationships/image" Target="../media/image751.png"/><Relationship Id="rId118" Type="http://schemas.openxmlformats.org/officeDocument/2006/relationships/customXml" Target="../ink/ink756.xml"/><Relationship Id="rId134" Type="http://schemas.openxmlformats.org/officeDocument/2006/relationships/customXml" Target="../ink/ink764.xml"/><Relationship Id="rId139" Type="http://schemas.openxmlformats.org/officeDocument/2006/relationships/image" Target="../media/image764.png"/><Relationship Id="rId80" Type="http://schemas.openxmlformats.org/officeDocument/2006/relationships/customXml" Target="../ink/ink737.xml"/><Relationship Id="rId85" Type="http://schemas.openxmlformats.org/officeDocument/2006/relationships/image" Target="../media/image737.png"/><Relationship Id="rId150" Type="http://schemas.openxmlformats.org/officeDocument/2006/relationships/customXml" Target="../ink/ink772.xml"/><Relationship Id="rId12" Type="http://schemas.openxmlformats.org/officeDocument/2006/relationships/customXml" Target="../ink/ink703.xml"/><Relationship Id="rId17" Type="http://schemas.openxmlformats.org/officeDocument/2006/relationships/image" Target="../media/image703.png"/><Relationship Id="rId33" Type="http://schemas.openxmlformats.org/officeDocument/2006/relationships/image" Target="../media/image711.png"/><Relationship Id="rId38" Type="http://schemas.openxmlformats.org/officeDocument/2006/relationships/customXml" Target="../ink/ink716.xml"/><Relationship Id="rId59" Type="http://schemas.openxmlformats.org/officeDocument/2006/relationships/image" Target="../media/image724.png"/><Relationship Id="rId103" Type="http://schemas.openxmlformats.org/officeDocument/2006/relationships/image" Target="../media/image746.png"/><Relationship Id="rId108" Type="http://schemas.openxmlformats.org/officeDocument/2006/relationships/customXml" Target="../ink/ink751.xml"/><Relationship Id="rId124" Type="http://schemas.openxmlformats.org/officeDocument/2006/relationships/customXml" Target="../ink/ink759.xml"/><Relationship Id="rId129" Type="http://schemas.openxmlformats.org/officeDocument/2006/relationships/image" Target="../media/image759.png"/><Relationship Id="rId54" Type="http://schemas.openxmlformats.org/officeDocument/2006/relationships/customXml" Target="../ink/ink724.xml"/><Relationship Id="rId70" Type="http://schemas.openxmlformats.org/officeDocument/2006/relationships/customXml" Target="../ink/ink732.xml"/><Relationship Id="rId75" Type="http://schemas.openxmlformats.org/officeDocument/2006/relationships/image" Target="../media/image732.png"/><Relationship Id="rId91" Type="http://schemas.openxmlformats.org/officeDocument/2006/relationships/image" Target="../media/image740.png"/><Relationship Id="rId96" Type="http://schemas.openxmlformats.org/officeDocument/2006/relationships/customXml" Target="../ink/ink745.xml"/><Relationship Id="rId140" Type="http://schemas.openxmlformats.org/officeDocument/2006/relationships/customXml" Target="../ink/ink767.xml"/><Relationship Id="rId145" Type="http://schemas.openxmlformats.org/officeDocument/2006/relationships/image" Target="../media/image76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00.xml"/><Relationship Id="rId23" Type="http://schemas.openxmlformats.org/officeDocument/2006/relationships/image" Target="../media/image706.png"/><Relationship Id="rId28" Type="http://schemas.openxmlformats.org/officeDocument/2006/relationships/customXml" Target="../ink/ink711.xml"/><Relationship Id="rId49" Type="http://schemas.openxmlformats.org/officeDocument/2006/relationships/image" Target="../media/image719.png"/><Relationship Id="rId114" Type="http://schemas.openxmlformats.org/officeDocument/2006/relationships/customXml" Target="../ink/ink754.xml"/><Relationship Id="rId119" Type="http://schemas.openxmlformats.org/officeDocument/2006/relationships/image" Target="../media/image754.png"/><Relationship Id="rId44" Type="http://schemas.openxmlformats.org/officeDocument/2006/relationships/customXml" Target="../ink/ink719.xml"/><Relationship Id="rId60" Type="http://schemas.openxmlformats.org/officeDocument/2006/relationships/customXml" Target="../ink/ink727.xml"/><Relationship Id="rId65" Type="http://schemas.openxmlformats.org/officeDocument/2006/relationships/image" Target="../media/image727.png"/><Relationship Id="rId81" Type="http://schemas.openxmlformats.org/officeDocument/2006/relationships/image" Target="../media/image735.png"/><Relationship Id="rId86" Type="http://schemas.openxmlformats.org/officeDocument/2006/relationships/customXml" Target="../ink/ink740.xml"/><Relationship Id="rId130" Type="http://schemas.openxmlformats.org/officeDocument/2006/relationships/customXml" Target="../ink/ink762.xml"/><Relationship Id="rId135" Type="http://schemas.openxmlformats.org/officeDocument/2006/relationships/image" Target="../media/image762.png"/><Relationship Id="rId151" Type="http://schemas.openxmlformats.org/officeDocument/2006/relationships/image" Target="../media/image770.png"/><Relationship Id="rId13" Type="http://schemas.openxmlformats.org/officeDocument/2006/relationships/image" Target="../media/image701.png"/><Relationship Id="rId18" Type="http://schemas.openxmlformats.org/officeDocument/2006/relationships/customXml" Target="../ink/ink706.xml"/><Relationship Id="rId39" Type="http://schemas.openxmlformats.org/officeDocument/2006/relationships/image" Target="../media/image714.png"/><Relationship Id="rId109" Type="http://schemas.openxmlformats.org/officeDocument/2006/relationships/image" Target="../media/image749.png"/><Relationship Id="rId34" Type="http://schemas.openxmlformats.org/officeDocument/2006/relationships/customXml" Target="../ink/ink714.xml"/><Relationship Id="rId50" Type="http://schemas.openxmlformats.org/officeDocument/2006/relationships/customXml" Target="../ink/ink722.xml"/><Relationship Id="rId55" Type="http://schemas.openxmlformats.org/officeDocument/2006/relationships/image" Target="../media/image722.png"/><Relationship Id="rId76" Type="http://schemas.openxmlformats.org/officeDocument/2006/relationships/customXml" Target="../ink/ink735.xml"/><Relationship Id="rId97" Type="http://schemas.openxmlformats.org/officeDocument/2006/relationships/image" Target="../media/image743.png"/><Relationship Id="rId104" Type="http://schemas.openxmlformats.org/officeDocument/2006/relationships/customXml" Target="../ink/ink749.xml"/><Relationship Id="rId120" Type="http://schemas.openxmlformats.org/officeDocument/2006/relationships/customXml" Target="../ink/ink757.xml"/><Relationship Id="rId125" Type="http://schemas.openxmlformats.org/officeDocument/2006/relationships/image" Target="../media/image757.png"/><Relationship Id="rId141" Type="http://schemas.openxmlformats.org/officeDocument/2006/relationships/image" Target="../media/image765.png"/><Relationship Id="rId146" Type="http://schemas.openxmlformats.org/officeDocument/2006/relationships/customXml" Target="../ink/ink770.xml"/><Relationship Id="rId7" Type="http://schemas.openxmlformats.org/officeDocument/2006/relationships/image" Target="../media/image698.png"/><Relationship Id="rId71" Type="http://schemas.openxmlformats.org/officeDocument/2006/relationships/image" Target="../media/image730.png"/><Relationship Id="rId92" Type="http://schemas.openxmlformats.org/officeDocument/2006/relationships/customXml" Target="../ink/ink743.xml"/><Relationship Id="rId2" Type="http://schemas.openxmlformats.org/officeDocument/2006/relationships/customXml" Target="../ink/ink698.xml"/><Relationship Id="rId29" Type="http://schemas.openxmlformats.org/officeDocument/2006/relationships/image" Target="../media/image709.png"/><Relationship Id="rId24" Type="http://schemas.openxmlformats.org/officeDocument/2006/relationships/customXml" Target="../ink/ink709.xml"/><Relationship Id="rId40" Type="http://schemas.openxmlformats.org/officeDocument/2006/relationships/customXml" Target="../ink/ink717.xml"/><Relationship Id="rId45" Type="http://schemas.openxmlformats.org/officeDocument/2006/relationships/image" Target="../media/image717.png"/><Relationship Id="rId66" Type="http://schemas.openxmlformats.org/officeDocument/2006/relationships/customXml" Target="../ink/ink730.xml"/><Relationship Id="rId87" Type="http://schemas.openxmlformats.org/officeDocument/2006/relationships/image" Target="../media/image738.png"/><Relationship Id="rId110" Type="http://schemas.openxmlformats.org/officeDocument/2006/relationships/customXml" Target="../ink/ink752.xml"/><Relationship Id="rId115" Type="http://schemas.openxmlformats.org/officeDocument/2006/relationships/image" Target="../media/image752.png"/><Relationship Id="rId131" Type="http://schemas.openxmlformats.org/officeDocument/2006/relationships/image" Target="../media/image760.png"/><Relationship Id="rId136" Type="http://schemas.openxmlformats.org/officeDocument/2006/relationships/customXml" Target="../ink/ink765.xml"/><Relationship Id="rId61" Type="http://schemas.openxmlformats.org/officeDocument/2006/relationships/image" Target="../media/image725.png"/><Relationship Id="rId82" Type="http://schemas.openxmlformats.org/officeDocument/2006/relationships/customXml" Target="../ink/ink738.xml"/><Relationship Id="rId152" Type="http://schemas.openxmlformats.org/officeDocument/2006/relationships/customXml" Target="../ink/ink773.xml"/><Relationship Id="rId19" Type="http://schemas.openxmlformats.org/officeDocument/2006/relationships/image" Target="../media/image704.png"/><Relationship Id="rId14" Type="http://schemas.openxmlformats.org/officeDocument/2006/relationships/customXml" Target="../ink/ink704.xml"/><Relationship Id="rId30" Type="http://schemas.openxmlformats.org/officeDocument/2006/relationships/customXml" Target="../ink/ink712.xml"/><Relationship Id="rId35" Type="http://schemas.openxmlformats.org/officeDocument/2006/relationships/image" Target="../media/image712.png"/><Relationship Id="rId56" Type="http://schemas.openxmlformats.org/officeDocument/2006/relationships/customXml" Target="../ink/ink725.xml"/><Relationship Id="rId77" Type="http://schemas.openxmlformats.org/officeDocument/2006/relationships/image" Target="../media/image733.png"/><Relationship Id="rId100" Type="http://schemas.openxmlformats.org/officeDocument/2006/relationships/customXml" Target="../ink/ink747.xml"/><Relationship Id="rId105" Type="http://schemas.openxmlformats.org/officeDocument/2006/relationships/image" Target="../media/image747.png"/><Relationship Id="rId126" Type="http://schemas.openxmlformats.org/officeDocument/2006/relationships/customXml" Target="../ink/ink760.xml"/><Relationship Id="rId147" Type="http://schemas.openxmlformats.org/officeDocument/2006/relationships/image" Target="../media/image768.png"/><Relationship Id="rId8" Type="http://schemas.openxmlformats.org/officeDocument/2006/relationships/customXml" Target="../ink/ink701.xml"/><Relationship Id="rId51" Type="http://schemas.openxmlformats.org/officeDocument/2006/relationships/image" Target="../media/image720.png"/><Relationship Id="rId72" Type="http://schemas.openxmlformats.org/officeDocument/2006/relationships/customXml" Target="../ink/ink733.xml"/><Relationship Id="rId93" Type="http://schemas.openxmlformats.org/officeDocument/2006/relationships/image" Target="../media/image741.png"/><Relationship Id="rId98" Type="http://schemas.openxmlformats.org/officeDocument/2006/relationships/customXml" Target="../ink/ink746.xml"/><Relationship Id="rId121" Type="http://schemas.openxmlformats.org/officeDocument/2006/relationships/image" Target="../media/image755.png"/><Relationship Id="rId142" Type="http://schemas.openxmlformats.org/officeDocument/2006/relationships/customXml" Target="../ink/ink768.xml"/><Relationship Id="rId3" Type="http://schemas.openxmlformats.org/officeDocument/2006/relationships/image" Target="../media/image696.png"/><Relationship Id="rId25" Type="http://schemas.openxmlformats.org/officeDocument/2006/relationships/image" Target="../media/image707.png"/><Relationship Id="rId46" Type="http://schemas.openxmlformats.org/officeDocument/2006/relationships/customXml" Target="../ink/ink720.xml"/><Relationship Id="rId67" Type="http://schemas.openxmlformats.org/officeDocument/2006/relationships/image" Target="../media/image728.png"/><Relationship Id="rId116" Type="http://schemas.openxmlformats.org/officeDocument/2006/relationships/customXml" Target="../ink/ink755.xml"/><Relationship Id="rId137" Type="http://schemas.openxmlformats.org/officeDocument/2006/relationships/image" Target="../media/image763.png"/><Relationship Id="rId20" Type="http://schemas.openxmlformats.org/officeDocument/2006/relationships/customXml" Target="../ink/ink707.xml"/><Relationship Id="rId41" Type="http://schemas.openxmlformats.org/officeDocument/2006/relationships/image" Target="../media/image715.png"/><Relationship Id="rId62" Type="http://schemas.openxmlformats.org/officeDocument/2006/relationships/customXml" Target="../ink/ink728.xml"/><Relationship Id="rId83" Type="http://schemas.openxmlformats.org/officeDocument/2006/relationships/image" Target="../media/image736.png"/><Relationship Id="rId88" Type="http://schemas.openxmlformats.org/officeDocument/2006/relationships/customXml" Target="../ink/ink741.xml"/><Relationship Id="rId111" Type="http://schemas.openxmlformats.org/officeDocument/2006/relationships/image" Target="../media/image750.png"/><Relationship Id="rId132" Type="http://schemas.openxmlformats.org/officeDocument/2006/relationships/customXml" Target="../ink/ink763.xml"/><Relationship Id="rId153" Type="http://schemas.openxmlformats.org/officeDocument/2006/relationships/image" Target="../media/image771.png"/><Relationship Id="rId15" Type="http://schemas.openxmlformats.org/officeDocument/2006/relationships/image" Target="../media/image702.png"/><Relationship Id="rId36" Type="http://schemas.openxmlformats.org/officeDocument/2006/relationships/customXml" Target="../ink/ink715.xml"/><Relationship Id="rId57" Type="http://schemas.openxmlformats.org/officeDocument/2006/relationships/image" Target="../media/image723.png"/><Relationship Id="rId106" Type="http://schemas.openxmlformats.org/officeDocument/2006/relationships/customXml" Target="../ink/ink750.xml"/><Relationship Id="rId127" Type="http://schemas.openxmlformats.org/officeDocument/2006/relationships/image" Target="../media/image758.png"/><Relationship Id="rId10" Type="http://schemas.openxmlformats.org/officeDocument/2006/relationships/customXml" Target="../ink/ink702.xml"/><Relationship Id="rId31" Type="http://schemas.openxmlformats.org/officeDocument/2006/relationships/image" Target="../media/image710.png"/><Relationship Id="rId52" Type="http://schemas.openxmlformats.org/officeDocument/2006/relationships/customXml" Target="../ink/ink723.xml"/><Relationship Id="rId73" Type="http://schemas.openxmlformats.org/officeDocument/2006/relationships/image" Target="../media/image731.png"/><Relationship Id="rId78" Type="http://schemas.openxmlformats.org/officeDocument/2006/relationships/customXml" Target="../ink/ink736.xml"/><Relationship Id="rId94" Type="http://schemas.openxmlformats.org/officeDocument/2006/relationships/customXml" Target="../ink/ink744.xml"/><Relationship Id="rId99" Type="http://schemas.openxmlformats.org/officeDocument/2006/relationships/image" Target="../media/image744.png"/><Relationship Id="rId101" Type="http://schemas.openxmlformats.org/officeDocument/2006/relationships/image" Target="../media/image745.png"/><Relationship Id="rId122" Type="http://schemas.openxmlformats.org/officeDocument/2006/relationships/customXml" Target="../ink/ink758.xml"/><Relationship Id="rId143" Type="http://schemas.openxmlformats.org/officeDocument/2006/relationships/image" Target="../media/image766.png"/><Relationship Id="rId148" Type="http://schemas.openxmlformats.org/officeDocument/2006/relationships/customXml" Target="../ink/ink771.xml"/><Relationship Id="rId4" Type="http://schemas.openxmlformats.org/officeDocument/2006/relationships/customXml" Target="../ink/ink699.xml"/><Relationship Id="rId9" Type="http://schemas.openxmlformats.org/officeDocument/2006/relationships/image" Target="../media/image699.png"/><Relationship Id="rId26" Type="http://schemas.openxmlformats.org/officeDocument/2006/relationships/customXml" Target="../ink/ink710.xml"/><Relationship Id="rId47" Type="http://schemas.openxmlformats.org/officeDocument/2006/relationships/image" Target="../media/image718.png"/><Relationship Id="rId68" Type="http://schemas.openxmlformats.org/officeDocument/2006/relationships/customXml" Target="../ink/ink731.xml"/><Relationship Id="rId89" Type="http://schemas.openxmlformats.org/officeDocument/2006/relationships/image" Target="../media/image739.png"/><Relationship Id="rId112" Type="http://schemas.openxmlformats.org/officeDocument/2006/relationships/customXml" Target="../ink/ink753.xml"/><Relationship Id="rId133" Type="http://schemas.openxmlformats.org/officeDocument/2006/relationships/image" Target="../media/image761.png"/><Relationship Id="rId16" Type="http://schemas.openxmlformats.org/officeDocument/2006/relationships/customXml" Target="../ink/ink705.xml"/><Relationship Id="rId37" Type="http://schemas.openxmlformats.org/officeDocument/2006/relationships/image" Target="../media/image713.png"/><Relationship Id="rId58" Type="http://schemas.openxmlformats.org/officeDocument/2006/relationships/customXml" Target="../ink/ink726.xml"/><Relationship Id="rId79" Type="http://schemas.openxmlformats.org/officeDocument/2006/relationships/image" Target="../media/image734.png"/><Relationship Id="rId102" Type="http://schemas.openxmlformats.org/officeDocument/2006/relationships/customXml" Target="../ink/ink748.xml"/><Relationship Id="rId123" Type="http://schemas.openxmlformats.org/officeDocument/2006/relationships/image" Target="../media/image756.png"/><Relationship Id="rId144" Type="http://schemas.openxmlformats.org/officeDocument/2006/relationships/customXml" Target="../ink/ink769.xml"/><Relationship Id="rId90" Type="http://schemas.openxmlformats.org/officeDocument/2006/relationships/customXml" Target="../ink/ink74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43A09E5-26EB-486E-7A8C-D91C09A691D1}"/>
              </a:ext>
            </a:extLst>
          </p:cNvPr>
          <p:cNvGrpSpPr/>
          <p:nvPr/>
        </p:nvGrpSpPr>
        <p:grpSpPr>
          <a:xfrm>
            <a:off x="938265" y="366855"/>
            <a:ext cx="2572200" cy="769320"/>
            <a:chOff x="938265" y="366855"/>
            <a:chExt cx="2572200" cy="76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0787A80-A1F4-5C28-2F08-0337DD0D31C5}"/>
                    </a:ext>
                  </a:extLst>
                </p14:cNvPr>
                <p14:cNvContentPartPr/>
                <p14:nvPr/>
              </p14:nvContentPartPr>
              <p14:xfrm>
                <a:off x="938265" y="366855"/>
                <a:ext cx="192600" cy="583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0787A80-A1F4-5C28-2F08-0337DD0D31C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33945" y="362535"/>
                  <a:ext cx="201240" cy="59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6EEBE77-8D26-32F3-BBA4-147505A21AF9}"/>
                    </a:ext>
                  </a:extLst>
                </p14:cNvPr>
                <p14:cNvContentPartPr/>
                <p14:nvPr/>
              </p14:nvContentPartPr>
              <p14:xfrm>
                <a:off x="1320585" y="745215"/>
                <a:ext cx="69480" cy="300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6EEBE77-8D26-32F3-BBA4-147505A21AF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16265" y="740895"/>
                  <a:ext cx="781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AA99D97-65E1-E71A-3668-815CC4114CF6}"/>
                    </a:ext>
                  </a:extLst>
                </p14:cNvPr>
                <p14:cNvContentPartPr/>
                <p14:nvPr/>
              </p14:nvContentPartPr>
              <p14:xfrm>
                <a:off x="1550985" y="519495"/>
                <a:ext cx="31320" cy="72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AA99D97-65E1-E71A-3668-815CC4114CF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46665" y="515175"/>
                  <a:ext cx="399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7A544EC-E7ED-0EA6-CA24-273FD8220377}"/>
                    </a:ext>
                  </a:extLst>
                </p14:cNvPr>
                <p14:cNvContentPartPr/>
                <p14:nvPr/>
              </p14:nvContentPartPr>
              <p14:xfrm>
                <a:off x="1631985" y="728655"/>
                <a:ext cx="281520" cy="407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7A544EC-E7ED-0EA6-CA24-273FD822037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27665" y="724335"/>
                  <a:ext cx="29016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2B31127-0C50-01DC-22FE-B3776D0E860A}"/>
                    </a:ext>
                  </a:extLst>
                </p14:cNvPr>
                <p14:cNvContentPartPr/>
                <p14:nvPr/>
              </p14:nvContentPartPr>
              <p14:xfrm>
                <a:off x="2166585" y="681495"/>
                <a:ext cx="807120" cy="364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2B31127-0C50-01DC-22FE-B3776D0E86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62265" y="677175"/>
                  <a:ext cx="81576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C24625-0E82-306E-6A66-BD6182E894AF}"/>
                    </a:ext>
                  </a:extLst>
                </p14:cNvPr>
                <p14:cNvContentPartPr/>
                <p14:nvPr/>
              </p14:nvContentPartPr>
              <p14:xfrm>
                <a:off x="3182865" y="718935"/>
                <a:ext cx="327600" cy="411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3C24625-0E82-306E-6A66-BD6182E894A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78545" y="714615"/>
                  <a:ext cx="336240" cy="42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235900-3D97-61BA-675F-43E7B5AEC960}"/>
              </a:ext>
            </a:extLst>
          </p:cNvPr>
          <p:cNvGrpSpPr/>
          <p:nvPr/>
        </p:nvGrpSpPr>
        <p:grpSpPr>
          <a:xfrm>
            <a:off x="4291665" y="514095"/>
            <a:ext cx="1393560" cy="623880"/>
            <a:chOff x="4291665" y="514095"/>
            <a:chExt cx="1393560" cy="62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120F169-0339-4ABF-C588-72283B141543}"/>
                    </a:ext>
                  </a:extLst>
                </p14:cNvPr>
                <p14:cNvContentPartPr/>
                <p14:nvPr/>
              </p14:nvContentPartPr>
              <p14:xfrm>
                <a:off x="4291665" y="920895"/>
                <a:ext cx="1224720" cy="20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120F169-0339-4ABF-C588-72283B14154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87345" y="916575"/>
                  <a:ext cx="1233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23E22E4-7091-8781-440C-382ED52DF717}"/>
                    </a:ext>
                  </a:extLst>
                </p14:cNvPr>
                <p14:cNvContentPartPr/>
                <p14:nvPr/>
              </p14:nvContentPartPr>
              <p14:xfrm>
                <a:off x="5119305" y="514095"/>
                <a:ext cx="565920" cy="623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23E22E4-7091-8781-440C-382ED52DF71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14985" y="509775"/>
                  <a:ext cx="574560" cy="63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DC67AF7-3FD0-CDB5-CFFB-C9BD8BEFBF3D}"/>
              </a:ext>
            </a:extLst>
          </p:cNvPr>
          <p:cNvGrpSpPr/>
          <p:nvPr/>
        </p:nvGrpSpPr>
        <p:grpSpPr>
          <a:xfrm>
            <a:off x="6508545" y="475215"/>
            <a:ext cx="4179960" cy="800640"/>
            <a:chOff x="6508545" y="475215"/>
            <a:chExt cx="4179960" cy="80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EBD2769-C4DC-1974-C5D5-98100E3B5031}"/>
                    </a:ext>
                  </a:extLst>
                </p14:cNvPr>
                <p14:cNvContentPartPr/>
                <p14:nvPr/>
              </p14:nvContentPartPr>
              <p14:xfrm>
                <a:off x="6508545" y="475215"/>
                <a:ext cx="458640" cy="629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EBD2769-C4DC-1974-C5D5-98100E3B503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04225" y="470895"/>
                  <a:ext cx="46728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4AEDD4B-CC69-2DCE-D272-01CF3B1B687D}"/>
                    </a:ext>
                  </a:extLst>
                </p14:cNvPr>
                <p14:cNvContentPartPr/>
                <p14:nvPr/>
              </p14:nvContentPartPr>
              <p14:xfrm>
                <a:off x="7170585" y="488175"/>
                <a:ext cx="202680" cy="646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4AEDD4B-CC69-2DCE-D272-01CF3B1B687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66265" y="483855"/>
                  <a:ext cx="21132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1362AD9-6417-CB2C-1466-7EF3078AE71B}"/>
                    </a:ext>
                  </a:extLst>
                </p14:cNvPr>
                <p14:cNvContentPartPr/>
                <p14:nvPr/>
              </p14:nvContentPartPr>
              <p14:xfrm>
                <a:off x="7077345" y="792015"/>
                <a:ext cx="440280" cy="11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1362AD9-6417-CB2C-1466-7EF3078AE71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73025" y="787695"/>
                  <a:ext cx="4489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B10804F-A2E0-D350-403C-404B7A657B59}"/>
                    </a:ext>
                  </a:extLst>
                </p14:cNvPr>
                <p14:cNvContentPartPr/>
                <p14:nvPr/>
              </p14:nvContentPartPr>
              <p14:xfrm>
                <a:off x="7494585" y="734055"/>
                <a:ext cx="675720" cy="387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B10804F-A2E0-D350-403C-404B7A657B5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90265" y="729735"/>
                  <a:ext cx="68436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8DEEE9D-648F-144B-2B77-7D8F76F98A3B}"/>
                    </a:ext>
                  </a:extLst>
                </p14:cNvPr>
                <p14:cNvContentPartPr/>
                <p14:nvPr/>
              </p14:nvContentPartPr>
              <p14:xfrm>
                <a:off x="8136105" y="804615"/>
                <a:ext cx="549360" cy="226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8DEEE9D-648F-144B-2B77-7D8F76F98A3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31785" y="800295"/>
                  <a:ext cx="558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BFF2F95-CF63-81E0-5862-8CFC3545B4B7}"/>
                    </a:ext>
                  </a:extLst>
                </p14:cNvPr>
                <p14:cNvContentPartPr/>
                <p14:nvPr/>
              </p14:nvContentPartPr>
              <p14:xfrm>
                <a:off x="8965545" y="620295"/>
                <a:ext cx="23400" cy="142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BFF2F95-CF63-81E0-5862-8CFC3545B4B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961225" y="615975"/>
                  <a:ext cx="320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6853EC1-9434-3570-71F2-54FDF0083077}"/>
                    </a:ext>
                  </a:extLst>
                </p14:cNvPr>
                <p14:cNvContentPartPr/>
                <p14:nvPr/>
              </p14:nvContentPartPr>
              <p14:xfrm>
                <a:off x="8887785" y="720015"/>
                <a:ext cx="1310400" cy="495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6853EC1-9434-3570-71F2-54FDF008307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83465" y="715695"/>
                  <a:ext cx="131904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2D84270-3372-C595-C374-6F2DFE8408DB}"/>
                    </a:ext>
                  </a:extLst>
                </p14:cNvPr>
                <p14:cNvContentPartPr/>
                <p14:nvPr/>
              </p14:nvContentPartPr>
              <p14:xfrm>
                <a:off x="9991905" y="886695"/>
                <a:ext cx="70200" cy="53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2D84270-3372-C595-C374-6F2DFE8408D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987585" y="882375"/>
                  <a:ext cx="788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7C791AC-577C-115B-CE34-670CD40E0CAA}"/>
                    </a:ext>
                  </a:extLst>
                </p14:cNvPr>
                <p14:cNvContentPartPr/>
                <p14:nvPr/>
              </p14:nvContentPartPr>
              <p14:xfrm>
                <a:off x="10014585" y="641895"/>
                <a:ext cx="344880" cy="633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7C791AC-577C-115B-CE34-670CD40E0CA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009905" y="637575"/>
                  <a:ext cx="35352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42F5F9D-48AA-ABCE-0549-604A234BA342}"/>
                    </a:ext>
                  </a:extLst>
                </p14:cNvPr>
                <p14:cNvContentPartPr/>
                <p14:nvPr/>
              </p14:nvContentPartPr>
              <p14:xfrm>
                <a:off x="10025025" y="929895"/>
                <a:ext cx="521640" cy="57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42F5F9D-48AA-ABCE-0549-604A234BA34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020705" y="925575"/>
                  <a:ext cx="5302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4E820E5-2E91-08AE-6431-03702BC9C02D}"/>
                    </a:ext>
                  </a:extLst>
                </p14:cNvPr>
                <p14:cNvContentPartPr/>
                <p14:nvPr/>
              </p14:nvContentPartPr>
              <p14:xfrm>
                <a:off x="10662945" y="992535"/>
                <a:ext cx="25560" cy="19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4E820E5-2E91-08AE-6431-03702BC9C02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658625" y="988215"/>
                  <a:ext cx="3420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3791E74-7C15-8840-97BC-DDEFB0EEDBF0}"/>
                  </a:ext>
                </a:extLst>
              </p14:cNvPr>
              <p14:cNvContentPartPr/>
              <p14:nvPr/>
            </p14:nvContentPartPr>
            <p14:xfrm>
              <a:off x="517425" y="1573935"/>
              <a:ext cx="9305640" cy="5317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3791E74-7C15-8840-97BC-DDEFB0EEDBF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11305" y="1567815"/>
                <a:ext cx="9317880" cy="54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AF33D82-B4BF-91F8-8658-E452B21AD19D}"/>
                  </a:ext>
                </a:extLst>
              </p14:cNvPr>
              <p14:cNvContentPartPr/>
              <p14:nvPr/>
            </p14:nvContentPartPr>
            <p14:xfrm>
              <a:off x="10375665" y="1997655"/>
              <a:ext cx="550800" cy="8575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AF33D82-B4BF-91F8-8658-E452B21AD19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369545" y="1991535"/>
                <a:ext cx="563040" cy="86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99D02623-77DD-E3EB-FF8E-BCC573C1C701}"/>
                  </a:ext>
                </a:extLst>
              </p14:cNvPr>
              <p14:cNvContentPartPr/>
              <p14:nvPr/>
            </p14:nvContentPartPr>
            <p14:xfrm>
              <a:off x="10652505" y="2446215"/>
              <a:ext cx="307800" cy="414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99D02623-77DD-E3EB-FF8E-BCC573C1C70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646385" y="2440095"/>
                <a:ext cx="32004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71F0FE5-009C-5880-BC51-0CD0DE2BAE42}"/>
                  </a:ext>
                </a:extLst>
              </p14:cNvPr>
              <p14:cNvContentPartPr/>
              <p14:nvPr/>
            </p14:nvContentPartPr>
            <p14:xfrm>
              <a:off x="10964625" y="2363775"/>
              <a:ext cx="360360" cy="2894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71F0FE5-009C-5880-BC51-0CD0DE2BAE4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958505" y="2357655"/>
                <a:ext cx="37260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89475A3-2288-4F32-D9AF-88FC4FA07160}"/>
                  </a:ext>
                </a:extLst>
              </p14:cNvPr>
              <p14:cNvContentPartPr/>
              <p14:nvPr/>
            </p14:nvContentPartPr>
            <p14:xfrm>
              <a:off x="11361345" y="2395815"/>
              <a:ext cx="219960" cy="1425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89475A3-2288-4F32-D9AF-88FC4FA0716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355225" y="2389695"/>
                <a:ext cx="2322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BEDB29FB-45F4-F9B0-BA84-4A24E2C6A9F5}"/>
                  </a:ext>
                </a:extLst>
              </p14:cNvPr>
              <p14:cNvContentPartPr/>
              <p14:nvPr/>
            </p14:nvContentPartPr>
            <p14:xfrm>
              <a:off x="11231385" y="2358015"/>
              <a:ext cx="556560" cy="8290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BEDB29FB-45F4-F9B0-BA84-4A24E2C6A9F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225265" y="2351895"/>
                <a:ext cx="568800" cy="84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51435457-EB4C-8227-3ED3-42175F6F8DFA}"/>
                  </a:ext>
                </a:extLst>
              </p14:cNvPr>
              <p14:cNvContentPartPr/>
              <p14:nvPr/>
            </p14:nvContentPartPr>
            <p14:xfrm>
              <a:off x="10443705" y="2891535"/>
              <a:ext cx="286920" cy="4694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51435457-EB4C-8227-3ED3-42175F6F8DF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437585" y="2885415"/>
                <a:ext cx="299160" cy="4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494C529-6BED-D41E-1323-E522C8826274}"/>
                  </a:ext>
                </a:extLst>
              </p14:cNvPr>
              <p14:cNvContentPartPr/>
              <p14:nvPr/>
            </p14:nvContentPartPr>
            <p14:xfrm>
              <a:off x="10253625" y="3013935"/>
              <a:ext cx="638280" cy="4395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494C529-6BED-D41E-1323-E522C882627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47505" y="3007815"/>
                <a:ext cx="650520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0DB63CA-1B3D-D306-E91A-F023DC1703EB}"/>
                  </a:ext>
                </a:extLst>
              </p14:cNvPr>
              <p14:cNvContentPartPr/>
              <p14:nvPr/>
            </p14:nvContentPartPr>
            <p14:xfrm>
              <a:off x="10865265" y="3075855"/>
              <a:ext cx="17640" cy="590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0DB63CA-1B3D-D306-E91A-F023DC1703E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859145" y="3069735"/>
                <a:ext cx="2988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D9FBA8F1-6057-7D6C-76D7-9CDEAF7016AD}"/>
                  </a:ext>
                </a:extLst>
              </p14:cNvPr>
              <p14:cNvContentPartPr/>
              <p14:nvPr/>
            </p14:nvContentPartPr>
            <p14:xfrm>
              <a:off x="10495905" y="2702175"/>
              <a:ext cx="874800" cy="1044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D9FBA8F1-6057-7D6C-76D7-9CDEAF7016A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489785" y="2696055"/>
                <a:ext cx="88704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5C27540-2428-DA7E-E4F2-D78F0C87665F}"/>
                  </a:ext>
                </a:extLst>
              </p14:cNvPr>
              <p14:cNvContentPartPr/>
              <p14:nvPr/>
            </p14:nvContentPartPr>
            <p14:xfrm>
              <a:off x="10436145" y="2849775"/>
              <a:ext cx="717480" cy="792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5C27540-2428-DA7E-E4F2-D78F0C87665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430025" y="2843655"/>
                <a:ext cx="72972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43EB1B2B-2077-30CE-8EDD-5677E88DAB40}"/>
                  </a:ext>
                </a:extLst>
              </p14:cNvPr>
              <p14:cNvContentPartPr/>
              <p14:nvPr/>
            </p14:nvContentPartPr>
            <p14:xfrm>
              <a:off x="10427505" y="2752575"/>
              <a:ext cx="1113480" cy="655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43EB1B2B-2077-30CE-8EDD-5677E88DAB4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421385" y="2746455"/>
                <a:ext cx="112572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CC9D538-040F-D25D-BDEF-054970E48944}"/>
                  </a:ext>
                </a:extLst>
              </p14:cNvPr>
              <p14:cNvContentPartPr/>
              <p14:nvPr/>
            </p14:nvContentPartPr>
            <p14:xfrm>
              <a:off x="1595265" y="2244255"/>
              <a:ext cx="753120" cy="9849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CC9D538-040F-D25D-BDEF-054970E4894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589145" y="2238135"/>
                <a:ext cx="765360" cy="9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BD1ACA1-C1D9-E59D-F1DD-3AE317CF0D9F}"/>
                  </a:ext>
                </a:extLst>
              </p14:cNvPr>
              <p14:cNvContentPartPr/>
              <p14:nvPr/>
            </p14:nvContentPartPr>
            <p14:xfrm>
              <a:off x="2476545" y="2552775"/>
              <a:ext cx="80280" cy="2188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BD1ACA1-C1D9-E59D-F1DD-3AE317CF0D9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470425" y="2546655"/>
                <a:ext cx="9252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55B2E0B-6866-A9DB-38EC-415B491ACEA4}"/>
                  </a:ext>
                </a:extLst>
              </p14:cNvPr>
              <p14:cNvContentPartPr/>
              <p14:nvPr/>
            </p14:nvContentPartPr>
            <p14:xfrm>
              <a:off x="2661945" y="2739255"/>
              <a:ext cx="127080" cy="1404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55B2E0B-6866-A9DB-38EC-415B491ACEA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655825" y="2733135"/>
                <a:ext cx="13932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C4CF660-92DB-7690-6794-FAAAEE1FF78D}"/>
                  </a:ext>
                </a:extLst>
              </p14:cNvPr>
              <p14:cNvContentPartPr/>
              <p14:nvPr/>
            </p14:nvContentPartPr>
            <p14:xfrm>
              <a:off x="3343785" y="2550975"/>
              <a:ext cx="270360" cy="2887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C4CF660-92DB-7690-6794-FAAAEE1FF78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337665" y="2544855"/>
                <a:ext cx="28260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882546E-10DD-D395-3607-60DFF1E39345}"/>
                  </a:ext>
                </a:extLst>
              </p14:cNvPr>
              <p14:cNvContentPartPr/>
              <p14:nvPr/>
            </p14:nvContentPartPr>
            <p14:xfrm>
              <a:off x="3662025" y="2850495"/>
              <a:ext cx="75960" cy="1227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882546E-10DD-D395-3607-60DFF1E3934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655905" y="2844375"/>
                <a:ext cx="8820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2E3A314-5F74-6C91-8D56-49637620FA42}"/>
                  </a:ext>
                </a:extLst>
              </p14:cNvPr>
              <p14:cNvContentPartPr/>
              <p14:nvPr/>
            </p14:nvContentPartPr>
            <p14:xfrm>
              <a:off x="4432425" y="2561055"/>
              <a:ext cx="262440" cy="4006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2E3A314-5F74-6C91-8D56-49637620FA4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426305" y="2554935"/>
                <a:ext cx="27468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D598C9A-5AC6-5788-66C6-15F7AFDC230A}"/>
                  </a:ext>
                </a:extLst>
              </p14:cNvPr>
              <p14:cNvContentPartPr/>
              <p14:nvPr/>
            </p14:nvContentPartPr>
            <p14:xfrm>
              <a:off x="4841745" y="2860575"/>
              <a:ext cx="127080" cy="1116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D598C9A-5AC6-5788-66C6-15F7AFDC230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835625" y="2854455"/>
                <a:ext cx="1393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1C44F0F-6303-2653-21D7-360567598021}"/>
                  </a:ext>
                </a:extLst>
              </p14:cNvPr>
              <p14:cNvContentPartPr/>
              <p14:nvPr/>
            </p14:nvContentPartPr>
            <p14:xfrm>
              <a:off x="6983385" y="2577615"/>
              <a:ext cx="577800" cy="8251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1C44F0F-6303-2653-21D7-36056759802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977265" y="2571495"/>
                <a:ext cx="590040" cy="83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839ADD1-F808-D702-DBE8-B79AE460910E}"/>
                  </a:ext>
                </a:extLst>
              </p14:cNvPr>
              <p14:cNvContentPartPr/>
              <p14:nvPr/>
            </p14:nvContentPartPr>
            <p14:xfrm>
              <a:off x="5481825" y="2609655"/>
              <a:ext cx="311040" cy="3852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839ADD1-F808-D702-DBE8-B79AE460910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475705" y="2603535"/>
                <a:ext cx="32328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3818255-F3E4-1844-0A00-1147850A932C}"/>
                  </a:ext>
                </a:extLst>
              </p14:cNvPr>
              <p14:cNvContentPartPr/>
              <p14:nvPr/>
            </p14:nvContentPartPr>
            <p14:xfrm>
              <a:off x="5904465" y="3007815"/>
              <a:ext cx="114840" cy="972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3818255-F3E4-1844-0A00-1147850A932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898345" y="3001695"/>
                <a:ext cx="12708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BA32AFF-AE45-B95D-3ADE-9613859CB51C}"/>
                  </a:ext>
                </a:extLst>
              </p14:cNvPr>
              <p14:cNvContentPartPr/>
              <p14:nvPr/>
            </p14:nvContentPartPr>
            <p14:xfrm>
              <a:off x="2423985" y="2988375"/>
              <a:ext cx="4725360" cy="524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BA32AFF-AE45-B95D-3ADE-9613859CB51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417865" y="2982255"/>
                <a:ext cx="4737600" cy="53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90654D8-7EC2-A6FB-FC21-413420D49CDD}"/>
                  </a:ext>
                </a:extLst>
              </p14:cNvPr>
              <p14:cNvContentPartPr/>
              <p14:nvPr/>
            </p14:nvContentPartPr>
            <p14:xfrm>
              <a:off x="2412825" y="2936895"/>
              <a:ext cx="20880" cy="75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90654D8-7EC2-A6FB-FC21-413420D49CD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406705" y="2930775"/>
                <a:ext cx="3312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12FD596-26F1-0E06-752B-509B3AB73861}"/>
                  </a:ext>
                </a:extLst>
              </p14:cNvPr>
              <p14:cNvContentPartPr/>
              <p14:nvPr/>
            </p14:nvContentPartPr>
            <p14:xfrm>
              <a:off x="3201225" y="3062175"/>
              <a:ext cx="11880" cy="198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12FD596-26F1-0E06-752B-509B3AB7386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195105" y="3056055"/>
                <a:ext cx="241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91173E1-F52D-D1C2-0369-A60552B96FBC}"/>
                  </a:ext>
                </a:extLst>
              </p14:cNvPr>
              <p14:cNvContentPartPr/>
              <p14:nvPr/>
            </p14:nvContentPartPr>
            <p14:xfrm>
              <a:off x="3967305" y="3038775"/>
              <a:ext cx="7200" cy="97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91173E1-F52D-D1C2-0369-A60552B96FB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961185" y="3032655"/>
                <a:ext cx="194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30F353E-3821-9C19-088E-75B78350BD1D}"/>
                  </a:ext>
                </a:extLst>
              </p14:cNvPr>
              <p14:cNvContentPartPr/>
              <p14:nvPr/>
            </p14:nvContentPartPr>
            <p14:xfrm>
              <a:off x="5294265" y="3271335"/>
              <a:ext cx="360" cy="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30F353E-3821-9C19-088E-75B78350BD1D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288145" y="326521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16ED982-3EA9-F0C8-85A1-89878E52290E}"/>
                  </a:ext>
                </a:extLst>
              </p14:cNvPr>
              <p14:cNvContentPartPr/>
              <p14:nvPr/>
            </p14:nvContentPartPr>
            <p14:xfrm>
              <a:off x="6375345" y="2634855"/>
              <a:ext cx="198000" cy="4885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16ED982-3EA9-F0C8-85A1-89878E52290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369225" y="2628735"/>
                <a:ext cx="210240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9725335-4FB8-3201-344F-4DAE070CF161}"/>
                  </a:ext>
                </a:extLst>
              </p14:cNvPr>
              <p14:cNvContentPartPr/>
              <p14:nvPr/>
            </p14:nvContentPartPr>
            <p14:xfrm>
              <a:off x="6488745" y="2620095"/>
              <a:ext cx="333000" cy="86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9725335-4FB8-3201-344F-4DAE070CF16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482625" y="2613975"/>
                <a:ext cx="34524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36DF989-6783-BC6C-5608-4B230D13253D}"/>
                  </a:ext>
                </a:extLst>
              </p14:cNvPr>
              <p14:cNvContentPartPr/>
              <p14:nvPr/>
            </p14:nvContentPartPr>
            <p14:xfrm>
              <a:off x="6754785" y="3097455"/>
              <a:ext cx="23400" cy="126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36DF989-6783-BC6C-5608-4B230D13253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748665" y="3091335"/>
                <a:ext cx="3564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27BA55D-BD76-7C43-BA3C-18FF5613A016}"/>
                  </a:ext>
                </a:extLst>
              </p14:cNvPr>
              <p14:cNvContentPartPr/>
              <p14:nvPr/>
            </p14:nvContentPartPr>
            <p14:xfrm>
              <a:off x="6771705" y="3114735"/>
              <a:ext cx="22320" cy="43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27BA55D-BD76-7C43-BA3C-18FF5613A01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765585" y="3108615"/>
                <a:ext cx="3456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75D488D-3CC4-B701-9FB8-253507A54456}"/>
                  </a:ext>
                </a:extLst>
              </p14:cNvPr>
              <p14:cNvContentPartPr/>
              <p14:nvPr/>
            </p14:nvContentPartPr>
            <p14:xfrm>
              <a:off x="6747945" y="3084855"/>
              <a:ext cx="23400" cy="313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75D488D-3CC4-B701-9FB8-253507A5445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741825" y="3078735"/>
                <a:ext cx="3564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DFE447E-4621-4B7E-F2BB-AB679AA69545}"/>
                  </a:ext>
                </a:extLst>
              </p14:cNvPr>
              <p14:cNvContentPartPr/>
              <p14:nvPr/>
            </p14:nvContentPartPr>
            <p14:xfrm>
              <a:off x="6629145" y="3089175"/>
              <a:ext cx="132840" cy="1537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DFE447E-4621-4B7E-F2BB-AB679AA6954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623025" y="3083055"/>
                <a:ext cx="14508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E4BFD8E-5503-29EF-4F9B-D9DB4187076F}"/>
                  </a:ext>
                </a:extLst>
              </p14:cNvPr>
              <p14:cNvContentPartPr/>
              <p14:nvPr/>
            </p14:nvContentPartPr>
            <p14:xfrm>
              <a:off x="6994905" y="2879295"/>
              <a:ext cx="32400" cy="691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E4BFD8E-5503-29EF-4F9B-D9DB4187076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988785" y="2873175"/>
                <a:ext cx="446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7988787-7655-07CD-6DB8-C0475358ED1C}"/>
                  </a:ext>
                </a:extLst>
              </p14:cNvPr>
              <p14:cNvContentPartPr/>
              <p14:nvPr/>
            </p14:nvContentPartPr>
            <p14:xfrm>
              <a:off x="7093185" y="2865975"/>
              <a:ext cx="47160" cy="1116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7988787-7655-07CD-6DB8-C0475358ED1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087065" y="2859855"/>
                <a:ext cx="5940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E815330-5AA2-CF56-651B-286D0E34E1C2}"/>
                  </a:ext>
                </a:extLst>
              </p14:cNvPr>
              <p14:cNvContentPartPr/>
              <p14:nvPr/>
            </p14:nvContentPartPr>
            <p14:xfrm>
              <a:off x="7487745" y="2842215"/>
              <a:ext cx="171360" cy="4114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E815330-5AA2-CF56-651B-286D0E34E1C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481625" y="2836095"/>
                <a:ext cx="18360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6306D61-D6AD-A5EA-4D5A-5E063BBBBD2D}"/>
                  </a:ext>
                </a:extLst>
              </p14:cNvPr>
              <p14:cNvContentPartPr/>
              <p14:nvPr/>
            </p14:nvContentPartPr>
            <p14:xfrm>
              <a:off x="7462185" y="2903775"/>
              <a:ext cx="128880" cy="1742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6306D61-D6AD-A5EA-4D5A-5E063BBBBD2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456065" y="2897655"/>
                <a:ext cx="14112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AC0CB6DE-2DEE-D6B6-97F6-88B7F8E53229}"/>
                  </a:ext>
                </a:extLst>
              </p14:cNvPr>
              <p14:cNvContentPartPr/>
              <p14:nvPr/>
            </p14:nvContentPartPr>
            <p14:xfrm>
              <a:off x="7431585" y="3047775"/>
              <a:ext cx="207360" cy="540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AC0CB6DE-2DEE-D6B6-97F6-88B7F8E5322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425465" y="3041655"/>
                <a:ext cx="21960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04152B7-5B39-9A80-5A1D-C3E639D6B4DD}"/>
                  </a:ext>
                </a:extLst>
              </p14:cNvPr>
              <p14:cNvContentPartPr/>
              <p14:nvPr/>
            </p14:nvContentPartPr>
            <p14:xfrm>
              <a:off x="7913985" y="2903055"/>
              <a:ext cx="158400" cy="3499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04152B7-5B39-9A80-5A1D-C3E639D6B4D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907865" y="2896935"/>
                <a:ext cx="17064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5084572-B977-883E-66C8-709BAEA90B2A}"/>
                  </a:ext>
                </a:extLst>
              </p14:cNvPr>
              <p14:cNvContentPartPr/>
              <p14:nvPr/>
            </p14:nvContentPartPr>
            <p14:xfrm>
              <a:off x="8267865" y="2899815"/>
              <a:ext cx="676440" cy="3672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5084572-B977-883E-66C8-709BAEA90B2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261745" y="2893695"/>
                <a:ext cx="68868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739D10D4-95EC-84E8-ADFC-C372047BC3D2}"/>
                  </a:ext>
                </a:extLst>
              </p14:cNvPr>
              <p14:cNvContentPartPr/>
              <p14:nvPr/>
            </p14:nvContentPartPr>
            <p14:xfrm>
              <a:off x="9018105" y="2622615"/>
              <a:ext cx="779760" cy="13431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739D10D4-95EC-84E8-ADFC-C372047BC3D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011985" y="2616495"/>
                <a:ext cx="792000" cy="13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070AFA7-3E98-81DF-2B05-EA3892720B35}"/>
                  </a:ext>
                </a:extLst>
              </p14:cNvPr>
              <p14:cNvContentPartPr/>
              <p14:nvPr/>
            </p14:nvContentPartPr>
            <p14:xfrm>
              <a:off x="9198825" y="2964615"/>
              <a:ext cx="202680" cy="835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070AFA7-3E98-81DF-2B05-EA3892720B3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192705" y="2958495"/>
                <a:ext cx="2149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C60530DB-04D8-0C9F-92F7-5F783ED246FA}"/>
                  </a:ext>
                </a:extLst>
              </p14:cNvPr>
              <p14:cNvContentPartPr/>
              <p14:nvPr/>
            </p14:nvContentPartPr>
            <p14:xfrm>
              <a:off x="9338145" y="3001695"/>
              <a:ext cx="47160" cy="259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C60530DB-04D8-0C9F-92F7-5F783ED246F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332025" y="2995575"/>
                <a:ext cx="594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8CE24F33-AEA4-4FA6-3951-3B394533DB5B}"/>
                  </a:ext>
                </a:extLst>
              </p14:cNvPr>
              <p14:cNvContentPartPr/>
              <p14:nvPr/>
            </p14:nvContentPartPr>
            <p14:xfrm>
              <a:off x="9143745" y="3088455"/>
              <a:ext cx="256320" cy="752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8CE24F33-AEA4-4FA6-3951-3B394533DB5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137625" y="3082335"/>
                <a:ext cx="26856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5498D75-7720-FCD0-6B95-769C632C4DCD}"/>
                  </a:ext>
                </a:extLst>
              </p14:cNvPr>
              <p14:cNvContentPartPr/>
              <p14:nvPr/>
            </p14:nvContentPartPr>
            <p14:xfrm>
              <a:off x="482865" y="4003935"/>
              <a:ext cx="597960" cy="9136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5498D75-7720-FCD0-6B95-769C632C4DC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76745" y="3997815"/>
                <a:ext cx="610200" cy="9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F6E62BD-C478-237F-E727-9E5EA680AA88}"/>
                  </a:ext>
                </a:extLst>
              </p14:cNvPr>
              <p14:cNvContentPartPr/>
              <p14:nvPr/>
            </p14:nvContentPartPr>
            <p14:xfrm>
              <a:off x="576465" y="4394535"/>
              <a:ext cx="777240" cy="507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F6E62BD-C478-237F-E727-9E5EA680AA8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70345" y="4388415"/>
                <a:ext cx="78948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991EDEB4-C7D4-30E6-D4E7-96FDFF46CE63}"/>
                  </a:ext>
                </a:extLst>
              </p14:cNvPr>
              <p14:cNvContentPartPr/>
              <p14:nvPr/>
            </p14:nvContentPartPr>
            <p14:xfrm>
              <a:off x="1394025" y="4260255"/>
              <a:ext cx="406440" cy="3693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991EDEB4-C7D4-30E6-D4E7-96FDFF46CE6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387905" y="4254135"/>
                <a:ext cx="41868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5DEC4C0-B4C4-D82E-C135-7FCC6CF53C14}"/>
                  </a:ext>
                </a:extLst>
              </p14:cNvPr>
              <p14:cNvContentPartPr/>
              <p14:nvPr/>
            </p14:nvContentPartPr>
            <p14:xfrm>
              <a:off x="1947705" y="4077735"/>
              <a:ext cx="1179720" cy="12736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5DEC4C0-B4C4-D82E-C135-7FCC6CF53C1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941585" y="4071615"/>
                <a:ext cx="1191960" cy="12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40D84D05-982F-E460-E9F0-0072FC214DA8}"/>
                  </a:ext>
                </a:extLst>
              </p14:cNvPr>
              <p14:cNvContentPartPr/>
              <p14:nvPr/>
            </p14:nvContentPartPr>
            <p14:xfrm>
              <a:off x="3513345" y="4477695"/>
              <a:ext cx="987840" cy="432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40D84D05-982F-E460-E9F0-0072FC214DA8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507225" y="4471575"/>
                <a:ext cx="10000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3FF6FEB-DB49-C107-DD7A-4E9B49730BBD}"/>
                  </a:ext>
                </a:extLst>
              </p14:cNvPr>
              <p14:cNvContentPartPr/>
              <p14:nvPr/>
            </p14:nvContentPartPr>
            <p14:xfrm>
              <a:off x="4018785" y="4113375"/>
              <a:ext cx="502200" cy="9028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3FF6FEB-DB49-C107-DD7A-4E9B49730BBD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012665" y="4107255"/>
                <a:ext cx="514440" cy="9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3A6CF68-8454-F511-AAF6-44D7FFF0E2D1}"/>
                  </a:ext>
                </a:extLst>
              </p14:cNvPr>
              <p14:cNvContentPartPr/>
              <p14:nvPr/>
            </p14:nvContentPartPr>
            <p14:xfrm>
              <a:off x="4890705" y="4664175"/>
              <a:ext cx="28800" cy="529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3A6CF68-8454-F511-AAF6-44D7FFF0E2D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884585" y="4658055"/>
                <a:ext cx="410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4BB276C-97BB-6C4F-DA24-014F45965513}"/>
                  </a:ext>
                </a:extLst>
              </p14:cNvPr>
              <p14:cNvContentPartPr/>
              <p14:nvPr/>
            </p14:nvContentPartPr>
            <p14:xfrm>
              <a:off x="2902065" y="2496975"/>
              <a:ext cx="138600" cy="79200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4BB276C-97BB-6C4F-DA24-014F45965513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895945" y="2490855"/>
                <a:ext cx="150840" cy="80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C7F594BD-254C-1463-6623-D6A0BD9E3F01}"/>
                  </a:ext>
                </a:extLst>
              </p14:cNvPr>
              <p14:cNvContentPartPr/>
              <p14:nvPr/>
            </p14:nvContentPartPr>
            <p14:xfrm>
              <a:off x="3897825" y="2476815"/>
              <a:ext cx="440640" cy="12006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C7F594BD-254C-1463-6623-D6A0BD9E3F0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891705" y="2470695"/>
                <a:ext cx="452880" cy="12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BB82887C-E867-FDB5-E095-C2C92EAD71A2}"/>
                  </a:ext>
                </a:extLst>
              </p14:cNvPr>
              <p14:cNvContentPartPr/>
              <p14:nvPr/>
            </p14:nvContentPartPr>
            <p14:xfrm>
              <a:off x="4885665" y="2500575"/>
              <a:ext cx="375840" cy="10173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BB82887C-E867-FDB5-E095-C2C92EAD71A2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879545" y="2494455"/>
                <a:ext cx="388080" cy="10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F973485A-D6B0-6DA2-1772-E58343F2810E}"/>
                  </a:ext>
                </a:extLst>
              </p14:cNvPr>
              <p14:cNvContentPartPr/>
              <p14:nvPr/>
            </p14:nvContentPartPr>
            <p14:xfrm>
              <a:off x="2019345" y="2356575"/>
              <a:ext cx="958320" cy="7632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F973485A-D6B0-6DA2-1772-E58343F2810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013225" y="2350455"/>
                <a:ext cx="9705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12FBCDB-B985-FCAB-A449-D63298CDD300}"/>
                  </a:ext>
                </a:extLst>
              </p14:cNvPr>
              <p14:cNvContentPartPr/>
              <p14:nvPr/>
            </p14:nvContentPartPr>
            <p14:xfrm>
              <a:off x="2989905" y="2392575"/>
              <a:ext cx="33480" cy="4158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12FBCDB-B985-FCAB-A449-D63298CDD300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983785" y="2386455"/>
                <a:ext cx="4572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0FF453D4-F273-0011-6BDE-342A0CE24EB7}"/>
                  </a:ext>
                </a:extLst>
              </p14:cNvPr>
              <p14:cNvContentPartPr/>
              <p14:nvPr/>
            </p14:nvContentPartPr>
            <p14:xfrm>
              <a:off x="2989185" y="2441175"/>
              <a:ext cx="1318680" cy="597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0FF453D4-F273-0011-6BDE-342A0CE24EB7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983065" y="2435055"/>
                <a:ext cx="13309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3D4DE867-F855-B405-BE63-267A0AA1A7AC}"/>
                  </a:ext>
                </a:extLst>
              </p14:cNvPr>
              <p14:cNvContentPartPr/>
              <p14:nvPr/>
            </p14:nvContentPartPr>
            <p14:xfrm>
              <a:off x="4301025" y="2489415"/>
              <a:ext cx="5040" cy="3744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3D4DE867-F855-B405-BE63-267A0AA1A7AC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294905" y="2483295"/>
                <a:ext cx="172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CC107DBA-9AA5-1981-F379-5761A6825863}"/>
                  </a:ext>
                </a:extLst>
              </p14:cNvPr>
              <p14:cNvContentPartPr/>
              <p14:nvPr/>
            </p14:nvContentPartPr>
            <p14:xfrm>
              <a:off x="2890545" y="3264855"/>
              <a:ext cx="1683000" cy="23292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CC107DBA-9AA5-1981-F379-5761A6825863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2884425" y="3258735"/>
                <a:ext cx="169524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D036026-8C25-9D84-A27B-99C1B00182AB}"/>
                  </a:ext>
                </a:extLst>
              </p14:cNvPr>
              <p14:cNvContentPartPr/>
              <p14:nvPr/>
            </p14:nvContentPartPr>
            <p14:xfrm>
              <a:off x="4148745" y="2405175"/>
              <a:ext cx="1150200" cy="259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D036026-8C25-9D84-A27B-99C1B00182A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142625" y="2399055"/>
                <a:ext cx="11624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DBBACE3B-3A39-4790-F6EE-40551A5D7625}"/>
                  </a:ext>
                </a:extLst>
              </p14:cNvPr>
              <p14:cNvContentPartPr/>
              <p14:nvPr/>
            </p14:nvContentPartPr>
            <p14:xfrm>
              <a:off x="5256825" y="2363775"/>
              <a:ext cx="1113120" cy="147924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DBBACE3B-3A39-4790-F6EE-40551A5D7625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250705" y="2357655"/>
                <a:ext cx="1125360" cy="149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7BF14F1A-C133-F85B-7059-8ED15C9361CF}"/>
                  </a:ext>
                </a:extLst>
              </p14:cNvPr>
              <p14:cNvContentPartPr/>
              <p14:nvPr/>
            </p14:nvContentPartPr>
            <p14:xfrm>
              <a:off x="4130745" y="3572295"/>
              <a:ext cx="2058840" cy="15300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7BF14F1A-C133-F85B-7059-8ED15C9361C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124625" y="3566175"/>
                <a:ext cx="207108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ABB57E5-03B9-9191-A607-572A934D63EE}"/>
                  </a:ext>
                </a:extLst>
              </p14:cNvPr>
              <p14:cNvContentPartPr/>
              <p14:nvPr/>
            </p14:nvContentPartPr>
            <p14:xfrm>
              <a:off x="1657185" y="3349815"/>
              <a:ext cx="2391480" cy="1130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ABB57E5-03B9-9191-A607-572A934D63EE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651065" y="3343695"/>
                <a:ext cx="240372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E54F25A5-1287-4FA6-E1E2-18DB5F6C1D87}"/>
                  </a:ext>
                </a:extLst>
              </p14:cNvPr>
              <p14:cNvContentPartPr/>
              <p14:nvPr/>
            </p14:nvContentPartPr>
            <p14:xfrm>
              <a:off x="397545" y="1910175"/>
              <a:ext cx="411840" cy="50400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E54F25A5-1287-4FA6-E1E2-18DB5F6C1D87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91425" y="1904055"/>
                <a:ext cx="424080" cy="5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4D5DCD0-68F5-FBA3-CAB3-5F2219EAE8FB}"/>
                  </a:ext>
                </a:extLst>
              </p14:cNvPr>
              <p14:cNvContentPartPr/>
              <p14:nvPr/>
            </p14:nvContentPartPr>
            <p14:xfrm>
              <a:off x="947265" y="1805415"/>
              <a:ext cx="6120" cy="2520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4D5DCD0-68F5-FBA3-CAB3-5F2219EAE8FB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941145" y="1799295"/>
                <a:ext cx="183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5E0F170F-39B9-EF17-B490-6BE42075C032}"/>
                  </a:ext>
                </a:extLst>
              </p14:cNvPr>
              <p14:cNvContentPartPr/>
              <p14:nvPr/>
            </p14:nvContentPartPr>
            <p14:xfrm>
              <a:off x="993345" y="1998735"/>
              <a:ext cx="176400" cy="35964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5E0F170F-39B9-EF17-B490-6BE42075C032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87225" y="1992615"/>
                <a:ext cx="18864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58B4A3D4-29E5-E82B-5323-236160037354}"/>
                  </a:ext>
                </a:extLst>
              </p14:cNvPr>
              <p14:cNvContentPartPr/>
              <p14:nvPr/>
            </p14:nvContentPartPr>
            <p14:xfrm>
              <a:off x="1340385" y="1859775"/>
              <a:ext cx="222120" cy="1620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58B4A3D4-29E5-E82B-5323-236160037354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334265" y="1853655"/>
                <a:ext cx="23436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7FAD747-C96F-C467-E92A-E673B63D9BF4}"/>
                  </a:ext>
                </a:extLst>
              </p14:cNvPr>
              <p14:cNvContentPartPr/>
              <p14:nvPr/>
            </p14:nvContentPartPr>
            <p14:xfrm>
              <a:off x="2307345" y="2081895"/>
              <a:ext cx="394920" cy="57420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7FAD747-C96F-C467-E92A-E673B63D9BF4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301225" y="2075775"/>
                <a:ext cx="407160" cy="58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8ACECAD-EE80-16D9-E835-A2BACD4EB3B6}"/>
                  </a:ext>
                </a:extLst>
              </p14:cNvPr>
              <p14:cNvContentPartPr/>
              <p14:nvPr/>
            </p14:nvContentPartPr>
            <p14:xfrm>
              <a:off x="2925105" y="1796775"/>
              <a:ext cx="25560" cy="2257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8ACECAD-EE80-16D9-E835-A2BACD4EB3B6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918985" y="1790655"/>
                <a:ext cx="378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FD216B08-8D0F-B50B-DE94-148BA405EDD5}"/>
                  </a:ext>
                </a:extLst>
              </p14:cNvPr>
              <p14:cNvContentPartPr/>
              <p14:nvPr/>
            </p14:nvContentPartPr>
            <p14:xfrm>
              <a:off x="3075585" y="1703175"/>
              <a:ext cx="161640" cy="2224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FD216B08-8D0F-B50B-DE94-148BA405EDD5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069465" y="1697055"/>
                <a:ext cx="1738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807A4ABC-C1DD-2F4C-DEF8-78F950A013D4}"/>
                  </a:ext>
                </a:extLst>
              </p14:cNvPr>
              <p14:cNvContentPartPr/>
              <p14:nvPr/>
            </p14:nvContentPartPr>
            <p14:xfrm>
              <a:off x="3396705" y="1747815"/>
              <a:ext cx="43560" cy="2307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807A4ABC-C1DD-2F4C-DEF8-78F950A013D4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390585" y="1741695"/>
                <a:ext cx="5580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FE6A44D7-D02E-ADDC-9AEF-C2FFE91ED4D6}"/>
                  </a:ext>
                </a:extLst>
              </p14:cNvPr>
              <p14:cNvContentPartPr/>
              <p14:nvPr/>
            </p14:nvContentPartPr>
            <p14:xfrm>
              <a:off x="3499665" y="3312375"/>
              <a:ext cx="81720" cy="41364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FE6A44D7-D02E-ADDC-9AEF-C2FFE91ED4D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493545" y="3306255"/>
                <a:ext cx="93960" cy="4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A9EA005-18A5-4C4C-1CE7-4439A3C388C3}"/>
                  </a:ext>
                </a:extLst>
              </p14:cNvPr>
              <p14:cNvContentPartPr/>
              <p14:nvPr/>
            </p14:nvContentPartPr>
            <p14:xfrm>
              <a:off x="3220305" y="3764895"/>
              <a:ext cx="74160" cy="28728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A9EA005-18A5-4C4C-1CE7-4439A3C388C3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3214185" y="3758775"/>
                <a:ext cx="8640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62533E7B-5775-25B0-6279-DE598879A98F}"/>
                  </a:ext>
                </a:extLst>
              </p14:cNvPr>
              <p14:cNvContentPartPr/>
              <p14:nvPr/>
            </p14:nvContentPartPr>
            <p14:xfrm>
              <a:off x="3483465" y="3835815"/>
              <a:ext cx="181080" cy="26892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62533E7B-5775-25B0-6279-DE598879A98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477345" y="3829695"/>
                <a:ext cx="19332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ABD4AEEE-EA0B-8658-C8D6-308C0C388C1D}"/>
                  </a:ext>
                </a:extLst>
              </p14:cNvPr>
              <p14:cNvContentPartPr/>
              <p14:nvPr/>
            </p14:nvContentPartPr>
            <p14:xfrm>
              <a:off x="3885225" y="3876135"/>
              <a:ext cx="445680" cy="2988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ABD4AEEE-EA0B-8658-C8D6-308C0C388C1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879105" y="3870015"/>
                <a:ext cx="45792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F9CBB4C2-2253-CCF4-B3C6-2209AC2E6820}"/>
                  </a:ext>
                </a:extLst>
              </p14:cNvPr>
              <p14:cNvContentPartPr/>
              <p14:nvPr/>
            </p14:nvContentPartPr>
            <p14:xfrm>
              <a:off x="4997985" y="2301135"/>
              <a:ext cx="12960" cy="1872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F9CBB4C2-2253-CCF4-B3C6-2209AC2E6820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991865" y="2295015"/>
                <a:ext cx="252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7DE49227-DB1D-B9B7-7B8D-3A8BB1998CF0}"/>
                  </a:ext>
                </a:extLst>
              </p14:cNvPr>
              <p14:cNvContentPartPr/>
              <p14:nvPr/>
            </p14:nvContentPartPr>
            <p14:xfrm>
              <a:off x="4936425" y="2008455"/>
              <a:ext cx="153000" cy="51228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7DE49227-DB1D-B9B7-7B8D-3A8BB1998CF0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930305" y="2002335"/>
                <a:ext cx="165240" cy="5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4BB06621-7765-EEEB-C6F3-5D43A3E77CB4}"/>
                  </a:ext>
                </a:extLst>
              </p14:cNvPr>
              <p14:cNvContentPartPr/>
              <p14:nvPr/>
            </p14:nvContentPartPr>
            <p14:xfrm>
              <a:off x="5169705" y="1660695"/>
              <a:ext cx="35280" cy="2930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4BB06621-7765-EEEB-C6F3-5D43A3E77CB4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163585" y="1654575"/>
                <a:ext cx="4752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00F5CE9-E2B6-ED29-D97E-8613FF6E0F9E}"/>
                  </a:ext>
                </a:extLst>
              </p14:cNvPr>
              <p14:cNvContentPartPr/>
              <p14:nvPr/>
            </p14:nvContentPartPr>
            <p14:xfrm>
              <a:off x="5316945" y="1664655"/>
              <a:ext cx="133200" cy="2523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00F5CE9-E2B6-ED29-D97E-8613FF6E0F9E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310825" y="1658535"/>
                <a:ext cx="14544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18BA7B94-0E0B-3C27-1E6E-9DBE75A446EA}"/>
                  </a:ext>
                </a:extLst>
              </p14:cNvPr>
              <p14:cNvContentPartPr/>
              <p14:nvPr/>
            </p14:nvContentPartPr>
            <p14:xfrm>
              <a:off x="5590905" y="1539735"/>
              <a:ext cx="236880" cy="40140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18BA7B94-0E0B-3C27-1E6E-9DBE75A446EA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584785" y="1533615"/>
                <a:ext cx="249120" cy="4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0BC30A11-8B8F-A5CE-8764-38B94BCC70FD}"/>
                  </a:ext>
                </a:extLst>
              </p14:cNvPr>
              <p14:cNvContentPartPr/>
              <p14:nvPr/>
            </p14:nvContentPartPr>
            <p14:xfrm>
              <a:off x="7653705" y="3349455"/>
              <a:ext cx="352080" cy="3315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0BC30A11-8B8F-A5CE-8764-38B94BCC70F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7647585" y="3343335"/>
                <a:ext cx="36432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9C0D38FF-D6E2-B755-DE07-1DDDA5D7C9B3}"/>
                  </a:ext>
                </a:extLst>
              </p14:cNvPr>
              <p14:cNvContentPartPr/>
              <p14:nvPr/>
            </p14:nvContentPartPr>
            <p14:xfrm>
              <a:off x="8113065" y="3422535"/>
              <a:ext cx="149040" cy="29664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9C0D38FF-D6E2-B755-DE07-1DDDA5D7C9B3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8106945" y="3416415"/>
                <a:ext cx="16128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D2FBC20C-563A-6C7B-6A76-6E5B09F9CC54}"/>
                  </a:ext>
                </a:extLst>
              </p14:cNvPr>
              <p14:cNvContentPartPr/>
              <p14:nvPr/>
            </p14:nvContentPartPr>
            <p14:xfrm>
              <a:off x="8451105" y="3639615"/>
              <a:ext cx="2520" cy="1152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D2FBC20C-563A-6C7B-6A76-6E5B09F9CC54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444985" y="3633495"/>
                <a:ext cx="14760" cy="2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62A4C0D-FB8D-FB06-ECD9-37B2B5A4A274}"/>
              </a:ext>
            </a:extLst>
          </p:cNvPr>
          <p:cNvGrpSpPr/>
          <p:nvPr/>
        </p:nvGrpSpPr>
        <p:grpSpPr>
          <a:xfrm>
            <a:off x="5502705" y="3961095"/>
            <a:ext cx="6588360" cy="2735280"/>
            <a:chOff x="5502705" y="3961095"/>
            <a:chExt cx="6588360" cy="273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C38A410-1A67-E2C0-AF1D-C5A958726644}"/>
                    </a:ext>
                  </a:extLst>
                </p14:cNvPr>
                <p14:cNvContentPartPr/>
                <p14:nvPr/>
              </p14:nvContentPartPr>
              <p14:xfrm>
                <a:off x="5502705" y="4318215"/>
                <a:ext cx="489240" cy="10339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C38A410-1A67-E2C0-AF1D-C5A95872664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496585" y="4312095"/>
                  <a:ext cx="501480" cy="10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9E8B67C-1A3D-6AFE-ADEF-78461F33A832}"/>
                    </a:ext>
                  </a:extLst>
                </p14:cNvPr>
                <p14:cNvContentPartPr/>
                <p14:nvPr/>
              </p14:nvContentPartPr>
              <p14:xfrm>
                <a:off x="6294345" y="4508655"/>
                <a:ext cx="132840" cy="2008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9E8B67C-1A3D-6AFE-ADEF-78461F33A83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288225" y="4502535"/>
                  <a:ext cx="145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A2BE65F-2154-ADE6-C87C-5F7F70C24831}"/>
                    </a:ext>
                  </a:extLst>
                </p14:cNvPr>
                <p14:cNvContentPartPr/>
                <p14:nvPr/>
              </p14:nvContentPartPr>
              <p14:xfrm>
                <a:off x="6584505" y="4548975"/>
                <a:ext cx="104400" cy="151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A2BE65F-2154-ADE6-C87C-5F7F70C2483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578385" y="4542855"/>
                  <a:ext cx="1166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0ECC51A-E5F5-39B2-8055-F536053CC92B}"/>
                    </a:ext>
                  </a:extLst>
                </p14:cNvPr>
                <p14:cNvContentPartPr/>
                <p14:nvPr/>
              </p14:nvContentPartPr>
              <p14:xfrm>
                <a:off x="6620865" y="4524855"/>
                <a:ext cx="348480" cy="425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0ECC51A-E5F5-39B2-8055-F536053CC92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614745" y="4518735"/>
                  <a:ext cx="36072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E19F43F-E739-397E-3247-61387D507C5F}"/>
                    </a:ext>
                  </a:extLst>
                </p14:cNvPr>
                <p14:cNvContentPartPr/>
                <p14:nvPr/>
              </p14:nvContentPartPr>
              <p14:xfrm>
                <a:off x="7113345" y="4588935"/>
                <a:ext cx="1085400" cy="3542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E19F43F-E739-397E-3247-61387D507C5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107225" y="4582815"/>
                  <a:ext cx="10976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5D97225-074A-207D-EA7D-90DBBCD6DE5E}"/>
                    </a:ext>
                  </a:extLst>
                </p14:cNvPr>
                <p14:cNvContentPartPr/>
                <p14:nvPr/>
              </p14:nvContentPartPr>
              <p14:xfrm>
                <a:off x="8151585" y="5108415"/>
                <a:ext cx="227880" cy="136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5D97225-074A-207D-EA7D-90DBBCD6DE5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145465" y="5102295"/>
                  <a:ext cx="2401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7850E8F-7F76-30C4-06BE-5888C93AFDF5}"/>
                    </a:ext>
                  </a:extLst>
                </p14:cNvPr>
                <p14:cNvContentPartPr/>
                <p14:nvPr/>
              </p14:nvContentPartPr>
              <p14:xfrm>
                <a:off x="8978145" y="4541415"/>
                <a:ext cx="184320" cy="427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7850E8F-7F76-30C4-06BE-5888C93AFDF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972025" y="4535295"/>
                  <a:ext cx="1965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AD7BDF0-CC70-CCC7-DA6C-CDE16F55EA55}"/>
                    </a:ext>
                  </a:extLst>
                </p14:cNvPr>
                <p14:cNvContentPartPr/>
                <p14:nvPr/>
              </p14:nvContentPartPr>
              <p14:xfrm>
                <a:off x="9440385" y="4800255"/>
                <a:ext cx="447480" cy="709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AD7BDF0-CC70-CCC7-DA6C-CDE16F55EA5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434265" y="4794135"/>
                  <a:ext cx="459720" cy="72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29169B4-6172-AF2E-5C4E-BF6F2CEF0307}"/>
                    </a:ext>
                  </a:extLst>
                </p14:cNvPr>
                <p14:cNvContentPartPr/>
                <p14:nvPr/>
              </p14:nvContentPartPr>
              <p14:xfrm>
                <a:off x="9414825" y="4896375"/>
                <a:ext cx="928800" cy="5479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29169B4-6172-AF2E-5C4E-BF6F2CEF030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408705" y="4890255"/>
                  <a:ext cx="94104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910F2D5-902B-06F2-9D57-69BE0A5C9EA0}"/>
                    </a:ext>
                  </a:extLst>
                </p14:cNvPr>
                <p14:cNvContentPartPr/>
                <p14:nvPr/>
              </p14:nvContentPartPr>
              <p14:xfrm>
                <a:off x="10478265" y="5011575"/>
                <a:ext cx="462240" cy="3844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910F2D5-902B-06F2-9D57-69BE0A5C9EA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472145" y="5005455"/>
                  <a:ext cx="4744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200D429-D583-2201-85B7-E7FA3698B619}"/>
                    </a:ext>
                  </a:extLst>
                </p14:cNvPr>
                <p14:cNvContentPartPr/>
                <p14:nvPr/>
              </p14:nvContentPartPr>
              <p14:xfrm>
                <a:off x="11139585" y="5059095"/>
                <a:ext cx="8280" cy="291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200D429-D583-2201-85B7-E7FA3698B61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133465" y="5052975"/>
                  <a:ext cx="205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75836C3-4893-75D0-F5AE-F978D0911D8D}"/>
                    </a:ext>
                  </a:extLst>
                </p14:cNvPr>
                <p14:cNvContentPartPr/>
                <p14:nvPr/>
              </p14:nvContentPartPr>
              <p14:xfrm>
                <a:off x="11414985" y="5033175"/>
                <a:ext cx="171720" cy="1177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75836C3-4893-75D0-F5AE-F978D0911D8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408865" y="5027055"/>
                  <a:ext cx="1839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D64C6F9-3836-C472-110F-B667D724D7C1}"/>
                    </a:ext>
                  </a:extLst>
                </p14:cNvPr>
                <p14:cNvContentPartPr/>
                <p14:nvPr/>
              </p14:nvContentPartPr>
              <p14:xfrm>
                <a:off x="11554305" y="5148375"/>
                <a:ext cx="16200" cy="651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D64C6F9-3836-C472-110F-B667D724D7C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548185" y="5142255"/>
                  <a:ext cx="284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8A9E018-41EA-17F0-1E83-C55740CE6D27}"/>
                    </a:ext>
                  </a:extLst>
                </p14:cNvPr>
                <p14:cNvContentPartPr/>
                <p14:nvPr/>
              </p14:nvContentPartPr>
              <p14:xfrm>
                <a:off x="11099625" y="4828335"/>
                <a:ext cx="991440" cy="1048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8A9E018-41EA-17F0-1E83-C55740CE6D2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093505" y="4822215"/>
                  <a:ext cx="1003680" cy="10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BFD871D-6165-9ED3-084B-427DBF552B08}"/>
                    </a:ext>
                  </a:extLst>
                </p14:cNvPr>
                <p14:cNvContentPartPr/>
                <p14:nvPr/>
              </p14:nvContentPartPr>
              <p14:xfrm>
                <a:off x="8237265" y="4541775"/>
                <a:ext cx="149760" cy="137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BFD871D-6165-9ED3-084B-427DBF552B0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231145" y="4535655"/>
                  <a:ext cx="162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2DB0EA8-2A61-32AC-B430-0245D30DB7F9}"/>
                    </a:ext>
                  </a:extLst>
                </p14:cNvPr>
                <p14:cNvContentPartPr/>
                <p14:nvPr/>
              </p14:nvContentPartPr>
              <p14:xfrm>
                <a:off x="8486745" y="4587855"/>
                <a:ext cx="159120" cy="113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2DB0EA8-2A61-32AC-B430-0245D30DB7F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480625" y="4581735"/>
                  <a:ext cx="1713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5E6A0AB-23E2-859D-DECB-E10CA0B248EA}"/>
                    </a:ext>
                  </a:extLst>
                </p14:cNvPr>
                <p14:cNvContentPartPr/>
                <p14:nvPr/>
              </p14:nvContentPartPr>
              <p14:xfrm>
                <a:off x="7265985" y="3961095"/>
                <a:ext cx="136440" cy="3380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5E6A0AB-23E2-859D-DECB-E10CA0B248E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259865" y="3954975"/>
                  <a:ext cx="14868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7524875-FE09-3C45-A88B-EA0CD4140F34}"/>
                    </a:ext>
                  </a:extLst>
                </p14:cNvPr>
                <p14:cNvContentPartPr/>
                <p14:nvPr/>
              </p14:nvContentPartPr>
              <p14:xfrm>
                <a:off x="6477225" y="5209215"/>
                <a:ext cx="182160" cy="4489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7524875-FE09-3C45-A88B-EA0CD4140F3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471105" y="5203095"/>
                  <a:ext cx="19440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D32D2BE-3559-56A9-5BBC-CFE3BDE81876}"/>
                    </a:ext>
                  </a:extLst>
                </p14:cNvPr>
                <p14:cNvContentPartPr/>
                <p14:nvPr/>
              </p14:nvContentPartPr>
              <p14:xfrm>
                <a:off x="6852705" y="5288055"/>
                <a:ext cx="338760" cy="4500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D32D2BE-3559-56A9-5BBC-CFE3BDE8187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846585" y="5281935"/>
                  <a:ext cx="35100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228F8E0-383B-23EF-F6E4-871D486CB9C6}"/>
                    </a:ext>
                  </a:extLst>
                </p14:cNvPr>
                <p14:cNvContentPartPr/>
                <p14:nvPr/>
              </p14:nvContentPartPr>
              <p14:xfrm>
                <a:off x="7464705" y="5304615"/>
                <a:ext cx="298440" cy="5677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228F8E0-383B-23EF-F6E4-871D486CB9C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458585" y="5298495"/>
                  <a:ext cx="31068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2D45481-68BB-F61D-0C8A-8BCCB38141DA}"/>
                    </a:ext>
                  </a:extLst>
                </p14:cNvPr>
                <p14:cNvContentPartPr/>
                <p14:nvPr/>
              </p14:nvContentPartPr>
              <p14:xfrm>
                <a:off x="6322785" y="6006615"/>
                <a:ext cx="1250640" cy="43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2D45481-68BB-F61D-0C8A-8BCCB38141D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316665" y="6000495"/>
                  <a:ext cx="1262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FF6066C-E101-9C30-5253-0D01C78DAAF5}"/>
                    </a:ext>
                  </a:extLst>
                </p14:cNvPr>
                <p14:cNvContentPartPr/>
                <p14:nvPr/>
              </p14:nvContentPartPr>
              <p14:xfrm>
                <a:off x="10095945" y="5649495"/>
                <a:ext cx="158760" cy="3265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FF6066C-E101-9C30-5253-0D01C78DAAF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089825" y="5643375"/>
                  <a:ext cx="1710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D2AFA1E-D00A-BE53-ACA3-AD41E6B4C5E4}"/>
                    </a:ext>
                  </a:extLst>
                </p14:cNvPr>
                <p14:cNvContentPartPr/>
                <p14:nvPr/>
              </p14:nvContentPartPr>
              <p14:xfrm>
                <a:off x="9154185" y="5902215"/>
                <a:ext cx="111240" cy="2581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D2AFA1E-D00A-BE53-ACA3-AD41E6B4C5E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148065" y="5896095"/>
                  <a:ext cx="1234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BADB72F-E1AE-D34E-9C7E-6E1DDE839ADE}"/>
                    </a:ext>
                  </a:extLst>
                </p14:cNvPr>
                <p14:cNvContentPartPr/>
                <p14:nvPr/>
              </p14:nvContentPartPr>
              <p14:xfrm>
                <a:off x="9608865" y="5880975"/>
                <a:ext cx="273600" cy="3985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BADB72F-E1AE-D34E-9C7E-6E1DDE839AD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602745" y="5874855"/>
                  <a:ext cx="2858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B2F8BAD-AE1B-CD71-4190-303711347B43}"/>
                    </a:ext>
                  </a:extLst>
                </p14:cNvPr>
                <p14:cNvContentPartPr/>
                <p14:nvPr/>
              </p14:nvContentPartPr>
              <p14:xfrm>
                <a:off x="10028625" y="6018135"/>
                <a:ext cx="169200" cy="3744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B2F8BAD-AE1B-CD71-4190-303711347B4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022505" y="6012015"/>
                  <a:ext cx="18144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0F1C2FB-ED48-CBD6-1AC7-15CCAFB96609}"/>
                    </a:ext>
                  </a:extLst>
                </p14:cNvPr>
                <p14:cNvContentPartPr/>
                <p14:nvPr/>
              </p14:nvContentPartPr>
              <p14:xfrm>
                <a:off x="10064985" y="6179415"/>
                <a:ext cx="276840" cy="97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0F1C2FB-ED48-CBD6-1AC7-15CCAFB9660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058865" y="6173295"/>
                  <a:ext cx="2890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7DBAF38-E777-9D4E-39AE-99EF3B834D59}"/>
                    </a:ext>
                  </a:extLst>
                </p14:cNvPr>
                <p14:cNvContentPartPr/>
                <p14:nvPr/>
              </p14:nvContentPartPr>
              <p14:xfrm>
                <a:off x="8884545" y="5707815"/>
                <a:ext cx="2024280" cy="9885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7DBAF38-E777-9D4E-39AE-99EF3B834D5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878425" y="5701695"/>
                  <a:ext cx="2036520" cy="10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EE046C7-56D5-850A-F0A2-DE0C3DEE4397}"/>
                    </a:ext>
                  </a:extLst>
                </p14:cNvPr>
                <p14:cNvContentPartPr/>
                <p14:nvPr/>
              </p14:nvContentPartPr>
              <p14:xfrm>
                <a:off x="7859625" y="5376615"/>
                <a:ext cx="286560" cy="3002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EE046C7-56D5-850A-F0A2-DE0C3DEE439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853505" y="5370495"/>
                  <a:ext cx="2988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E45BDD9-84D4-1A5D-C733-C20F7E8D671F}"/>
                    </a:ext>
                  </a:extLst>
                </p14:cNvPr>
                <p14:cNvContentPartPr/>
                <p14:nvPr/>
              </p14:nvContentPartPr>
              <p14:xfrm>
                <a:off x="8337345" y="5381295"/>
                <a:ext cx="217080" cy="4078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E45BDD9-84D4-1A5D-C733-C20F7E8D671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331225" y="5375175"/>
                  <a:ext cx="2293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FADB2A6-1F2B-1749-E552-F7DEA99E6B0D}"/>
                    </a:ext>
                  </a:extLst>
                </p14:cNvPr>
                <p14:cNvContentPartPr/>
                <p14:nvPr/>
              </p14:nvContentPartPr>
              <p14:xfrm>
                <a:off x="7830465" y="5349975"/>
                <a:ext cx="234720" cy="4039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FADB2A6-1F2B-1749-E552-F7DEA99E6B0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824345" y="5343855"/>
                  <a:ext cx="24696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6E6E232-B307-B0A8-E852-43FEF15E0295}"/>
                    </a:ext>
                  </a:extLst>
                </p14:cNvPr>
                <p14:cNvContentPartPr/>
                <p14:nvPr/>
              </p14:nvContentPartPr>
              <p14:xfrm>
                <a:off x="7931265" y="5182575"/>
                <a:ext cx="894960" cy="713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6E6E232-B307-B0A8-E852-43FEF15E029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925145" y="5176455"/>
                  <a:ext cx="907200" cy="72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B475613-0C01-E214-6250-50AF16B7986A}"/>
                    </a:ext>
                  </a:extLst>
                </p14:cNvPr>
                <p14:cNvContentPartPr/>
                <p14:nvPr/>
              </p14:nvContentPartPr>
              <p14:xfrm>
                <a:off x="7967625" y="5785215"/>
                <a:ext cx="279360" cy="2887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B475613-0C01-E214-6250-50AF16B7986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961505" y="5779095"/>
                  <a:ext cx="2916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CAD22B9-DE2B-0D2E-85DC-BCF9E138CB3C}"/>
                    </a:ext>
                  </a:extLst>
                </p14:cNvPr>
                <p14:cNvContentPartPr/>
                <p14:nvPr/>
              </p14:nvContentPartPr>
              <p14:xfrm>
                <a:off x="8149425" y="5902575"/>
                <a:ext cx="345600" cy="2174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CAD22B9-DE2B-0D2E-85DC-BCF9E138CB3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143305" y="5896455"/>
                  <a:ext cx="3578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BA3F60C-B981-5671-32EB-CF82CCC1C2B1}"/>
                    </a:ext>
                  </a:extLst>
                </p14:cNvPr>
                <p14:cNvContentPartPr/>
                <p14:nvPr/>
              </p14:nvContentPartPr>
              <p14:xfrm>
                <a:off x="7398465" y="5346015"/>
                <a:ext cx="49680" cy="136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BA3F60C-B981-5671-32EB-CF82CCC1C2B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392345" y="5339895"/>
                  <a:ext cx="61920" cy="25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46317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96911E9-7EC9-00CB-47FF-240F088A8CE4}"/>
              </a:ext>
            </a:extLst>
          </p:cNvPr>
          <p:cNvGrpSpPr/>
          <p:nvPr/>
        </p:nvGrpSpPr>
        <p:grpSpPr>
          <a:xfrm>
            <a:off x="866265" y="26655"/>
            <a:ext cx="11449800" cy="6725880"/>
            <a:chOff x="866265" y="26655"/>
            <a:chExt cx="11449800" cy="672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2E1B5FA-4EF3-416E-59A0-712D0747590F}"/>
                    </a:ext>
                  </a:extLst>
                </p14:cNvPr>
                <p14:cNvContentPartPr/>
                <p14:nvPr/>
              </p14:nvContentPartPr>
              <p14:xfrm>
                <a:off x="1724865" y="2018895"/>
                <a:ext cx="554400" cy="1289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2E1B5FA-4EF3-416E-59A0-712D0747590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18745" y="2012775"/>
                  <a:ext cx="566640" cy="13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F209128-33F6-B8DC-520C-70F804FF0B48}"/>
                    </a:ext>
                  </a:extLst>
                </p14:cNvPr>
                <p14:cNvContentPartPr/>
                <p14:nvPr/>
              </p14:nvContentPartPr>
              <p14:xfrm>
                <a:off x="2431905" y="2771295"/>
                <a:ext cx="19080" cy="365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F209128-33F6-B8DC-520C-70F804FF0B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25785" y="2765175"/>
                  <a:ext cx="3132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8CEF2BA-D714-ED86-8B8A-678FB3443664}"/>
                    </a:ext>
                  </a:extLst>
                </p14:cNvPr>
                <p14:cNvContentPartPr/>
                <p14:nvPr/>
              </p14:nvContentPartPr>
              <p14:xfrm>
                <a:off x="2440185" y="2534775"/>
                <a:ext cx="56520" cy="23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8CEF2BA-D714-ED86-8B8A-678FB344366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34065" y="2528655"/>
                  <a:ext cx="687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FD3A503-7DDD-F65D-49B2-2883FE317B09}"/>
                    </a:ext>
                  </a:extLst>
                </p14:cNvPr>
                <p14:cNvContentPartPr/>
                <p14:nvPr/>
              </p14:nvContentPartPr>
              <p14:xfrm>
                <a:off x="2523345" y="2617935"/>
                <a:ext cx="513360" cy="380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FD3A503-7DDD-F65D-49B2-2883FE317B0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17225" y="2611815"/>
                  <a:ext cx="52560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8F0FD82-AABF-BA12-E587-AE744049E977}"/>
                    </a:ext>
                  </a:extLst>
                </p14:cNvPr>
                <p14:cNvContentPartPr/>
                <p14:nvPr/>
              </p14:nvContentPartPr>
              <p14:xfrm>
                <a:off x="3214905" y="2544495"/>
                <a:ext cx="111240" cy="210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8F0FD82-AABF-BA12-E587-AE744049E97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08785" y="2538375"/>
                  <a:ext cx="1234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91C00E-246E-F1D8-38D1-9F5F7207E30D}"/>
                    </a:ext>
                  </a:extLst>
                </p14:cNvPr>
                <p14:cNvContentPartPr/>
                <p14:nvPr/>
              </p14:nvContentPartPr>
              <p14:xfrm>
                <a:off x="3429825" y="2496975"/>
                <a:ext cx="442800" cy="182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91C00E-246E-F1D8-38D1-9F5F7207E30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23705" y="2490855"/>
                  <a:ext cx="4550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180D31B-2D50-CBF7-6356-924FE3F4060A}"/>
                    </a:ext>
                  </a:extLst>
                </p14:cNvPr>
                <p14:cNvContentPartPr/>
                <p14:nvPr/>
              </p14:nvContentPartPr>
              <p14:xfrm>
                <a:off x="1611465" y="2175495"/>
                <a:ext cx="255240" cy="1294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180D31B-2D50-CBF7-6356-924FE3F406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05345" y="2169375"/>
                  <a:ext cx="267480" cy="13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12D0A6D-9A9F-2967-431B-F286DD022B2B}"/>
                    </a:ext>
                  </a:extLst>
                </p14:cNvPr>
                <p14:cNvContentPartPr/>
                <p14:nvPr/>
              </p14:nvContentPartPr>
              <p14:xfrm>
                <a:off x="1513185" y="1490775"/>
                <a:ext cx="2745720" cy="2279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12D0A6D-9A9F-2967-431B-F286DD022B2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07065" y="1484655"/>
                  <a:ext cx="2757960" cy="22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D943842-6CBC-5F7D-3141-54333A05FDB8}"/>
                    </a:ext>
                  </a:extLst>
                </p14:cNvPr>
                <p14:cNvContentPartPr/>
                <p14:nvPr/>
              </p14:nvContentPartPr>
              <p14:xfrm>
                <a:off x="2621985" y="3733935"/>
                <a:ext cx="250560" cy="769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D943842-6CBC-5F7D-3141-54333A05FDB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15865" y="3727815"/>
                  <a:ext cx="262800" cy="78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ADF7CEA-96B7-78D1-1CDF-032605E539C5}"/>
                    </a:ext>
                  </a:extLst>
                </p14:cNvPr>
                <p14:cNvContentPartPr/>
                <p14:nvPr/>
              </p14:nvContentPartPr>
              <p14:xfrm>
                <a:off x="2759145" y="3470415"/>
                <a:ext cx="385560" cy="711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ADF7CEA-96B7-78D1-1CDF-032605E539C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53025" y="3464295"/>
                  <a:ext cx="397800" cy="72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6CCCEED-6BD2-A985-B8F1-86FE333F7901}"/>
                    </a:ext>
                  </a:extLst>
                </p14:cNvPr>
                <p14:cNvContentPartPr/>
                <p14:nvPr/>
              </p14:nvContentPartPr>
              <p14:xfrm>
                <a:off x="3413265" y="3903855"/>
                <a:ext cx="422640" cy="166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6CCCEED-6BD2-A985-B8F1-86FE333F790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07145" y="3897735"/>
                  <a:ext cx="4348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7B81E45-9502-F8AB-D4CA-0BF3DC18C39F}"/>
                    </a:ext>
                  </a:extLst>
                </p14:cNvPr>
                <p14:cNvContentPartPr/>
                <p14:nvPr/>
              </p14:nvContentPartPr>
              <p14:xfrm>
                <a:off x="3762465" y="3834015"/>
                <a:ext cx="224280" cy="224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7B81E45-9502-F8AB-D4CA-0BF3DC18C39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56345" y="3827895"/>
                  <a:ext cx="236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379551E-CF24-B0DB-A65D-83E7133E50D6}"/>
                    </a:ext>
                  </a:extLst>
                </p14:cNvPr>
                <p14:cNvContentPartPr/>
                <p14:nvPr/>
              </p14:nvContentPartPr>
              <p14:xfrm>
                <a:off x="4034625" y="3730695"/>
                <a:ext cx="593640" cy="139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379551E-CF24-B0DB-A65D-83E7133E50D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28505" y="3724575"/>
                  <a:ext cx="605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F597633-48D2-7C71-FC55-97A66D7DBC17}"/>
                    </a:ext>
                  </a:extLst>
                </p14:cNvPr>
                <p14:cNvContentPartPr/>
                <p14:nvPr/>
              </p14:nvContentPartPr>
              <p14:xfrm>
                <a:off x="4524945" y="3476895"/>
                <a:ext cx="17640" cy="13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F597633-48D2-7C71-FC55-97A66D7DBC1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18825" y="3470775"/>
                  <a:ext cx="298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3E5BB45-6218-87C5-C6D2-93334F435534}"/>
                    </a:ext>
                  </a:extLst>
                </p14:cNvPr>
                <p14:cNvContentPartPr/>
                <p14:nvPr/>
              </p14:nvContentPartPr>
              <p14:xfrm>
                <a:off x="4737345" y="3419295"/>
                <a:ext cx="235080" cy="276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3E5BB45-6218-87C5-C6D2-93334F43553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31225" y="3413175"/>
                  <a:ext cx="2473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1BDC219-4EA2-7E2A-CF1D-3169EB0D8F2F}"/>
                    </a:ext>
                  </a:extLst>
                </p14:cNvPr>
                <p14:cNvContentPartPr/>
                <p14:nvPr/>
              </p14:nvContentPartPr>
              <p14:xfrm>
                <a:off x="2235705" y="3992415"/>
                <a:ext cx="14040" cy="45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1BDC219-4EA2-7E2A-CF1D-3169EB0D8F2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29585" y="3986295"/>
                  <a:ext cx="262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6A251B1-3902-60B2-1C25-385F82220AFD}"/>
                    </a:ext>
                  </a:extLst>
                </p14:cNvPr>
                <p14:cNvContentPartPr/>
                <p14:nvPr/>
              </p14:nvContentPartPr>
              <p14:xfrm>
                <a:off x="2132025" y="4021935"/>
                <a:ext cx="274320" cy="759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6A251B1-3902-60B2-1C25-385F82220AF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25905" y="4015815"/>
                  <a:ext cx="28656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3049443-54D5-EDEB-B3EC-2F5E21BFB05D}"/>
                    </a:ext>
                  </a:extLst>
                </p14:cNvPr>
                <p14:cNvContentPartPr/>
                <p14:nvPr/>
              </p14:nvContentPartPr>
              <p14:xfrm>
                <a:off x="2089185" y="2761935"/>
                <a:ext cx="3895560" cy="2435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3049443-54D5-EDEB-B3EC-2F5E21BFB05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83065" y="2755815"/>
                  <a:ext cx="3907800" cy="244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BB6ADF6-06B6-2015-C977-4B51E6557945}"/>
                    </a:ext>
                  </a:extLst>
                </p14:cNvPr>
                <p14:cNvContentPartPr/>
                <p14:nvPr/>
              </p14:nvContentPartPr>
              <p14:xfrm>
                <a:off x="3427665" y="4033455"/>
                <a:ext cx="1604160" cy="639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BB6ADF6-06B6-2015-C977-4B51E655794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21545" y="4027335"/>
                  <a:ext cx="1616400" cy="6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B08BA55-BDDB-883C-EA8B-32924537C356}"/>
                    </a:ext>
                  </a:extLst>
                </p14:cNvPr>
                <p14:cNvContentPartPr/>
                <p14:nvPr/>
              </p14:nvContentPartPr>
              <p14:xfrm>
                <a:off x="4625385" y="2676615"/>
                <a:ext cx="790200" cy="558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B08BA55-BDDB-883C-EA8B-32924537C35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19265" y="2670495"/>
                  <a:ext cx="80244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AEF2EF2-BE82-BF70-0BC9-5DA32C89B7A1}"/>
                    </a:ext>
                  </a:extLst>
                </p14:cNvPr>
                <p14:cNvContentPartPr/>
                <p14:nvPr/>
              </p14:nvContentPartPr>
              <p14:xfrm>
                <a:off x="5096625" y="2898735"/>
                <a:ext cx="342000" cy="112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AEF2EF2-BE82-BF70-0BC9-5DA32C89B7A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90505" y="2892615"/>
                  <a:ext cx="3542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2953825-1B20-3F20-D206-5E404C72CAEB}"/>
                    </a:ext>
                  </a:extLst>
                </p14:cNvPr>
                <p14:cNvContentPartPr/>
                <p14:nvPr/>
              </p14:nvContentPartPr>
              <p14:xfrm>
                <a:off x="7749465" y="834135"/>
                <a:ext cx="20880" cy="4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2953825-1B20-3F20-D206-5E404C72CAE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43345" y="828015"/>
                  <a:ext cx="331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3D104A2-FAE4-54FF-3361-369232EE63C7}"/>
                    </a:ext>
                  </a:extLst>
                </p14:cNvPr>
                <p14:cNvContentPartPr/>
                <p14:nvPr/>
              </p14:nvContentPartPr>
              <p14:xfrm>
                <a:off x="1633065" y="825855"/>
                <a:ext cx="92880" cy="497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3D104A2-FAE4-54FF-3361-369232EE63C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26945" y="819735"/>
                  <a:ext cx="10512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28C451F-3EDB-1B90-1301-2F917508E687}"/>
                    </a:ext>
                  </a:extLst>
                </p14:cNvPr>
                <p14:cNvContentPartPr/>
                <p14:nvPr/>
              </p14:nvContentPartPr>
              <p14:xfrm>
                <a:off x="1509225" y="473055"/>
                <a:ext cx="675720" cy="1052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28C451F-3EDB-1B90-1301-2F917508E68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503105" y="466935"/>
                  <a:ext cx="687960" cy="10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3382636-C634-B69D-A496-28C3A53CC18D}"/>
                    </a:ext>
                  </a:extLst>
                </p14:cNvPr>
                <p14:cNvContentPartPr/>
                <p14:nvPr/>
              </p14:nvContentPartPr>
              <p14:xfrm>
                <a:off x="2408865" y="978135"/>
                <a:ext cx="343800" cy="245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3382636-C634-B69D-A496-28C3A53CC18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402745" y="972015"/>
                  <a:ext cx="3560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4E8D1F4-7F77-1052-4070-A22D6693F691}"/>
                    </a:ext>
                  </a:extLst>
                </p14:cNvPr>
                <p14:cNvContentPartPr/>
                <p14:nvPr/>
              </p14:nvContentPartPr>
              <p14:xfrm>
                <a:off x="3104025" y="693735"/>
                <a:ext cx="20880" cy="383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4E8D1F4-7F77-1052-4070-A22D6693F69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97905" y="687615"/>
                  <a:ext cx="331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2239442-EE48-6B14-2167-C96719F1189F}"/>
                    </a:ext>
                  </a:extLst>
                </p14:cNvPr>
                <p14:cNvContentPartPr/>
                <p14:nvPr/>
              </p14:nvContentPartPr>
              <p14:xfrm>
                <a:off x="2981985" y="822975"/>
                <a:ext cx="625680" cy="156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2239442-EE48-6B14-2167-C96719F1189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75865" y="816855"/>
                  <a:ext cx="6379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2337DAD-98A3-B442-1A4F-23491EAFBF78}"/>
                    </a:ext>
                  </a:extLst>
                </p14:cNvPr>
                <p14:cNvContentPartPr/>
                <p14:nvPr/>
              </p14:nvContentPartPr>
              <p14:xfrm>
                <a:off x="3785505" y="798135"/>
                <a:ext cx="49680" cy="46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2337DAD-98A3-B442-1A4F-23491EAFBF7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79385" y="792015"/>
                  <a:ext cx="61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88E16BB-98EF-0DD3-F87E-00C991FF8074}"/>
                    </a:ext>
                  </a:extLst>
                </p14:cNvPr>
                <p14:cNvContentPartPr/>
                <p14:nvPr/>
              </p14:nvContentPartPr>
              <p14:xfrm>
                <a:off x="3776145" y="878415"/>
                <a:ext cx="16560" cy="41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88E16BB-98EF-0DD3-F87E-00C991FF807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70025" y="872295"/>
                  <a:ext cx="288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26D0CEB-9298-2156-A18B-50657478D6CA}"/>
                    </a:ext>
                  </a:extLst>
                </p14:cNvPr>
                <p14:cNvContentPartPr/>
                <p14:nvPr/>
              </p14:nvContentPartPr>
              <p14:xfrm>
                <a:off x="3682545" y="858975"/>
                <a:ext cx="288360" cy="48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26D0CEB-9298-2156-A18B-50657478D6C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76425" y="852855"/>
                  <a:ext cx="3006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BA7EDA6-A0E8-AEF9-3C14-DC64E381AD9E}"/>
                    </a:ext>
                  </a:extLst>
                </p14:cNvPr>
                <p14:cNvContentPartPr/>
                <p14:nvPr/>
              </p14:nvContentPartPr>
              <p14:xfrm>
                <a:off x="4184385" y="577095"/>
                <a:ext cx="426600" cy="32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BA7EDA6-A0E8-AEF9-3C14-DC64E381AD9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78265" y="570975"/>
                  <a:ext cx="4388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E286630-52DE-48CD-4BF1-C112D92D3B80}"/>
                    </a:ext>
                  </a:extLst>
                </p14:cNvPr>
                <p14:cNvContentPartPr/>
                <p14:nvPr/>
              </p14:nvContentPartPr>
              <p14:xfrm>
                <a:off x="4288785" y="558375"/>
                <a:ext cx="50400" cy="342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E286630-52DE-48CD-4BF1-C112D92D3B8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82665" y="552255"/>
                  <a:ext cx="626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C05B597-80FD-7ADE-7F77-BFA289E7F98A}"/>
                    </a:ext>
                  </a:extLst>
                </p14:cNvPr>
                <p14:cNvContentPartPr/>
                <p14:nvPr/>
              </p14:nvContentPartPr>
              <p14:xfrm>
                <a:off x="4681545" y="597615"/>
                <a:ext cx="505440" cy="612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C05B597-80FD-7ADE-7F77-BFA289E7F98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675425" y="591495"/>
                  <a:ext cx="51768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49D8BB2-B0B2-B549-6029-3EE008E3E6F2}"/>
                    </a:ext>
                  </a:extLst>
                </p14:cNvPr>
                <p14:cNvContentPartPr/>
                <p14:nvPr/>
              </p14:nvContentPartPr>
              <p14:xfrm>
                <a:off x="5169705" y="648015"/>
                <a:ext cx="626760" cy="275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49D8BB2-B0B2-B549-6029-3EE008E3E6F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163585" y="641895"/>
                  <a:ext cx="6390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B629F6C-BEA9-750D-F3DF-C73FFA6E8AFC}"/>
                    </a:ext>
                  </a:extLst>
                </p14:cNvPr>
                <p14:cNvContentPartPr/>
                <p14:nvPr/>
              </p14:nvContentPartPr>
              <p14:xfrm>
                <a:off x="6062145" y="546135"/>
                <a:ext cx="25560" cy="32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B629F6C-BEA9-750D-F3DF-C73FFA6E8AF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56025" y="540015"/>
                  <a:ext cx="378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BAB331C-4646-416D-1349-125A7B5F00A7}"/>
                    </a:ext>
                  </a:extLst>
                </p14:cNvPr>
                <p14:cNvContentPartPr/>
                <p14:nvPr/>
              </p14:nvContentPartPr>
              <p14:xfrm>
                <a:off x="5945865" y="835215"/>
                <a:ext cx="147960" cy="113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BAB331C-4646-416D-1349-125A7B5F00A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939745" y="829095"/>
                  <a:ext cx="1602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85AA1A5-3820-4F19-AFC4-B6B6FDC0F922}"/>
                    </a:ext>
                  </a:extLst>
                </p14:cNvPr>
                <p14:cNvContentPartPr/>
                <p14:nvPr/>
              </p14:nvContentPartPr>
              <p14:xfrm>
                <a:off x="6200745" y="826935"/>
                <a:ext cx="67680" cy="84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85AA1A5-3820-4F19-AFC4-B6B6FDC0F92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94625" y="820815"/>
                  <a:ext cx="799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FC453F2-B95E-3AC9-CD44-6A36DFED4013}"/>
                    </a:ext>
                  </a:extLst>
                </p14:cNvPr>
                <p14:cNvContentPartPr/>
                <p14:nvPr/>
              </p14:nvContentPartPr>
              <p14:xfrm>
                <a:off x="6477225" y="729375"/>
                <a:ext cx="524880" cy="54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C453F2-B95E-3AC9-CD44-6A36DFED401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71105" y="723255"/>
                  <a:ext cx="5371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0045750-95C7-4ED0-FBFA-42AB9980E53E}"/>
                    </a:ext>
                  </a:extLst>
                </p14:cNvPr>
                <p14:cNvContentPartPr/>
                <p14:nvPr/>
              </p14:nvContentPartPr>
              <p14:xfrm>
                <a:off x="6142065" y="525975"/>
                <a:ext cx="82440" cy="135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0045750-95C7-4ED0-FBFA-42AB9980E53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135945" y="519855"/>
                  <a:ext cx="94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4F1B489-30D3-6DBD-1B1F-8C8FF60965CA}"/>
                    </a:ext>
                  </a:extLst>
                </p14:cNvPr>
                <p14:cNvContentPartPr/>
                <p14:nvPr/>
              </p14:nvContentPartPr>
              <p14:xfrm>
                <a:off x="6094905" y="975615"/>
                <a:ext cx="110520" cy="126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4F1B489-30D3-6DBD-1B1F-8C8FF60965C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88785" y="969495"/>
                  <a:ext cx="1227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636060F-3788-8CE0-1F2F-F9CAF602BE23}"/>
                    </a:ext>
                  </a:extLst>
                </p14:cNvPr>
                <p14:cNvContentPartPr/>
                <p14:nvPr/>
              </p14:nvContentPartPr>
              <p14:xfrm>
                <a:off x="6559665" y="666375"/>
                <a:ext cx="583200" cy="59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636060F-3788-8CE0-1F2F-F9CAF602BE2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553545" y="660255"/>
                  <a:ext cx="5954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800660E-3314-EA8D-54A6-36BE07400EB3}"/>
                    </a:ext>
                  </a:extLst>
                </p14:cNvPr>
                <p14:cNvContentPartPr/>
                <p14:nvPr/>
              </p14:nvContentPartPr>
              <p14:xfrm>
                <a:off x="7039545" y="383775"/>
                <a:ext cx="305280" cy="643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800660E-3314-EA8D-54A6-36BE07400EB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33425" y="377655"/>
                  <a:ext cx="31752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BA6E548-EC44-846A-4E4D-4064D57D386F}"/>
                    </a:ext>
                  </a:extLst>
                </p14:cNvPr>
                <p14:cNvContentPartPr/>
                <p14:nvPr/>
              </p14:nvContentPartPr>
              <p14:xfrm>
                <a:off x="2039505" y="1349655"/>
                <a:ext cx="3045600" cy="233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BA6E548-EC44-846A-4E4D-4064D57D386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033385" y="1343535"/>
                  <a:ext cx="30578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AD47AC4-D03A-012C-83ED-B581BC1EB285}"/>
                    </a:ext>
                  </a:extLst>
                </p14:cNvPr>
                <p14:cNvContentPartPr/>
                <p14:nvPr/>
              </p14:nvContentPartPr>
              <p14:xfrm>
                <a:off x="882105" y="5445735"/>
                <a:ext cx="108720" cy="537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AD47AC4-D03A-012C-83ED-B581BC1EB28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5985" y="5439615"/>
                  <a:ext cx="12096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A14148F-C46A-8D11-CB41-85C8E251D3DD}"/>
                    </a:ext>
                  </a:extLst>
                </p14:cNvPr>
                <p14:cNvContentPartPr/>
                <p14:nvPr/>
              </p14:nvContentPartPr>
              <p14:xfrm>
                <a:off x="866265" y="5135055"/>
                <a:ext cx="612000" cy="934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A14148F-C46A-8D11-CB41-85C8E251D3D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0145" y="5128935"/>
                  <a:ext cx="624240" cy="9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EC6C3AD-A7B1-A38A-8423-EC8FF05FB297}"/>
                    </a:ext>
                  </a:extLst>
                </p14:cNvPr>
                <p14:cNvContentPartPr/>
                <p14:nvPr/>
              </p14:nvContentPartPr>
              <p14:xfrm>
                <a:off x="1511025" y="5505855"/>
                <a:ext cx="287280" cy="280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EC6C3AD-A7B1-A38A-8423-EC8FF05FB29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504905" y="5499735"/>
                  <a:ext cx="2995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53A5CAB-6089-8E63-7EEC-8585169D32CF}"/>
                    </a:ext>
                  </a:extLst>
                </p14:cNvPr>
                <p14:cNvContentPartPr/>
                <p14:nvPr/>
              </p14:nvContentPartPr>
              <p14:xfrm>
                <a:off x="2009265" y="5374815"/>
                <a:ext cx="77040" cy="279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53A5CAB-6089-8E63-7EEC-8585169D32C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03145" y="5368695"/>
                  <a:ext cx="892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0F6E54D-0C64-CD34-2D5A-BAB32E57EE76}"/>
                    </a:ext>
                  </a:extLst>
                </p14:cNvPr>
                <p14:cNvContentPartPr/>
                <p14:nvPr/>
              </p14:nvContentPartPr>
              <p14:xfrm>
                <a:off x="1873185" y="5423415"/>
                <a:ext cx="625680" cy="281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0F6E54D-0C64-CD34-2D5A-BAB32E57EE7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867065" y="5417295"/>
                  <a:ext cx="6379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79C6486-E76C-3DEA-3B0C-8AC888457876}"/>
                    </a:ext>
                  </a:extLst>
                </p14:cNvPr>
                <p14:cNvContentPartPr/>
                <p14:nvPr/>
              </p14:nvContentPartPr>
              <p14:xfrm>
                <a:off x="2776065" y="5333775"/>
                <a:ext cx="167400" cy="15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79C6486-E76C-3DEA-3B0C-8AC88845787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69945" y="5327655"/>
                  <a:ext cx="1796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2D1FCC7-47D0-7F15-68F2-BDF631D3F074}"/>
                    </a:ext>
                  </a:extLst>
                </p14:cNvPr>
                <p14:cNvContentPartPr/>
                <p14:nvPr/>
              </p14:nvContentPartPr>
              <p14:xfrm>
                <a:off x="2860665" y="5712135"/>
                <a:ext cx="97560" cy="59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2D1FCC7-47D0-7F15-68F2-BDF631D3F07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854545" y="5706015"/>
                  <a:ext cx="1098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1CC0CA3-50DA-38A7-6293-50147A99175D}"/>
                    </a:ext>
                  </a:extLst>
                </p14:cNvPr>
                <p14:cNvContentPartPr/>
                <p14:nvPr/>
              </p14:nvContentPartPr>
              <p14:xfrm>
                <a:off x="3271065" y="5547615"/>
                <a:ext cx="315720" cy="54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1CC0CA3-50DA-38A7-6293-50147A99175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264945" y="5541495"/>
                  <a:ext cx="327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E430399-8785-8FE8-FE7F-258D2D3FAA5B}"/>
                    </a:ext>
                  </a:extLst>
                </p14:cNvPr>
                <p14:cNvContentPartPr/>
                <p14:nvPr/>
              </p14:nvContentPartPr>
              <p14:xfrm>
                <a:off x="4272225" y="5051895"/>
                <a:ext cx="25200" cy="768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E430399-8785-8FE8-FE7F-258D2D3FAA5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266105" y="5045775"/>
                  <a:ext cx="37440" cy="7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E58520-ABEC-D4D6-A29E-D9D62AF160D6}"/>
                    </a:ext>
                  </a:extLst>
                </p14:cNvPr>
                <p14:cNvContentPartPr/>
                <p14:nvPr/>
              </p14:nvContentPartPr>
              <p14:xfrm>
                <a:off x="4131825" y="4850655"/>
                <a:ext cx="384120" cy="821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E58520-ABEC-D4D6-A29E-D9D62AF160D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25705" y="4844535"/>
                  <a:ext cx="396360" cy="83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5A2A7AD-4260-E814-A6F0-414D74C68B53}"/>
                    </a:ext>
                  </a:extLst>
                </p14:cNvPr>
                <p14:cNvContentPartPr/>
                <p14:nvPr/>
              </p14:nvContentPartPr>
              <p14:xfrm>
                <a:off x="4799625" y="5386695"/>
                <a:ext cx="54720" cy="307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5A2A7AD-4260-E814-A6F0-414D74C68B5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93505" y="5380575"/>
                  <a:ext cx="669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718ADE4-5EA8-BE46-4B4A-90BDF090156E}"/>
                    </a:ext>
                  </a:extLst>
                </p14:cNvPr>
                <p14:cNvContentPartPr/>
                <p14:nvPr/>
              </p14:nvContentPartPr>
              <p14:xfrm>
                <a:off x="4812945" y="5014815"/>
                <a:ext cx="89640" cy="54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718ADE4-5EA8-BE46-4B4A-90BDF090156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806825" y="5008695"/>
                  <a:ext cx="1018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0CBF75B-0CC5-9F22-98AE-B8DE1A10000A}"/>
                    </a:ext>
                  </a:extLst>
                </p14:cNvPr>
                <p14:cNvContentPartPr/>
                <p14:nvPr/>
              </p14:nvContentPartPr>
              <p14:xfrm>
                <a:off x="5075385" y="5307855"/>
                <a:ext cx="1483560" cy="390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0CBF75B-0CC5-9F22-98AE-B8DE1A10000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69265" y="5301735"/>
                  <a:ext cx="149580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EC69BF0-6E46-6FA9-8430-7099FCCCCD0F}"/>
                    </a:ext>
                  </a:extLst>
                </p14:cNvPr>
                <p14:cNvContentPartPr/>
                <p14:nvPr/>
              </p14:nvContentPartPr>
              <p14:xfrm>
                <a:off x="7475505" y="4925535"/>
                <a:ext cx="768960" cy="994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EC69BF0-6E46-6FA9-8430-7099FCCCCD0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69385" y="4919415"/>
                  <a:ext cx="781200" cy="10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8035BC0-2227-41AB-DBA9-DD4ECB69E48F}"/>
                    </a:ext>
                  </a:extLst>
                </p14:cNvPr>
                <p14:cNvContentPartPr/>
                <p14:nvPr/>
              </p14:nvContentPartPr>
              <p14:xfrm>
                <a:off x="9046545" y="5224695"/>
                <a:ext cx="39240" cy="2462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8035BC0-2227-41AB-DBA9-DD4ECB69E48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040425" y="5218575"/>
                  <a:ext cx="514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D03E2C9-1C58-ABD7-838C-D41503C2F74B}"/>
                    </a:ext>
                  </a:extLst>
                </p14:cNvPr>
                <p14:cNvContentPartPr/>
                <p14:nvPr/>
              </p14:nvContentPartPr>
              <p14:xfrm>
                <a:off x="9144825" y="4849215"/>
                <a:ext cx="27720" cy="54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D03E2C9-1C58-ABD7-838C-D41503C2F74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138705" y="4843095"/>
                  <a:ext cx="39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DA08ED1-EDAA-E6AE-7AE3-864C567F6180}"/>
                    </a:ext>
                  </a:extLst>
                </p14:cNvPr>
                <p14:cNvContentPartPr/>
                <p14:nvPr/>
              </p14:nvContentPartPr>
              <p14:xfrm>
                <a:off x="9127905" y="5249175"/>
                <a:ext cx="380880" cy="76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DA08ED1-EDAA-E6AE-7AE3-864C567F618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121785" y="5243055"/>
                  <a:ext cx="3931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1D1325A-2166-936D-DFF8-F9F3C7C8810C}"/>
                    </a:ext>
                  </a:extLst>
                </p14:cNvPr>
                <p14:cNvContentPartPr/>
                <p14:nvPr/>
              </p14:nvContentPartPr>
              <p14:xfrm>
                <a:off x="9739545" y="4801695"/>
                <a:ext cx="775440" cy="1077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1D1325A-2166-936D-DFF8-F9F3C7C8810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733425" y="4795575"/>
                  <a:ext cx="787680" cy="10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19DC523-D201-D756-826F-60753DBDB5D8}"/>
                    </a:ext>
                  </a:extLst>
                </p14:cNvPr>
                <p14:cNvContentPartPr/>
                <p14:nvPr/>
              </p14:nvContentPartPr>
              <p14:xfrm>
                <a:off x="10540545" y="5099415"/>
                <a:ext cx="264240" cy="262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19DC523-D201-D756-826F-60753DBDB5D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534425" y="5093295"/>
                  <a:ext cx="2764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2DB5AEB-9FBF-FDD8-B0CF-59636936B8CF}"/>
                    </a:ext>
                  </a:extLst>
                </p14:cNvPr>
                <p14:cNvContentPartPr/>
                <p14:nvPr/>
              </p14:nvContentPartPr>
              <p14:xfrm>
                <a:off x="10904865" y="5054775"/>
                <a:ext cx="802080" cy="169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2DB5AEB-9FBF-FDD8-B0CF-59636936B8C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898745" y="5048655"/>
                  <a:ext cx="8143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D285F08-C812-0C66-1A34-5B0BA2B6A0D1}"/>
                    </a:ext>
                  </a:extLst>
                </p14:cNvPr>
                <p14:cNvContentPartPr/>
                <p14:nvPr/>
              </p14:nvContentPartPr>
              <p14:xfrm>
                <a:off x="11748705" y="5010855"/>
                <a:ext cx="46080" cy="177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D285F08-C812-0C66-1A34-5B0BA2B6A0D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742585" y="5004735"/>
                  <a:ext cx="583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2705654-B7EF-F8E4-C97D-E644BEC65B05}"/>
                    </a:ext>
                  </a:extLst>
                </p14:cNvPr>
                <p14:cNvContentPartPr/>
                <p14:nvPr/>
              </p14:nvContentPartPr>
              <p14:xfrm>
                <a:off x="11723505" y="5036415"/>
                <a:ext cx="240840" cy="114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2705654-B7EF-F8E4-C97D-E644BEC65B0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717385" y="5030295"/>
                  <a:ext cx="2530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23550C1-AC28-3E61-4A14-552577EDA25A}"/>
                    </a:ext>
                  </a:extLst>
                </p14:cNvPr>
                <p14:cNvContentPartPr/>
                <p14:nvPr/>
              </p14:nvContentPartPr>
              <p14:xfrm>
                <a:off x="12002505" y="5028135"/>
                <a:ext cx="10800" cy="38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23550C1-AC28-3E61-4A14-552577EDA25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996385" y="5022015"/>
                  <a:ext cx="230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ACB1A04-FCEC-646F-87FD-23978FC40219}"/>
                    </a:ext>
                  </a:extLst>
                </p14:cNvPr>
                <p14:cNvContentPartPr/>
                <p14:nvPr/>
              </p14:nvContentPartPr>
              <p14:xfrm>
                <a:off x="11866785" y="5286255"/>
                <a:ext cx="123480" cy="210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ACB1A04-FCEC-646F-87FD-23978FC4021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860665" y="5280135"/>
                  <a:ext cx="1357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45AE29F-78FB-FD1F-52DD-00765B850E8C}"/>
                    </a:ext>
                  </a:extLst>
                </p14:cNvPr>
                <p14:cNvContentPartPr/>
                <p14:nvPr/>
              </p14:nvContentPartPr>
              <p14:xfrm>
                <a:off x="11972625" y="5414055"/>
                <a:ext cx="121680" cy="42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45AE29F-78FB-FD1F-52DD-00765B850E8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966505" y="5407935"/>
                  <a:ext cx="133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284D6DA-A48F-6358-0F4D-68EF88321732}"/>
                    </a:ext>
                  </a:extLst>
                </p14:cNvPr>
                <p14:cNvContentPartPr/>
                <p14:nvPr/>
              </p14:nvContentPartPr>
              <p14:xfrm>
                <a:off x="2903145" y="6270855"/>
                <a:ext cx="92880" cy="47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284D6DA-A48F-6358-0F4D-68EF8832173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897025" y="6264735"/>
                  <a:ext cx="105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2EFA7DB-F102-4587-1704-5CD5FD0863C8}"/>
                    </a:ext>
                  </a:extLst>
                </p14:cNvPr>
                <p14:cNvContentPartPr/>
                <p14:nvPr/>
              </p14:nvContentPartPr>
              <p14:xfrm>
                <a:off x="2016105" y="5765415"/>
                <a:ext cx="54000" cy="743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EFA7DB-F102-4587-1704-5CD5FD0863C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009985" y="5759295"/>
                  <a:ext cx="66240" cy="75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BD41B0E-DFCE-99E5-90E5-14C4017EB0FB}"/>
                    </a:ext>
                  </a:extLst>
                </p14:cNvPr>
                <p14:cNvContentPartPr/>
                <p14:nvPr/>
              </p14:nvContentPartPr>
              <p14:xfrm>
                <a:off x="1606785" y="5950815"/>
                <a:ext cx="1705680" cy="568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BD41B0E-DFCE-99E5-90E5-14C4017EB0F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600665" y="5944695"/>
                  <a:ext cx="171792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CECDA72-6AAA-33F0-9749-32B0F2DF1B53}"/>
                    </a:ext>
                  </a:extLst>
                </p14:cNvPr>
                <p14:cNvContentPartPr/>
                <p14:nvPr/>
              </p14:nvContentPartPr>
              <p14:xfrm>
                <a:off x="3637905" y="6079335"/>
                <a:ext cx="37080" cy="284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CECDA72-6AAA-33F0-9749-32B0F2DF1B5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631785" y="6073215"/>
                  <a:ext cx="493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DA3DED2-1172-AA7B-F737-C1019AE03CDD}"/>
                    </a:ext>
                  </a:extLst>
                </p14:cNvPr>
                <p14:cNvContentPartPr/>
                <p14:nvPr/>
              </p14:nvContentPartPr>
              <p14:xfrm>
                <a:off x="3539625" y="6166815"/>
                <a:ext cx="682560" cy="252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DA3DED2-1172-AA7B-F737-C1019AE03CD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533505" y="6160695"/>
                  <a:ext cx="694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C15918E-C25A-28FA-7379-02E9E3ABC7A3}"/>
                    </a:ext>
                  </a:extLst>
                </p14:cNvPr>
                <p14:cNvContentPartPr/>
                <p14:nvPr/>
              </p14:nvContentPartPr>
              <p14:xfrm>
                <a:off x="4670025" y="5922015"/>
                <a:ext cx="535320" cy="552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C15918E-C25A-28FA-7379-02E9E3ABC7A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63905" y="5915895"/>
                  <a:ext cx="54756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1D061C9-3873-B598-50A4-F0D3E2F4EE93}"/>
                    </a:ext>
                  </a:extLst>
                </p14:cNvPr>
                <p14:cNvContentPartPr/>
                <p14:nvPr/>
              </p14:nvContentPartPr>
              <p14:xfrm>
                <a:off x="5489745" y="6181215"/>
                <a:ext cx="415440" cy="245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1D061C9-3873-B598-50A4-F0D3E2F4EE9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483625" y="6175095"/>
                  <a:ext cx="4276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04ADAB9-A3CD-8B18-8A5D-6E73648E9063}"/>
                    </a:ext>
                  </a:extLst>
                </p14:cNvPr>
                <p14:cNvContentPartPr/>
                <p14:nvPr/>
              </p14:nvContentPartPr>
              <p14:xfrm>
                <a:off x="6292905" y="6000135"/>
                <a:ext cx="392040" cy="555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04ADAB9-A3CD-8B18-8A5D-6E73648E906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86785" y="5994015"/>
                  <a:ext cx="40428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BCFAA37-08F8-6B90-BDE7-8DB37F434F81}"/>
                    </a:ext>
                  </a:extLst>
                </p14:cNvPr>
                <p14:cNvContentPartPr/>
                <p14:nvPr/>
              </p14:nvContentPartPr>
              <p14:xfrm>
                <a:off x="6854505" y="6328095"/>
                <a:ext cx="659880" cy="281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BCFAA37-08F8-6B90-BDE7-8DB37F434F8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848385" y="6321975"/>
                  <a:ext cx="6721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A633E89-43AA-AC57-EFCE-9D42586D9994}"/>
                    </a:ext>
                  </a:extLst>
                </p14:cNvPr>
                <p14:cNvContentPartPr/>
                <p14:nvPr/>
              </p14:nvContentPartPr>
              <p14:xfrm>
                <a:off x="7726785" y="6194175"/>
                <a:ext cx="713160" cy="257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A633E89-43AA-AC57-EFCE-9D42586D999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720665" y="6188055"/>
                  <a:ext cx="7254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D3080EE-B764-8257-1CD7-364010CCF598}"/>
                    </a:ext>
                  </a:extLst>
                </p14:cNvPr>
                <p14:cNvContentPartPr/>
                <p14:nvPr/>
              </p14:nvContentPartPr>
              <p14:xfrm>
                <a:off x="8629305" y="6076455"/>
                <a:ext cx="926280" cy="4294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D3080EE-B764-8257-1CD7-364010CCF59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623185" y="6070335"/>
                  <a:ext cx="93852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0FC30FA-30D6-931A-9994-A87533B2A56F}"/>
                    </a:ext>
                  </a:extLst>
                </p14:cNvPr>
                <p14:cNvContentPartPr/>
                <p14:nvPr/>
              </p14:nvContentPartPr>
              <p14:xfrm>
                <a:off x="9719745" y="5982495"/>
                <a:ext cx="382320" cy="399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0FC30FA-30D6-931A-9994-A87533B2A56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713625" y="5976375"/>
                  <a:ext cx="3945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60A7399-7746-E492-41CF-33BE4646BE18}"/>
                    </a:ext>
                  </a:extLst>
                </p14:cNvPr>
                <p14:cNvContentPartPr/>
                <p14:nvPr/>
              </p14:nvContentPartPr>
              <p14:xfrm>
                <a:off x="10134825" y="6057015"/>
                <a:ext cx="389880" cy="346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60A7399-7746-E492-41CF-33BE4646BE1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128705" y="6050895"/>
                  <a:ext cx="4021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FA6B8E0-9B84-FCB5-6436-8B3B1889D235}"/>
                    </a:ext>
                  </a:extLst>
                </p14:cNvPr>
                <p14:cNvContentPartPr/>
                <p14:nvPr/>
              </p14:nvContentPartPr>
              <p14:xfrm>
                <a:off x="10605345" y="6033615"/>
                <a:ext cx="939240" cy="412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FA6B8E0-9B84-FCB5-6436-8B3B1889D23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599225" y="6027495"/>
                  <a:ext cx="95148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C53253B-F228-C07A-6464-8843F871E7AA}"/>
                    </a:ext>
                  </a:extLst>
                </p14:cNvPr>
                <p14:cNvContentPartPr/>
                <p14:nvPr/>
              </p14:nvContentPartPr>
              <p14:xfrm>
                <a:off x="11720265" y="6351135"/>
                <a:ext cx="37080" cy="38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C53253B-F228-C07A-6464-8843F871E7A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714145" y="6345015"/>
                  <a:ext cx="49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D1B13E7-A52D-83DE-F5DE-24B8F462F0C1}"/>
                    </a:ext>
                  </a:extLst>
                </p14:cNvPr>
                <p14:cNvContentPartPr/>
                <p14:nvPr/>
              </p14:nvContentPartPr>
              <p14:xfrm>
                <a:off x="5248185" y="6508095"/>
                <a:ext cx="912600" cy="1065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D1B13E7-A52D-83DE-F5DE-24B8F462F0C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242065" y="6501975"/>
                  <a:ext cx="924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D26EFA5-11E0-7CB6-9104-FD1FEE4B873E}"/>
                    </a:ext>
                  </a:extLst>
                </p14:cNvPr>
                <p14:cNvContentPartPr/>
                <p14:nvPr/>
              </p14:nvContentPartPr>
              <p14:xfrm>
                <a:off x="8937105" y="6652455"/>
                <a:ext cx="726120" cy="1000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D26EFA5-11E0-7CB6-9104-FD1FEE4B873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30985" y="6646335"/>
                  <a:ext cx="7383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BE77784-1CDA-CF0F-BA96-4A1C23A6BA45}"/>
                    </a:ext>
                  </a:extLst>
                </p14:cNvPr>
                <p14:cNvContentPartPr/>
                <p14:nvPr/>
              </p14:nvContentPartPr>
              <p14:xfrm>
                <a:off x="9168225" y="397095"/>
                <a:ext cx="82080" cy="668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BE77784-1CDA-CF0F-BA96-4A1C23A6BA4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162105" y="390975"/>
                  <a:ext cx="94320" cy="68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CEBD2EA-B407-9B87-C10B-FE7E57F439C0}"/>
                    </a:ext>
                  </a:extLst>
                </p14:cNvPr>
                <p14:cNvContentPartPr/>
                <p14:nvPr/>
              </p14:nvContentPartPr>
              <p14:xfrm>
                <a:off x="10723425" y="376215"/>
                <a:ext cx="97560" cy="1384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CEBD2EA-B407-9B87-C10B-FE7E57F439C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717305" y="370095"/>
                  <a:ext cx="109800" cy="13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0E77C0A-449A-16F8-2783-A6DAD63C22C0}"/>
                    </a:ext>
                  </a:extLst>
                </p14:cNvPr>
                <p14:cNvContentPartPr/>
                <p14:nvPr/>
              </p14:nvContentPartPr>
              <p14:xfrm>
                <a:off x="9170025" y="944655"/>
                <a:ext cx="116280" cy="1018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0E77C0A-449A-16F8-2783-A6DAD63C22C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163905" y="938535"/>
                  <a:ext cx="128520" cy="10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1F53784-34A9-2301-874F-F7DE6C0925F2}"/>
                    </a:ext>
                  </a:extLst>
                </p14:cNvPr>
                <p14:cNvContentPartPr/>
                <p14:nvPr/>
              </p14:nvContentPartPr>
              <p14:xfrm>
                <a:off x="9133665" y="1906935"/>
                <a:ext cx="2093400" cy="110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1F53784-34A9-2301-874F-F7DE6C0925F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127545" y="1900815"/>
                  <a:ext cx="21056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30A81C4-D3F4-CF82-A51D-69BB3247CDFA}"/>
                    </a:ext>
                  </a:extLst>
                </p14:cNvPr>
                <p14:cNvContentPartPr/>
                <p14:nvPr/>
              </p14:nvContentPartPr>
              <p14:xfrm>
                <a:off x="9307905" y="422295"/>
                <a:ext cx="1962360" cy="173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30A81C4-D3F4-CF82-A51D-69BB3247CDF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301785" y="416175"/>
                  <a:ext cx="19746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14F3D9D-E4D0-3BAE-C872-9938883D49B5}"/>
                    </a:ext>
                  </a:extLst>
                </p14:cNvPr>
                <p14:cNvContentPartPr/>
                <p14:nvPr/>
              </p14:nvContentPartPr>
              <p14:xfrm>
                <a:off x="10265145" y="1145895"/>
                <a:ext cx="392400" cy="25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14F3D9D-E4D0-3BAE-C872-9938883D49B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259025" y="1139775"/>
                  <a:ext cx="404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4FB0D3B-0598-810D-5533-6A784A7C9AE1}"/>
                    </a:ext>
                  </a:extLst>
                </p14:cNvPr>
                <p14:cNvContentPartPr/>
                <p14:nvPr/>
              </p14:nvContentPartPr>
              <p14:xfrm>
                <a:off x="11303025" y="748095"/>
                <a:ext cx="611640" cy="3780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4FB0D3B-0598-810D-5533-6A784A7C9AE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296905" y="741975"/>
                  <a:ext cx="6238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3CDB98C-17DA-1B5A-7BF8-4F2604596080}"/>
                    </a:ext>
                  </a:extLst>
                </p14:cNvPr>
                <p14:cNvContentPartPr/>
                <p14:nvPr/>
              </p14:nvContentPartPr>
              <p14:xfrm>
                <a:off x="12004305" y="694095"/>
                <a:ext cx="79560" cy="4068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3CDB98C-17DA-1B5A-7BF8-4F260459608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998185" y="687975"/>
                  <a:ext cx="9180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33BBC29-62D2-2BCE-B7BF-28996FCED4A0}"/>
                    </a:ext>
                  </a:extLst>
                </p14:cNvPr>
                <p14:cNvContentPartPr/>
                <p14:nvPr/>
              </p14:nvContentPartPr>
              <p14:xfrm>
                <a:off x="12259545" y="948255"/>
                <a:ext cx="56520" cy="313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33BBC29-62D2-2BCE-B7BF-28996FCED4A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2253425" y="942135"/>
                  <a:ext cx="68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3A36F1D-B486-7684-804A-11B5566CC760}"/>
                    </a:ext>
                  </a:extLst>
                </p14:cNvPr>
                <p14:cNvContentPartPr/>
                <p14:nvPr/>
              </p14:nvContentPartPr>
              <p14:xfrm>
                <a:off x="11201145" y="1683015"/>
                <a:ext cx="241560" cy="417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3A36F1D-B486-7684-804A-11B5566CC76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195025" y="1676895"/>
                  <a:ext cx="25380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48F6D4F-8585-4A7E-4833-D9D2FF1B3AF4}"/>
                    </a:ext>
                  </a:extLst>
                </p14:cNvPr>
                <p14:cNvContentPartPr/>
                <p14:nvPr/>
              </p14:nvContentPartPr>
              <p14:xfrm>
                <a:off x="11558985" y="1410135"/>
                <a:ext cx="162360" cy="4428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48F6D4F-8585-4A7E-4833-D9D2FF1B3AF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552865" y="1404015"/>
                  <a:ext cx="17460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049B45F-3476-C068-629A-B32D4F550A9A}"/>
                    </a:ext>
                  </a:extLst>
                </p14:cNvPr>
                <p14:cNvContentPartPr/>
                <p14:nvPr/>
              </p14:nvContentPartPr>
              <p14:xfrm>
                <a:off x="11901705" y="1584015"/>
                <a:ext cx="66600" cy="3794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049B45F-3476-C068-629A-B32D4F550A9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895585" y="1577895"/>
                  <a:ext cx="7884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7643491-4E2A-2EA1-FE3C-9806FF8BFFA2}"/>
                    </a:ext>
                  </a:extLst>
                </p14:cNvPr>
                <p14:cNvContentPartPr/>
                <p14:nvPr/>
              </p14:nvContentPartPr>
              <p14:xfrm>
                <a:off x="10615425" y="495375"/>
                <a:ext cx="794160" cy="1821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7643491-4E2A-2EA1-FE3C-9806FF8BFFA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609305" y="489255"/>
                  <a:ext cx="806400" cy="18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E5C4028-77E6-120C-E190-7164987245FF}"/>
                    </a:ext>
                  </a:extLst>
                </p14:cNvPr>
                <p14:cNvContentPartPr/>
                <p14:nvPr/>
              </p14:nvContentPartPr>
              <p14:xfrm>
                <a:off x="8375865" y="2471415"/>
                <a:ext cx="79920" cy="6325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E5C4028-77E6-120C-E190-7164987245F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369745" y="2465295"/>
                  <a:ext cx="9216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48522AF-C549-C1F1-3325-FB9018B76ABB}"/>
                    </a:ext>
                  </a:extLst>
                </p14:cNvPr>
                <p14:cNvContentPartPr/>
                <p14:nvPr/>
              </p14:nvContentPartPr>
              <p14:xfrm>
                <a:off x="8230425" y="2397975"/>
                <a:ext cx="291960" cy="75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48522AF-C549-C1F1-3325-FB9018B76AB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224305" y="2391855"/>
                  <a:ext cx="3042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77FC20E-7000-51DA-E749-A24BA31F36CB}"/>
                    </a:ext>
                  </a:extLst>
                </p14:cNvPr>
                <p14:cNvContentPartPr/>
                <p14:nvPr/>
              </p14:nvContentPartPr>
              <p14:xfrm>
                <a:off x="8103705" y="3177375"/>
                <a:ext cx="281520" cy="342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77FC20E-7000-51DA-E749-A24BA31F36C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097585" y="3171255"/>
                  <a:ext cx="2937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706282E-4111-ABD7-BA5F-6E5C44A183A7}"/>
                    </a:ext>
                  </a:extLst>
                </p14:cNvPr>
                <p14:cNvContentPartPr/>
                <p14:nvPr/>
              </p14:nvContentPartPr>
              <p14:xfrm>
                <a:off x="8840265" y="2607135"/>
                <a:ext cx="831960" cy="512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706282E-4111-ABD7-BA5F-6E5C44A183A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834145" y="2601015"/>
                  <a:ext cx="84420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C190C80-9908-9482-493E-735996DC7402}"/>
                    </a:ext>
                  </a:extLst>
                </p14:cNvPr>
                <p14:cNvContentPartPr/>
                <p14:nvPr/>
              </p14:nvContentPartPr>
              <p14:xfrm>
                <a:off x="9724425" y="2633415"/>
                <a:ext cx="72360" cy="630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C190C80-9908-9482-493E-735996DC740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718305" y="2627295"/>
                  <a:ext cx="846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7FD2A49-3090-FE3E-A096-30467B33B284}"/>
                    </a:ext>
                  </a:extLst>
                </p14:cNvPr>
                <p14:cNvContentPartPr/>
                <p14:nvPr/>
              </p14:nvContentPartPr>
              <p14:xfrm>
                <a:off x="9964545" y="2678775"/>
                <a:ext cx="575280" cy="1897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7FD2A49-3090-FE3E-A096-30467B33B28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958425" y="2672655"/>
                  <a:ext cx="587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84F18D3-407E-88A7-9F42-9804E3758819}"/>
                    </a:ext>
                  </a:extLst>
                </p14:cNvPr>
                <p14:cNvContentPartPr/>
                <p14:nvPr/>
              </p14:nvContentPartPr>
              <p14:xfrm>
                <a:off x="10020345" y="3252615"/>
                <a:ext cx="649440" cy="324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84F18D3-407E-88A7-9F42-9804E375881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014225" y="3246495"/>
                  <a:ext cx="661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0F7EF07-9634-82BF-A8D5-77048DDD0EB7}"/>
                    </a:ext>
                  </a:extLst>
                </p14:cNvPr>
                <p14:cNvContentPartPr/>
                <p14:nvPr/>
              </p14:nvContentPartPr>
              <p14:xfrm>
                <a:off x="11052465" y="2529375"/>
                <a:ext cx="229680" cy="3466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0F7EF07-9634-82BF-A8D5-77048DDD0EB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45985" y="2523255"/>
                  <a:ext cx="2419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CA357E8-58B8-284A-47CF-1A329839D948}"/>
                    </a:ext>
                  </a:extLst>
                </p14:cNvPr>
                <p14:cNvContentPartPr/>
                <p14:nvPr/>
              </p14:nvContentPartPr>
              <p14:xfrm>
                <a:off x="11405985" y="2598495"/>
                <a:ext cx="725760" cy="2818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CA357E8-58B8-284A-47CF-1A329839D94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399865" y="2592375"/>
                  <a:ext cx="7380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17D534F-2ACD-5542-0BF7-A97A3684571E}"/>
                    </a:ext>
                  </a:extLst>
                </p14:cNvPr>
                <p14:cNvContentPartPr/>
                <p14:nvPr/>
              </p14:nvContentPartPr>
              <p14:xfrm>
                <a:off x="10308705" y="2944815"/>
                <a:ext cx="329040" cy="8830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17D534F-2ACD-5542-0BF7-A97A3684571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302585" y="2938695"/>
                  <a:ext cx="341280" cy="89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145652A-CB13-C7AB-2A4E-8312A2FA4668}"/>
                    </a:ext>
                  </a:extLst>
                </p14:cNvPr>
                <p14:cNvContentPartPr/>
                <p14:nvPr/>
              </p14:nvContentPartPr>
              <p14:xfrm>
                <a:off x="9416625" y="3527295"/>
                <a:ext cx="1074240" cy="3952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145652A-CB13-C7AB-2A4E-8312A2FA466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410505" y="3521175"/>
                  <a:ext cx="10864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E0881B0-C72E-AB9F-3C47-4F82DD2B36CB}"/>
                    </a:ext>
                  </a:extLst>
                </p14:cNvPr>
                <p14:cNvContentPartPr/>
                <p14:nvPr/>
              </p14:nvContentPartPr>
              <p14:xfrm>
                <a:off x="10742865" y="3846255"/>
                <a:ext cx="379800" cy="2070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E0881B0-C72E-AB9F-3C47-4F82DD2B36C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736745" y="3840135"/>
                  <a:ext cx="3920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6BB0F49-33AD-5C1C-F637-2B101CC8FBEC}"/>
                    </a:ext>
                  </a:extLst>
                </p14:cNvPr>
                <p14:cNvContentPartPr/>
                <p14:nvPr/>
              </p14:nvContentPartPr>
              <p14:xfrm>
                <a:off x="8950785" y="4111575"/>
                <a:ext cx="171720" cy="515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6BB0F49-33AD-5C1C-F637-2B101CC8FBE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944665" y="4105455"/>
                  <a:ext cx="18396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FA90D91-4DFC-E859-947D-1A69C2BB4F6E}"/>
                    </a:ext>
                  </a:extLst>
                </p14:cNvPr>
                <p14:cNvContentPartPr/>
                <p14:nvPr/>
              </p14:nvContentPartPr>
              <p14:xfrm>
                <a:off x="9079665" y="3973335"/>
                <a:ext cx="2700000" cy="9028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FA90D91-4DFC-E859-947D-1A69C2BB4F6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073545" y="3967215"/>
                  <a:ext cx="2712240" cy="9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0A3297D-F1A6-35D6-9EFB-B0DD7226FD04}"/>
                    </a:ext>
                  </a:extLst>
                </p14:cNvPr>
                <p14:cNvContentPartPr/>
                <p14:nvPr/>
              </p14:nvContentPartPr>
              <p14:xfrm>
                <a:off x="7881945" y="1034655"/>
                <a:ext cx="123120" cy="5608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0A3297D-F1A6-35D6-9EFB-B0DD7226FD0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875825" y="1028535"/>
                  <a:ext cx="13536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EDDC5E9-2D25-A918-9540-619E807D806F}"/>
                    </a:ext>
                  </a:extLst>
                </p14:cNvPr>
                <p14:cNvContentPartPr/>
                <p14:nvPr/>
              </p14:nvContentPartPr>
              <p14:xfrm>
                <a:off x="7533465" y="745215"/>
                <a:ext cx="1342800" cy="1288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EDDC5E9-2D25-A918-9540-619E807D806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527345" y="739095"/>
                  <a:ext cx="1355040" cy="13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CF40B68-9937-E8C8-24B1-ADBBC16F97C7}"/>
                    </a:ext>
                  </a:extLst>
                </p14:cNvPr>
                <p14:cNvContentPartPr/>
                <p14:nvPr/>
              </p14:nvContentPartPr>
              <p14:xfrm>
                <a:off x="8583585" y="350655"/>
                <a:ext cx="69120" cy="4417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CF40B68-9937-E8C8-24B1-ADBBC16F97C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577465" y="344535"/>
                  <a:ext cx="8136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C92CA4D-5795-493C-9D89-CFB7E362A460}"/>
                    </a:ext>
                  </a:extLst>
                </p14:cNvPr>
                <p14:cNvContentPartPr/>
                <p14:nvPr/>
              </p14:nvContentPartPr>
              <p14:xfrm>
                <a:off x="8865105" y="397095"/>
                <a:ext cx="26640" cy="219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C92CA4D-5795-493C-9D89-CFB7E362A46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858985" y="390975"/>
                  <a:ext cx="38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7566BF5-370B-5AAE-8A3C-95B66706FD8B}"/>
                    </a:ext>
                  </a:extLst>
                </p14:cNvPr>
                <p14:cNvContentPartPr/>
                <p14:nvPr/>
              </p14:nvContentPartPr>
              <p14:xfrm>
                <a:off x="8894625" y="114135"/>
                <a:ext cx="79560" cy="3826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7566BF5-370B-5AAE-8A3C-95B66706FD8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888505" y="108015"/>
                  <a:ext cx="9180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88BD718-530C-4450-C985-B04D52841E3C}"/>
                    </a:ext>
                  </a:extLst>
                </p14:cNvPr>
                <p14:cNvContentPartPr/>
                <p14:nvPr/>
              </p14:nvContentPartPr>
              <p14:xfrm>
                <a:off x="9389625" y="138615"/>
                <a:ext cx="14040" cy="270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88BD718-530C-4450-C985-B04D52841E3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383505" y="132495"/>
                  <a:ext cx="26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39D0AC1-9BC1-30A6-B691-750613C5C8EC}"/>
                    </a:ext>
                  </a:extLst>
                </p14:cNvPr>
                <p14:cNvContentPartPr/>
                <p14:nvPr/>
              </p14:nvContentPartPr>
              <p14:xfrm>
                <a:off x="8173905" y="26655"/>
                <a:ext cx="980640" cy="977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39D0AC1-9BC1-30A6-B691-750613C5C8E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167785" y="20535"/>
                  <a:ext cx="992880" cy="9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F7B28DB-5C16-4C8B-1570-477786DD4502}"/>
                    </a:ext>
                  </a:extLst>
                </p14:cNvPr>
                <p14:cNvContentPartPr/>
                <p14:nvPr/>
              </p14:nvContentPartPr>
              <p14:xfrm>
                <a:off x="8557665" y="554415"/>
                <a:ext cx="740520" cy="2512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F7B28DB-5C16-4C8B-1570-477786DD450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551545" y="548295"/>
                  <a:ext cx="7527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ACAEB78-5553-EE58-1D78-B76A0BE58F08}"/>
                    </a:ext>
                  </a:extLst>
                </p14:cNvPr>
                <p14:cNvContentPartPr/>
                <p14:nvPr/>
              </p14:nvContentPartPr>
              <p14:xfrm>
                <a:off x="8661705" y="618135"/>
                <a:ext cx="508680" cy="2379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ACAEB78-5553-EE58-1D78-B76A0BE58F0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655585" y="612015"/>
                  <a:ext cx="5209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B6D0F87-9190-7D7E-4C8A-27DDDF15A950}"/>
                    </a:ext>
                  </a:extLst>
                </p14:cNvPr>
                <p14:cNvContentPartPr/>
                <p14:nvPr/>
              </p14:nvContentPartPr>
              <p14:xfrm>
                <a:off x="8839905" y="626415"/>
                <a:ext cx="282600" cy="1360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B6D0F87-9190-7D7E-4C8A-27DDDF15A95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833785" y="620295"/>
                  <a:ext cx="2948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F2C52F9-88C5-4A38-2459-EC232040C5C5}"/>
                    </a:ext>
                  </a:extLst>
                </p14:cNvPr>
                <p14:cNvContentPartPr/>
                <p14:nvPr/>
              </p14:nvContentPartPr>
              <p14:xfrm>
                <a:off x="8978145" y="534975"/>
                <a:ext cx="37080" cy="13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F2C52F9-88C5-4A38-2459-EC232040C5C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972025" y="528855"/>
                  <a:ext cx="493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7471B0E-2E95-B0C1-934D-867CC596EEF3}"/>
                    </a:ext>
                  </a:extLst>
                </p14:cNvPr>
                <p14:cNvContentPartPr/>
                <p14:nvPr/>
              </p14:nvContentPartPr>
              <p14:xfrm>
                <a:off x="9087945" y="465855"/>
                <a:ext cx="12960" cy="54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7471B0E-2E95-B0C1-934D-867CC596EEF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081825" y="459735"/>
                  <a:ext cx="252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16C935A-DD56-8017-A03B-D376ED810F49}"/>
                    </a:ext>
                  </a:extLst>
                </p14:cNvPr>
                <p14:cNvContentPartPr/>
                <p14:nvPr/>
              </p14:nvContentPartPr>
              <p14:xfrm>
                <a:off x="8641905" y="379455"/>
                <a:ext cx="73440" cy="2278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16C935A-DD56-8017-A03B-D376ED810F4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635785" y="373335"/>
                  <a:ext cx="856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2FEA539-69B3-6C41-CD3D-8DD09409701A}"/>
                    </a:ext>
                  </a:extLst>
                </p14:cNvPr>
                <p14:cNvContentPartPr/>
                <p14:nvPr/>
              </p14:nvContentPartPr>
              <p14:xfrm>
                <a:off x="8831625" y="343455"/>
                <a:ext cx="205920" cy="253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2FEA539-69B3-6C41-CD3D-8DD09409701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825505" y="337335"/>
                  <a:ext cx="2181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2D8B1AC-B7A1-859E-A358-82538338C7A4}"/>
                    </a:ext>
                  </a:extLst>
                </p14:cNvPr>
                <p14:cNvContentPartPr/>
                <p14:nvPr/>
              </p14:nvContentPartPr>
              <p14:xfrm>
                <a:off x="9024945" y="581055"/>
                <a:ext cx="32400" cy="75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2D8B1AC-B7A1-859E-A358-82538338C7A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018825" y="574935"/>
                  <a:ext cx="44640" cy="19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90153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D11757F-9D0C-1E91-0FB2-F400F75B19CA}"/>
                  </a:ext>
                </a:extLst>
              </p14:cNvPr>
              <p14:cNvContentPartPr/>
              <p14:nvPr/>
            </p14:nvContentPartPr>
            <p14:xfrm>
              <a:off x="740625" y="650895"/>
              <a:ext cx="23400" cy="452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D11757F-9D0C-1E91-0FB2-F400F75B19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4505" y="644775"/>
                <a:ext cx="3564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5D63872-8389-3BB5-0825-23806CF2F927}"/>
                  </a:ext>
                </a:extLst>
              </p14:cNvPr>
              <p14:cNvContentPartPr/>
              <p14:nvPr/>
            </p14:nvContentPartPr>
            <p14:xfrm>
              <a:off x="798945" y="471975"/>
              <a:ext cx="436320" cy="658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5D63872-8389-3BB5-0825-23806CF2F9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2825" y="465855"/>
                <a:ext cx="448560" cy="67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18F1AB9-9561-52DE-D35E-51E95C475CBD}"/>
                  </a:ext>
                </a:extLst>
              </p14:cNvPr>
              <p14:cNvContentPartPr/>
              <p14:nvPr/>
            </p14:nvContentPartPr>
            <p14:xfrm>
              <a:off x="1324545" y="789855"/>
              <a:ext cx="331920" cy="291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18F1AB9-9561-52DE-D35E-51E95C475C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18425" y="783735"/>
                <a:ext cx="34416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F1A2246-A3CF-AC30-25C8-8047AB46361B}"/>
                  </a:ext>
                </a:extLst>
              </p14:cNvPr>
              <p14:cNvContentPartPr/>
              <p14:nvPr/>
            </p14:nvContentPartPr>
            <p14:xfrm>
              <a:off x="2040225" y="558375"/>
              <a:ext cx="15120" cy="211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F1A2246-A3CF-AC30-25C8-8047AB46361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34105" y="552255"/>
                <a:ext cx="2736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1DA46A0-CF86-3061-B7D6-871A8475B71D}"/>
                  </a:ext>
                </a:extLst>
              </p14:cNvPr>
              <p14:cNvContentPartPr/>
              <p14:nvPr/>
            </p14:nvContentPartPr>
            <p14:xfrm>
              <a:off x="1924305" y="682935"/>
              <a:ext cx="542520" cy="173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1DA46A0-CF86-3061-B7D6-871A8475B71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18185" y="676815"/>
                <a:ext cx="55476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2028693-4158-7BE3-145D-78717CD290AE}"/>
                  </a:ext>
                </a:extLst>
              </p14:cNvPr>
              <p14:cNvContentPartPr/>
              <p14:nvPr/>
            </p14:nvContentPartPr>
            <p14:xfrm>
              <a:off x="2704065" y="559455"/>
              <a:ext cx="32400" cy="12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2028693-4158-7BE3-145D-78717CD290A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97945" y="553335"/>
                <a:ext cx="4464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2C27BEB-6430-C902-DB25-7158EE0E3A1A}"/>
                  </a:ext>
                </a:extLst>
              </p14:cNvPr>
              <p14:cNvContentPartPr/>
              <p14:nvPr/>
            </p14:nvContentPartPr>
            <p14:xfrm>
              <a:off x="3219945" y="532815"/>
              <a:ext cx="50400" cy="425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2C27BEB-6430-C902-DB25-7158EE0E3A1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13825" y="526695"/>
                <a:ext cx="62640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6D4164D-7862-067F-70EF-904C5A961567}"/>
                  </a:ext>
                </a:extLst>
              </p14:cNvPr>
              <p14:cNvContentPartPr/>
              <p14:nvPr/>
            </p14:nvContentPartPr>
            <p14:xfrm>
              <a:off x="3093945" y="634695"/>
              <a:ext cx="870480" cy="493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6D4164D-7862-067F-70EF-904C5A96156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87825" y="628575"/>
                <a:ext cx="88272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6BC15A4-06C8-7B30-6091-727C8E8A7F55}"/>
                  </a:ext>
                </a:extLst>
              </p14:cNvPr>
              <p14:cNvContentPartPr/>
              <p14:nvPr/>
            </p14:nvContentPartPr>
            <p14:xfrm>
              <a:off x="4063065" y="621015"/>
              <a:ext cx="280800" cy="317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6BC15A4-06C8-7B30-6091-727C8E8A7F5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56945" y="614895"/>
                <a:ext cx="29304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694CC34-8416-ACCF-B17A-6FC9B3507689}"/>
                  </a:ext>
                </a:extLst>
              </p14:cNvPr>
              <p14:cNvContentPartPr/>
              <p14:nvPr/>
            </p14:nvContentPartPr>
            <p14:xfrm>
              <a:off x="4915905" y="909375"/>
              <a:ext cx="1015560" cy="20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694CC34-8416-ACCF-B17A-6FC9B350768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909785" y="903255"/>
                <a:ext cx="102780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A27BFD1-02BB-6C70-75CC-F93E6CA3FDD3}"/>
                  </a:ext>
                </a:extLst>
              </p14:cNvPr>
              <p14:cNvContentPartPr/>
              <p14:nvPr/>
            </p14:nvContentPartPr>
            <p14:xfrm>
              <a:off x="6443025" y="625335"/>
              <a:ext cx="83160" cy="5065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A27BFD1-02BB-6C70-75CC-F93E6CA3FDD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36905" y="619215"/>
                <a:ext cx="95400" cy="51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51F9FCC-2F7E-5C4B-205F-FC44CBD9FC88}"/>
                  </a:ext>
                </a:extLst>
              </p14:cNvPr>
              <p14:cNvContentPartPr/>
              <p14:nvPr/>
            </p14:nvContentPartPr>
            <p14:xfrm>
              <a:off x="6602145" y="624255"/>
              <a:ext cx="544320" cy="4302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51F9FCC-2F7E-5C4B-205F-FC44CBD9FC8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596025" y="618135"/>
                <a:ext cx="55656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0A54A92-A38D-693F-4686-A76520E68D1E}"/>
                  </a:ext>
                </a:extLst>
              </p14:cNvPr>
              <p14:cNvContentPartPr/>
              <p14:nvPr/>
            </p14:nvContentPartPr>
            <p14:xfrm>
              <a:off x="7416825" y="752055"/>
              <a:ext cx="221040" cy="2800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0A54A92-A38D-693F-4686-A76520E68D1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10705" y="745935"/>
                <a:ext cx="23328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97B14ED-5CC9-EF3F-6EDB-0D9D0F58D666}"/>
                  </a:ext>
                </a:extLst>
              </p14:cNvPr>
              <p14:cNvContentPartPr/>
              <p14:nvPr/>
            </p14:nvContentPartPr>
            <p14:xfrm>
              <a:off x="7811385" y="811455"/>
              <a:ext cx="438120" cy="2782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97B14ED-5CC9-EF3F-6EDB-0D9D0F58D66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805265" y="805335"/>
                <a:ext cx="45036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E69F7F9-C3F8-D0E9-42AB-CFDB18C7C999}"/>
                  </a:ext>
                </a:extLst>
              </p14:cNvPr>
              <p14:cNvContentPartPr/>
              <p14:nvPr/>
            </p14:nvContentPartPr>
            <p14:xfrm>
              <a:off x="8549745" y="713895"/>
              <a:ext cx="159120" cy="4057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E69F7F9-C3F8-D0E9-42AB-CFDB18C7C99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543625" y="707775"/>
                <a:ext cx="171360" cy="41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6B33F3C-2004-D051-9754-9D98A67502EA}"/>
                  </a:ext>
                </a:extLst>
              </p14:cNvPr>
              <p14:cNvContentPartPr/>
              <p14:nvPr/>
            </p14:nvContentPartPr>
            <p14:xfrm>
              <a:off x="8848905" y="846375"/>
              <a:ext cx="738720" cy="2520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6B33F3C-2004-D051-9754-9D98A67502E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842785" y="840255"/>
                <a:ext cx="75096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2A08C26-1CEC-F484-8067-1369405774E5}"/>
                  </a:ext>
                </a:extLst>
              </p14:cNvPr>
              <p14:cNvContentPartPr/>
              <p14:nvPr/>
            </p14:nvContentPartPr>
            <p14:xfrm>
              <a:off x="9828465" y="675375"/>
              <a:ext cx="235800" cy="5266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2A08C26-1CEC-F484-8067-1369405774E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822345" y="669255"/>
                <a:ext cx="248040" cy="53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120B143-8D08-67D7-6C36-B41B4BC27772}"/>
                  </a:ext>
                </a:extLst>
              </p14:cNvPr>
              <p14:cNvContentPartPr/>
              <p14:nvPr/>
            </p14:nvContentPartPr>
            <p14:xfrm>
              <a:off x="7796265" y="1129335"/>
              <a:ext cx="74520" cy="6112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120B143-8D08-67D7-6C36-B41B4BC2777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790145" y="1123215"/>
                <a:ext cx="86760" cy="62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4DBF287-F9D1-216C-6048-187029E9290C}"/>
                  </a:ext>
                </a:extLst>
              </p14:cNvPr>
              <p14:cNvContentPartPr/>
              <p14:nvPr/>
            </p14:nvContentPartPr>
            <p14:xfrm>
              <a:off x="4818345" y="1742415"/>
              <a:ext cx="2957040" cy="1116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4DBF287-F9D1-216C-6048-187029E9290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812225" y="1736295"/>
                <a:ext cx="296928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6FBE2C1-9DC0-B499-2696-3C16F6DBFE28}"/>
                  </a:ext>
                </a:extLst>
              </p14:cNvPr>
              <p14:cNvContentPartPr/>
              <p14:nvPr/>
            </p14:nvContentPartPr>
            <p14:xfrm>
              <a:off x="7816785" y="1796055"/>
              <a:ext cx="3172680" cy="8366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6FBE2C1-9DC0-B499-2696-3C16F6DBFE2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810665" y="1789935"/>
                <a:ext cx="3184920" cy="84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8C546B7-466C-D707-9FAD-3697C75EE41B}"/>
                  </a:ext>
                </a:extLst>
              </p14:cNvPr>
              <p14:cNvContentPartPr/>
              <p14:nvPr/>
            </p14:nvContentPartPr>
            <p14:xfrm>
              <a:off x="4761465" y="1890015"/>
              <a:ext cx="99720" cy="3927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8C546B7-466C-D707-9FAD-3697C75EE41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55345" y="1883895"/>
                <a:ext cx="11196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B62F550-4B43-4A7D-E60F-76DAEC0F81F8}"/>
                  </a:ext>
                </a:extLst>
              </p14:cNvPr>
              <p14:cNvContentPartPr/>
              <p14:nvPr/>
            </p14:nvContentPartPr>
            <p14:xfrm>
              <a:off x="7889865" y="1949415"/>
              <a:ext cx="36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B62F550-4B43-4A7D-E60F-76DAEC0F81F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883745" y="194329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40A5C34-3ACF-BBB6-F1F4-9C98C1C3A879}"/>
                  </a:ext>
                </a:extLst>
              </p14:cNvPr>
              <p14:cNvContentPartPr/>
              <p14:nvPr/>
            </p14:nvContentPartPr>
            <p14:xfrm>
              <a:off x="7665945" y="1878495"/>
              <a:ext cx="226800" cy="5641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40A5C34-3ACF-BBB6-F1F4-9C98C1C3A87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659825" y="1872375"/>
                <a:ext cx="239040" cy="57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1555940-1D89-14B7-7EE2-E39225C8EFC7}"/>
                  </a:ext>
                </a:extLst>
              </p14:cNvPr>
              <p14:cNvContentPartPr/>
              <p14:nvPr/>
            </p14:nvContentPartPr>
            <p14:xfrm>
              <a:off x="7152585" y="2554215"/>
              <a:ext cx="492840" cy="712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1555940-1D89-14B7-7EE2-E39225C8EFC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146465" y="2548095"/>
                <a:ext cx="50508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B04DFCF-28D5-024A-3A79-318762473F32}"/>
                  </a:ext>
                </a:extLst>
              </p14:cNvPr>
              <p14:cNvContentPartPr/>
              <p14:nvPr/>
            </p14:nvContentPartPr>
            <p14:xfrm>
              <a:off x="7671705" y="2564295"/>
              <a:ext cx="321480" cy="1288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B04DFCF-28D5-024A-3A79-318762473F3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665585" y="2558175"/>
                <a:ext cx="33372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9CEF1F8-268D-18CB-8446-2AF32C36E711}"/>
                  </a:ext>
                </a:extLst>
              </p14:cNvPr>
              <p14:cNvContentPartPr/>
              <p14:nvPr/>
            </p14:nvContentPartPr>
            <p14:xfrm>
              <a:off x="4441425" y="2243535"/>
              <a:ext cx="16200" cy="331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9CEF1F8-268D-18CB-8446-2AF32C36E71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435305" y="2237415"/>
                <a:ext cx="2844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45324B8-0A67-64D3-C2F9-84662EC946EC}"/>
                  </a:ext>
                </a:extLst>
              </p14:cNvPr>
              <p14:cNvContentPartPr/>
              <p14:nvPr/>
            </p14:nvContentPartPr>
            <p14:xfrm>
              <a:off x="4412985" y="2249655"/>
              <a:ext cx="419760" cy="1515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45324B8-0A67-64D3-C2F9-84662EC946E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406865" y="2243535"/>
                <a:ext cx="43200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CC38AC2-E5DC-FBE5-495C-C351BDB2E86D}"/>
                  </a:ext>
                </a:extLst>
              </p14:cNvPr>
              <p14:cNvContentPartPr/>
              <p14:nvPr/>
            </p14:nvContentPartPr>
            <p14:xfrm>
              <a:off x="4707825" y="2219775"/>
              <a:ext cx="307800" cy="1825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CC38AC2-E5DC-FBE5-495C-C351BDB2E86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701705" y="2213655"/>
                <a:ext cx="32004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53EFA30-3D0F-26BF-704D-0981D86C8D49}"/>
                  </a:ext>
                </a:extLst>
              </p14:cNvPr>
              <p14:cNvContentPartPr/>
              <p14:nvPr/>
            </p14:nvContentPartPr>
            <p14:xfrm>
              <a:off x="10478985" y="2708295"/>
              <a:ext cx="246240" cy="1699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53EFA30-3D0F-26BF-704D-0981D86C8D4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472865" y="2702175"/>
                <a:ext cx="2584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3A2AF3F-A13A-62C3-2BB2-7242B85CE4B1}"/>
                  </a:ext>
                </a:extLst>
              </p14:cNvPr>
              <p14:cNvContentPartPr/>
              <p14:nvPr/>
            </p14:nvContentPartPr>
            <p14:xfrm>
              <a:off x="10878945" y="2665095"/>
              <a:ext cx="223200" cy="2422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3A2AF3F-A13A-62C3-2BB2-7242B85CE4B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872825" y="2658975"/>
                <a:ext cx="23544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04A5846-8306-F984-EB73-3AB28DDF7F96}"/>
                  </a:ext>
                </a:extLst>
              </p14:cNvPr>
              <p14:cNvContentPartPr/>
              <p14:nvPr/>
            </p14:nvContentPartPr>
            <p14:xfrm>
              <a:off x="775905" y="2074695"/>
              <a:ext cx="46080" cy="2617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04A5846-8306-F984-EB73-3AB28DDF7F9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69785" y="2068575"/>
                <a:ext cx="5832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6FCEA75-44ED-14AC-8D3D-999D942DE717}"/>
                  </a:ext>
                </a:extLst>
              </p14:cNvPr>
              <p14:cNvContentPartPr/>
              <p14:nvPr/>
            </p14:nvContentPartPr>
            <p14:xfrm>
              <a:off x="717945" y="1792455"/>
              <a:ext cx="486720" cy="7448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6FCEA75-44ED-14AC-8D3D-999D942DE71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11825" y="1786335"/>
                <a:ext cx="498960" cy="75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7C2CE69-84C9-928E-9263-02FEF03E4C0E}"/>
                  </a:ext>
                </a:extLst>
              </p14:cNvPr>
              <p14:cNvContentPartPr/>
              <p14:nvPr/>
            </p14:nvContentPartPr>
            <p14:xfrm>
              <a:off x="1530465" y="2104575"/>
              <a:ext cx="30240" cy="252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7C2CE69-84C9-928E-9263-02FEF03E4C0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524345" y="2098455"/>
                <a:ext cx="424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B34EC84-8B35-F004-C628-9DFA9B620D27}"/>
                  </a:ext>
                </a:extLst>
              </p14:cNvPr>
              <p14:cNvContentPartPr/>
              <p14:nvPr/>
            </p14:nvContentPartPr>
            <p14:xfrm>
              <a:off x="1605705" y="1760055"/>
              <a:ext cx="27000" cy="3934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B34EC84-8B35-F004-C628-9DFA9B620D2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599585" y="1753935"/>
                <a:ext cx="3924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87B356F-B84D-89AC-E33A-7B8EBBA44409}"/>
                  </a:ext>
                </a:extLst>
              </p14:cNvPr>
              <p14:cNvContentPartPr/>
              <p14:nvPr/>
            </p14:nvContentPartPr>
            <p14:xfrm>
              <a:off x="1629825" y="1712895"/>
              <a:ext cx="1076040" cy="3175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87B356F-B84D-89AC-E33A-7B8EBBA4440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623705" y="1706775"/>
                <a:ext cx="108828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590C930-F38A-6970-BED6-A3F5C80D5A0D}"/>
                  </a:ext>
                </a:extLst>
              </p14:cNvPr>
              <p14:cNvContentPartPr/>
              <p14:nvPr/>
            </p14:nvContentPartPr>
            <p14:xfrm>
              <a:off x="2867505" y="1855815"/>
              <a:ext cx="80280" cy="486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590C930-F38A-6970-BED6-A3F5C80D5A0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861385" y="1849695"/>
                <a:ext cx="9252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F436085-2F7D-A57E-5F6D-00399999D42F}"/>
                  </a:ext>
                </a:extLst>
              </p14:cNvPr>
              <p14:cNvContentPartPr/>
              <p14:nvPr/>
            </p14:nvContentPartPr>
            <p14:xfrm>
              <a:off x="243825" y="1335615"/>
              <a:ext cx="3021480" cy="12337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F436085-2F7D-A57E-5F6D-00399999D42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37705" y="1329495"/>
                <a:ext cx="3033720" cy="12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CA315B0-1EDB-5912-C80A-C84A45C1A21D}"/>
                  </a:ext>
                </a:extLst>
              </p14:cNvPr>
              <p14:cNvContentPartPr/>
              <p14:nvPr/>
            </p14:nvContentPartPr>
            <p14:xfrm>
              <a:off x="943665" y="2781015"/>
              <a:ext cx="480600" cy="3801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CA315B0-1EDB-5912-C80A-C84A45C1A21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37545" y="2774895"/>
                <a:ext cx="49284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39EA528-1BB6-B329-1DDC-F0D70D5B8F8D}"/>
                  </a:ext>
                </a:extLst>
              </p14:cNvPr>
              <p14:cNvContentPartPr/>
              <p14:nvPr/>
            </p14:nvContentPartPr>
            <p14:xfrm>
              <a:off x="1773825" y="2660055"/>
              <a:ext cx="212400" cy="5662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39EA528-1BB6-B329-1DDC-F0D70D5B8F8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767705" y="2653935"/>
                <a:ext cx="224640" cy="5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1A13E10-9B20-52A9-131C-44024FF71F4D}"/>
                  </a:ext>
                </a:extLst>
              </p14:cNvPr>
              <p14:cNvContentPartPr/>
              <p14:nvPr/>
            </p14:nvContentPartPr>
            <p14:xfrm>
              <a:off x="256425" y="2275575"/>
              <a:ext cx="2224080" cy="15037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1A13E10-9B20-52A9-131C-44024FF71F4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50305" y="2269455"/>
                <a:ext cx="2236320" cy="151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A9F5A8F-64A2-553F-E5A1-BAB7986BDD88}"/>
                  </a:ext>
                </a:extLst>
              </p14:cNvPr>
              <p14:cNvContentPartPr/>
              <p14:nvPr/>
            </p14:nvContentPartPr>
            <p14:xfrm>
              <a:off x="2567985" y="2999535"/>
              <a:ext cx="21960" cy="280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A9F5A8F-64A2-553F-E5A1-BAB7986BDD8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561865" y="2993415"/>
                <a:ext cx="342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E5E3DB2-53EE-DD4D-99C9-17A67205A494}"/>
                  </a:ext>
                </a:extLst>
              </p14:cNvPr>
              <p14:cNvContentPartPr/>
              <p14:nvPr/>
            </p14:nvContentPartPr>
            <p14:xfrm>
              <a:off x="3828705" y="2610375"/>
              <a:ext cx="354600" cy="1425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E5E3DB2-53EE-DD4D-99C9-17A67205A49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822585" y="2604255"/>
                <a:ext cx="36684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602C5C3-B2E4-B91A-3CC5-5F80A50FC7F9}"/>
                  </a:ext>
                </a:extLst>
              </p14:cNvPr>
              <p14:cNvContentPartPr/>
              <p14:nvPr/>
            </p14:nvContentPartPr>
            <p14:xfrm>
              <a:off x="3798105" y="2898735"/>
              <a:ext cx="190080" cy="5436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602C5C3-B2E4-B91A-3CC5-5F80A50FC7F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791985" y="2892615"/>
                <a:ext cx="202320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46409B5-4D52-22DE-1686-6B2F3CBAD1B6}"/>
                  </a:ext>
                </a:extLst>
              </p14:cNvPr>
              <p14:cNvContentPartPr/>
              <p14:nvPr/>
            </p14:nvContentPartPr>
            <p14:xfrm>
              <a:off x="3295185" y="3463575"/>
              <a:ext cx="822240" cy="828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46409B5-4D52-22DE-1686-6B2F3CBAD1B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289065" y="3457455"/>
                <a:ext cx="83448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B247C43-995F-4436-1818-DA8EC5B9FA86}"/>
                  </a:ext>
                </a:extLst>
              </p14:cNvPr>
              <p14:cNvContentPartPr/>
              <p14:nvPr/>
            </p14:nvContentPartPr>
            <p14:xfrm>
              <a:off x="4270785" y="3208695"/>
              <a:ext cx="475200" cy="3063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B247C43-995F-4436-1818-DA8EC5B9FA8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264665" y="3202575"/>
                <a:ext cx="48744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B86A98A-1FEE-A80F-B55F-BFE7A776C9BE}"/>
                  </a:ext>
                </a:extLst>
              </p14:cNvPr>
              <p14:cNvContentPartPr/>
              <p14:nvPr/>
            </p14:nvContentPartPr>
            <p14:xfrm>
              <a:off x="5061705" y="2976855"/>
              <a:ext cx="187200" cy="4960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B86A98A-1FEE-A80F-B55F-BFE7A776C9B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055585" y="2970735"/>
                <a:ext cx="199440" cy="50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4FC4B49-F13D-40B5-85B9-39E475A1AC04}"/>
                  </a:ext>
                </a:extLst>
              </p14:cNvPr>
              <p14:cNvContentPartPr/>
              <p14:nvPr/>
            </p14:nvContentPartPr>
            <p14:xfrm>
              <a:off x="4899705" y="3270255"/>
              <a:ext cx="379800" cy="198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4FC4B49-F13D-40B5-85B9-39E475A1AC0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893585" y="3264135"/>
                <a:ext cx="3920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61DF412-EF4F-AC4F-215E-73EA178D7B4A}"/>
                  </a:ext>
                </a:extLst>
              </p14:cNvPr>
              <p14:cNvContentPartPr/>
              <p14:nvPr/>
            </p14:nvContentPartPr>
            <p14:xfrm>
              <a:off x="5521785" y="3242535"/>
              <a:ext cx="41400" cy="158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61DF412-EF4F-AC4F-215E-73EA178D7B4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515665" y="3236415"/>
                <a:ext cx="536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93ADD98-93D3-96F0-7C61-20914853F807}"/>
                  </a:ext>
                </a:extLst>
              </p14:cNvPr>
              <p14:cNvContentPartPr/>
              <p14:nvPr/>
            </p14:nvContentPartPr>
            <p14:xfrm>
              <a:off x="6921825" y="3170175"/>
              <a:ext cx="241560" cy="4860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93ADD98-93D3-96F0-7C61-20914853F80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915705" y="3164055"/>
                <a:ext cx="253800" cy="4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7AAD3E3-1DA9-8A20-362C-0D636324C134}"/>
                  </a:ext>
                </a:extLst>
              </p14:cNvPr>
              <p14:cNvContentPartPr/>
              <p14:nvPr/>
            </p14:nvContentPartPr>
            <p14:xfrm>
              <a:off x="7248705" y="2973975"/>
              <a:ext cx="168480" cy="763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7AAD3E3-1DA9-8A20-362C-0D636324C13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242585" y="2967855"/>
                <a:ext cx="1807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CC2B9FD-AE74-CEB4-0086-51523ABABF5C}"/>
                  </a:ext>
                </a:extLst>
              </p14:cNvPr>
              <p14:cNvContentPartPr/>
              <p14:nvPr/>
            </p14:nvContentPartPr>
            <p14:xfrm>
              <a:off x="7164105" y="3321735"/>
              <a:ext cx="120240" cy="43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CC2B9FD-AE74-CEB4-0086-51523ABABF5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157985" y="3315615"/>
                <a:ext cx="13248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6F1EFE6-D076-28A6-D364-76CF43DBE742}"/>
                  </a:ext>
                </a:extLst>
              </p14:cNvPr>
              <p14:cNvContentPartPr/>
              <p14:nvPr/>
            </p14:nvContentPartPr>
            <p14:xfrm>
              <a:off x="7454625" y="3184575"/>
              <a:ext cx="226800" cy="3531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6F1EFE6-D076-28A6-D364-76CF43DBE74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448505" y="3178455"/>
                <a:ext cx="23904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41D21D6-22E7-89B5-B390-501BDE7D1936}"/>
                  </a:ext>
                </a:extLst>
              </p14:cNvPr>
              <p14:cNvContentPartPr/>
              <p14:nvPr/>
            </p14:nvContentPartPr>
            <p14:xfrm>
              <a:off x="7754145" y="3400935"/>
              <a:ext cx="83520" cy="2318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41D21D6-22E7-89B5-B390-501BDE7D193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748025" y="3394815"/>
                <a:ext cx="9576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EBB07B5-5C91-6281-6180-4C45A4ED4B12}"/>
                  </a:ext>
                </a:extLst>
              </p14:cNvPr>
              <p14:cNvContentPartPr/>
              <p14:nvPr/>
            </p14:nvContentPartPr>
            <p14:xfrm>
              <a:off x="8022345" y="3316335"/>
              <a:ext cx="522000" cy="1796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EBB07B5-5C91-6281-6180-4C45A4ED4B1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016225" y="3310215"/>
                <a:ext cx="5342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9E8C6EC3-10DF-C8FF-968A-9B5465C57FEE}"/>
                  </a:ext>
                </a:extLst>
              </p14:cNvPr>
              <p14:cNvContentPartPr/>
              <p14:nvPr/>
            </p14:nvContentPartPr>
            <p14:xfrm>
              <a:off x="8548305" y="3312375"/>
              <a:ext cx="195840" cy="302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9E8C6EC3-10DF-C8FF-968A-9B5465C57FE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542185" y="3306255"/>
                <a:ext cx="20808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22DD830-CEE3-8D31-5121-B9FF9EC64774}"/>
                  </a:ext>
                </a:extLst>
              </p14:cNvPr>
              <p14:cNvContentPartPr/>
              <p14:nvPr/>
            </p14:nvContentPartPr>
            <p14:xfrm>
              <a:off x="10313745" y="3373215"/>
              <a:ext cx="563400" cy="48564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22DD830-CEE3-8D31-5121-B9FF9EC6477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307625" y="3367095"/>
                <a:ext cx="575640" cy="4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3FDED25-A824-FEAE-3ECC-E33CFC38B8F9}"/>
                  </a:ext>
                </a:extLst>
              </p14:cNvPr>
              <p14:cNvContentPartPr/>
              <p14:nvPr/>
            </p14:nvContentPartPr>
            <p14:xfrm>
              <a:off x="10948785" y="3552855"/>
              <a:ext cx="460080" cy="3121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3FDED25-A824-FEAE-3ECC-E33CFC38B8F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942665" y="3546735"/>
                <a:ext cx="47232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F68AA98A-AD2E-0CAC-7BF2-AADE48811326}"/>
                  </a:ext>
                </a:extLst>
              </p14:cNvPr>
              <p14:cNvContentPartPr/>
              <p14:nvPr/>
            </p14:nvContentPartPr>
            <p14:xfrm>
              <a:off x="11287545" y="3643935"/>
              <a:ext cx="209160" cy="1112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F68AA98A-AD2E-0CAC-7BF2-AADE4881132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1281425" y="3637815"/>
                <a:ext cx="22140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68931DB-8E61-9AEA-2EDE-4613F26435F4}"/>
                  </a:ext>
                </a:extLst>
              </p14:cNvPr>
              <p14:cNvContentPartPr/>
              <p14:nvPr/>
            </p14:nvContentPartPr>
            <p14:xfrm>
              <a:off x="11462865" y="3578775"/>
              <a:ext cx="72360" cy="1792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68931DB-8E61-9AEA-2EDE-4613F26435F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1456745" y="3572655"/>
                <a:ext cx="846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7E44B49-F4C9-E70B-A287-3A02E011A212}"/>
                  </a:ext>
                </a:extLst>
              </p14:cNvPr>
              <p14:cNvContentPartPr/>
              <p14:nvPr/>
            </p14:nvContentPartPr>
            <p14:xfrm>
              <a:off x="11614785" y="3743295"/>
              <a:ext cx="115920" cy="13320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7E44B49-F4C9-E70B-A287-3A02E011A21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1608665" y="3737175"/>
                <a:ext cx="12816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AD73320-0BE2-B8E3-2061-1411941375CA}"/>
                  </a:ext>
                </a:extLst>
              </p14:cNvPr>
              <p14:cNvContentPartPr/>
              <p14:nvPr/>
            </p14:nvContentPartPr>
            <p14:xfrm>
              <a:off x="11827545" y="3757695"/>
              <a:ext cx="18720" cy="867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AD73320-0BE2-B8E3-2061-1411941375C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1821425" y="3751575"/>
                <a:ext cx="3096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9476CEE8-7E4E-4A60-A20F-90836388E871}"/>
                  </a:ext>
                </a:extLst>
              </p14:cNvPr>
              <p14:cNvContentPartPr/>
              <p14:nvPr/>
            </p14:nvContentPartPr>
            <p14:xfrm>
              <a:off x="11620545" y="3811335"/>
              <a:ext cx="234720" cy="835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9476CEE8-7E4E-4A60-A20F-90836388E87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1614425" y="3805215"/>
                <a:ext cx="24696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BEC843E-DDC3-EFB7-6FDD-3054FCAC3EA5}"/>
                  </a:ext>
                </a:extLst>
              </p14:cNvPr>
              <p14:cNvContentPartPr/>
              <p14:nvPr/>
            </p14:nvContentPartPr>
            <p14:xfrm>
              <a:off x="3337305" y="3866055"/>
              <a:ext cx="8553600" cy="10368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BEC843E-DDC3-EFB7-6FDD-3054FCAC3EA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331185" y="3859935"/>
                <a:ext cx="8565840" cy="10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8046C03-2F0D-7036-0794-474D18B87D22}"/>
                  </a:ext>
                </a:extLst>
              </p14:cNvPr>
              <p14:cNvContentPartPr/>
              <p14:nvPr/>
            </p14:nvContentPartPr>
            <p14:xfrm>
              <a:off x="4110225" y="4280415"/>
              <a:ext cx="127080" cy="5907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8046C03-2F0D-7036-0794-474D18B87D2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104105" y="4274295"/>
                <a:ext cx="13932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76751E3-0FDA-7153-74E0-CEC3E29E49AE}"/>
                  </a:ext>
                </a:extLst>
              </p14:cNvPr>
              <p14:cNvContentPartPr/>
              <p14:nvPr/>
            </p14:nvContentPartPr>
            <p14:xfrm>
              <a:off x="4301025" y="4894575"/>
              <a:ext cx="155880" cy="1609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76751E3-0FDA-7153-74E0-CEC3E29E49AE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294905" y="4888455"/>
                <a:ext cx="16812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6C498C4-21E0-FE21-659B-E26DA84CA387}"/>
                  </a:ext>
                </a:extLst>
              </p14:cNvPr>
              <p14:cNvContentPartPr/>
              <p14:nvPr/>
            </p14:nvContentPartPr>
            <p14:xfrm>
              <a:off x="4891785" y="4416135"/>
              <a:ext cx="276840" cy="5252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6C498C4-21E0-FE21-659B-E26DA84CA38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885665" y="4410015"/>
                <a:ext cx="28908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5AF7DA0-8117-55F4-B750-9FBC45AAEF93}"/>
                  </a:ext>
                </a:extLst>
              </p14:cNvPr>
              <p14:cNvContentPartPr/>
              <p14:nvPr/>
            </p14:nvContentPartPr>
            <p14:xfrm>
              <a:off x="5332065" y="4591095"/>
              <a:ext cx="508680" cy="6040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5AF7DA0-8117-55F4-B750-9FBC45AAEF93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325945" y="4584975"/>
                <a:ext cx="520920" cy="61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2663896-6E67-C95E-E394-6069AF73EF77}"/>
                  </a:ext>
                </a:extLst>
              </p14:cNvPr>
              <p14:cNvContentPartPr/>
              <p14:nvPr/>
            </p14:nvContentPartPr>
            <p14:xfrm>
              <a:off x="2991345" y="4348095"/>
              <a:ext cx="456840" cy="4557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2663896-6E67-C95E-E394-6069AF73EF7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985225" y="4341975"/>
                <a:ext cx="469080" cy="4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70A6EDE9-5AE9-E408-6C30-610B7975829F}"/>
                  </a:ext>
                </a:extLst>
              </p14:cNvPr>
              <p14:cNvContentPartPr/>
              <p14:nvPr/>
            </p14:nvContentPartPr>
            <p14:xfrm>
              <a:off x="3460785" y="4809975"/>
              <a:ext cx="178560" cy="2008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70A6EDE9-5AE9-E408-6C30-610B7975829F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454665" y="4803855"/>
                <a:ext cx="19080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6508D4B2-1628-A11B-8522-98E0A9046179}"/>
                  </a:ext>
                </a:extLst>
              </p14:cNvPr>
              <p14:cNvContentPartPr/>
              <p14:nvPr/>
            </p14:nvContentPartPr>
            <p14:xfrm>
              <a:off x="2373945" y="4789095"/>
              <a:ext cx="184680" cy="2332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6508D4B2-1628-A11B-8522-98E0A9046179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367825" y="4782975"/>
                <a:ext cx="19692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7932FAB-A126-D7C7-5B98-2E3BC8283EA2}"/>
                  </a:ext>
                </a:extLst>
              </p14:cNvPr>
              <p14:cNvContentPartPr/>
              <p14:nvPr/>
            </p14:nvContentPartPr>
            <p14:xfrm>
              <a:off x="1243185" y="4524855"/>
              <a:ext cx="658800" cy="2628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7932FAB-A126-D7C7-5B98-2E3BC8283EA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237065" y="4518735"/>
                <a:ext cx="6710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F8B19061-A235-242E-0781-E482EDBD9897}"/>
                  </a:ext>
                </a:extLst>
              </p14:cNvPr>
              <p14:cNvContentPartPr/>
              <p14:nvPr/>
            </p14:nvContentPartPr>
            <p14:xfrm>
              <a:off x="2026185" y="4258095"/>
              <a:ext cx="125280" cy="3776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F8B19061-A235-242E-0781-E482EDBD9897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020065" y="4251975"/>
                <a:ext cx="13752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2934E47C-79F9-7413-5930-2358E0EC6216}"/>
                  </a:ext>
                </a:extLst>
              </p14:cNvPr>
              <p14:cNvContentPartPr/>
              <p14:nvPr/>
            </p14:nvContentPartPr>
            <p14:xfrm>
              <a:off x="881025" y="4602255"/>
              <a:ext cx="276840" cy="2102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2934E47C-79F9-7413-5930-2358E0EC6216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74905" y="4596135"/>
                <a:ext cx="28908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43415B77-CA77-25DE-98EA-39078691A0C3}"/>
                  </a:ext>
                </a:extLst>
              </p14:cNvPr>
              <p14:cNvContentPartPr/>
              <p14:nvPr/>
            </p14:nvContentPartPr>
            <p14:xfrm>
              <a:off x="407985" y="4385175"/>
              <a:ext cx="331920" cy="640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43415B77-CA77-25DE-98EA-39078691A0C3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01865" y="4379055"/>
                <a:ext cx="3441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4386B308-0929-4E13-0899-115E20824B71}"/>
                  </a:ext>
                </a:extLst>
              </p14:cNvPr>
              <p14:cNvContentPartPr/>
              <p14:nvPr/>
            </p14:nvContentPartPr>
            <p14:xfrm>
              <a:off x="966705" y="4057215"/>
              <a:ext cx="281520" cy="3974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4386B308-0929-4E13-0899-115E20824B7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60585" y="4051095"/>
                <a:ext cx="29376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D824652A-0074-85A4-E1C5-CF63A346E971}"/>
                  </a:ext>
                </a:extLst>
              </p14:cNvPr>
              <p14:cNvContentPartPr/>
              <p14:nvPr/>
            </p14:nvContentPartPr>
            <p14:xfrm>
              <a:off x="1371345" y="4415055"/>
              <a:ext cx="17640" cy="1692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D824652A-0074-85A4-E1C5-CF63A346E971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365225" y="4408935"/>
                <a:ext cx="298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BC16FD18-CB46-7BC6-18F9-9601E72F9EE3}"/>
                  </a:ext>
                </a:extLst>
              </p14:cNvPr>
              <p14:cNvContentPartPr/>
              <p14:nvPr/>
            </p14:nvContentPartPr>
            <p14:xfrm>
              <a:off x="103425" y="3486975"/>
              <a:ext cx="6546240" cy="23194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BC16FD18-CB46-7BC6-18F9-9601E72F9EE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7305" y="3480855"/>
                <a:ext cx="6558480" cy="233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80C446E-6616-3D6F-4650-EF7D86308C2B}"/>
              </a:ext>
            </a:extLst>
          </p:cNvPr>
          <p:cNvGrpSpPr/>
          <p:nvPr/>
        </p:nvGrpSpPr>
        <p:grpSpPr>
          <a:xfrm>
            <a:off x="7004265" y="4114815"/>
            <a:ext cx="1836000" cy="2057760"/>
            <a:chOff x="7004265" y="4114815"/>
            <a:chExt cx="1836000" cy="205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16C6AD6-9CE6-2F47-4563-9D263296ADA7}"/>
                    </a:ext>
                  </a:extLst>
                </p14:cNvPr>
                <p14:cNvContentPartPr/>
                <p14:nvPr/>
              </p14:nvContentPartPr>
              <p14:xfrm>
                <a:off x="7952865" y="4114815"/>
                <a:ext cx="303840" cy="1268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16C6AD6-9CE6-2F47-4563-9D263296ADA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946745" y="4108695"/>
                  <a:ext cx="316080" cy="12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CB0BB2F-2929-A34C-0B55-ECB4AC11FF69}"/>
                    </a:ext>
                  </a:extLst>
                </p14:cNvPr>
                <p14:cNvContentPartPr/>
                <p14:nvPr/>
              </p14:nvContentPartPr>
              <p14:xfrm>
                <a:off x="7676385" y="5493975"/>
                <a:ext cx="196920" cy="379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CB0BB2F-2929-A34C-0B55-ECB4AC11FF6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670265" y="5487855"/>
                  <a:ext cx="20916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7F59353-5BB5-C246-3096-8A864270D4F0}"/>
                    </a:ext>
                  </a:extLst>
                </p14:cNvPr>
                <p14:cNvContentPartPr/>
                <p14:nvPr/>
              </p14:nvContentPartPr>
              <p14:xfrm>
                <a:off x="8069505" y="5673255"/>
                <a:ext cx="78120" cy="385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7F59353-5BB5-C246-3096-8A864270D4F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063385" y="5667135"/>
                  <a:ext cx="903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44A06B4-AA43-7920-F536-9B66129ED9CC}"/>
                    </a:ext>
                  </a:extLst>
                </p14:cNvPr>
                <p14:cNvContentPartPr/>
                <p14:nvPr/>
              </p14:nvContentPartPr>
              <p14:xfrm>
                <a:off x="8100105" y="5537535"/>
                <a:ext cx="279000" cy="352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44A06B4-AA43-7920-F536-9B66129ED9C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93985" y="5531415"/>
                  <a:ext cx="29124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0C5CD9F-488D-1222-F460-AFA6F71AD4A9}"/>
                    </a:ext>
                  </a:extLst>
                </p14:cNvPr>
                <p14:cNvContentPartPr/>
                <p14:nvPr/>
              </p14:nvContentPartPr>
              <p14:xfrm>
                <a:off x="8486745" y="5302815"/>
                <a:ext cx="196920" cy="69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0C5CD9F-488D-1222-F460-AFA6F71AD4A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80625" y="5296695"/>
                  <a:ext cx="209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1AE84AD-8B9F-5BFC-A202-4A5B5CF54E51}"/>
                    </a:ext>
                  </a:extLst>
                </p14:cNvPr>
                <p14:cNvContentPartPr/>
                <p14:nvPr/>
              </p14:nvContentPartPr>
              <p14:xfrm>
                <a:off x="7004265" y="5220735"/>
                <a:ext cx="1819440" cy="9518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1AE84AD-8B9F-5BFC-A202-4A5B5CF54E5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998145" y="5214615"/>
                  <a:ext cx="1831680" cy="9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56C3DD8-C775-42AF-4BD6-F77B055C8EDB}"/>
                    </a:ext>
                  </a:extLst>
                </p14:cNvPr>
                <p14:cNvContentPartPr/>
                <p14:nvPr/>
              </p14:nvContentPartPr>
              <p14:xfrm>
                <a:off x="8795265" y="5756415"/>
                <a:ext cx="45000" cy="37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56C3DD8-C775-42AF-4BD6-F77B055C8ED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789145" y="5750295"/>
                  <a:ext cx="5724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32C5A7E-9510-8598-547E-8A1F6FED457B}"/>
              </a:ext>
            </a:extLst>
          </p:cNvPr>
          <p:cNvGrpSpPr/>
          <p:nvPr/>
        </p:nvGrpSpPr>
        <p:grpSpPr>
          <a:xfrm>
            <a:off x="8391345" y="1999455"/>
            <a:ext cx="1933560" cy="1026000"/>
            <a:chOff x="8391345" y="1999455"/>
            <a:chExt cx="1933560" cy="102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DF6F6A1-C95B-F1EB-0E2E-FDCF06612DD9}"/>
                    </a:ext>
                  </a:extLst>
                </p14:cNvPr>
                <p14:cNvContentPartPr/>
                <p14:nvPr/>
              </p14:nvContentPartPr>
              <p14:xfrm>
                <a:off x="8756385" y="2362335"/>
                <a:ext cx="259560" cy="3495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DF6F6A1-C95B-F1EB-0E2E-FDCF06612DD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750265" y="2356215"/>
                  <a:ext cx="27180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40F9714-3150-9E48-B715-7C55F67AF097}"/>
                    </a:ext>
                  </a:extLst>
                </p14:cNvPr>
                <p14:cNvContentPartPr/>
                <p14:nvPr/>
              </p14:nvContentPartPr>
              <p14:xfrm>
                <a:off x="9182625" y="2566455"/>
                <a:ext cx="34560" cy="43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40F9714-3150-9E48-B715-7C55F67AF09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176505" y="2560335"/>
                  <a:ext cx="46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CE63FAD-1F8E-41D0-1021-26643BD4C154}"/>
                    </a:ext>
                  </a:extLst>
                </p14:cNvPr>
                <p14:cNvContentPartPr/>
                <p14:nvPr/>
              </p14:nvContentPartPr>
              <p14:xfrm>
                <a:off x="9452265" y="2363775"/>
                <a:ext cx="236880" cy="272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CE63FAD-1F8E-41D0-1021-26643BD4C15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446145" y="2357655"/>
                  <a:ext cx="2491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1035BC8-ADC3-3D6D-0383-7B029E2BB987}"/>
                    </a:ext>
                  </a:extLst>
                </p14:cNvPr>
                <p14:cNvContentPartPr/>
                <p14:nvPr/>
              </p14:nvContentPartPr>
              <p14:xfrm>
                <a:off x="9382785" y="2423535"/>
                <a:ext cx="129240" cy="3099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1035BC8-ADC3-3D6D-0383-7B029E2BB98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76665" y="2417415"/>
                  <a:ext cx="1414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FB6A561-5915-E4A8-00C2-44B640E33578}"/>
                    </a:ext>
                  </a:extLst>
                </p14:cNvPr>
                <p14:cNvContentPartPr/>
                <p14:nvPr/>
              </p14:nvContentPartPr>
              <p14:xfrm>
                <a:off x="9725865" y="2415255"/>
                <a:ext cx="184680" cy="308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FB6A561-5915-E4A8-00C2-44B640E3357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719745" y="2409135"/>
                  <a:ext cx="1969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3FEBE4D-E13A-A1C0-E585-533379A022E9}"/>
                    </a:ext>
                  </a:extLst>
                </p14:cNvPr>
                <p14:cNvContentPartPr/>
                <p14:nvPr/>
              </p14:nvContentPartPr>
              <p14:xfrm>
                <a:off x="9923505" y="2501655"/>
                <a:ext cx="198000" cy="258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3FEBE4D-E13A-A1C0-E585-533379A022E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917385" y="2495535"/>
                  <a:ext cx="2102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F0A59EA-1C4D-7CD9-9EC4-D9633FD28823}"/>
                    </a:ext>
                  </a:extLst>
                </p14:cNvPr>
                <p14:cNvContentPartPr/>
                <p14:nvPr/>
              </p14:nvContentPartPr>
              <p14:xfrm>
                <a:off x="8391345" y="1999455"/>
                <a:ext cx="1933560" cy="1020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F0A59EA-1C4D-7CD9-9EC4-D9633FD2882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385225" y="1993335"/>
                  <a:ext cx="1945800" cy="10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0A93D08-D140-CA02-9270-D1EE594A3D7E}"/>
                    </a:ext>
                  </a:extLst>
                </p14:cNvPr>
                <p14:cNvContentPartPr/>
                <p14:nvPr/>
              </p14:nvContentPartPr>
              <p14:xfrm>
                <a:off x="9578265" y="3020055"/>
                <a:ext cx="17640" cy="54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0A93D08-D140-CA02-9270-D1EE594A3D7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572145" y="3013935"/>
                  <a:ext cx="29880" cy="1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93151CC0-FE49-4D76-07C6-C5C6CF1482F8}"/>
                  </a:ext>
                </a:extLst>
              </p14:cNvPr>
              <p14:cNvContentPartPr/>
              <p14:nvPr/>
            </p14:nvContentPartPr>
            <p14:xfrm>
              <a:off x="11303025" y="4182495"/>
              <a:ext cx="105480" cy="63504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93151CC0-FE49-4D76-07C6-C5C6CF1482F8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1296905" y="4176375"/>
                <a:ext cx="117720" cy="64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1EF9CD5-FC74-A1A1-A555-F4AAEBD3275C}"/>
              </a:ext>
            </a:extLst>
          </p:cNvPr>
          <p:cNvGrpSpPr/>
          <p:nvPr/>
        </p:nvGrpSpPr>
        <p:grpSpPr>
          <a:xfrm>
            <a:off x="9484305" y="4793775"/>
            <a:ext cx="2981520" cy="2077920"/>
            <a:chOff x="9484305" y="4793775"/>
            <a:chExt cx="2981520" cy="20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31E4563-B61A-34B2-0F45-CABF4A2B2587}"/>
                    </a:ext>
                  </a:extLst>
                </p14:cNvPr>
                <p14:cNvContentPartPr/>
                <p14:nvPr/>
              </p14:nvContentPartPr>
              <p14:xfrm>
                <a:off x="9914865" y="5095815"/>
                <a:ext cx="717480" cy="299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31E4563-B61A-34B2-0F45-CABF4A2B258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908745" y="5089695"/>
                  <a:ext cx="7297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B54FF91-A474-8C71-EEF5-5373637BE955}"/>
                    </a:ext>
                  </a:extLst>
                </p14:cNvPr>
                <p14:cNvContentPartPr/>
                <p14:nvPr/>
              </p14:nvContentPartPr>
              <p14:xfrm>
                <a:off x="10834305" y="5051535"/>
                <a:ext cx="261000" cy="4748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B54FF91-A474-8C71-EEF5-5373637BE95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828185" y="5045415"/>
                  <a:ext cx="27324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8DDB197-C61B-7010-D5EF-5916C7ABBCDC}"/>
                    </a:ext>
                  </a:extLst>
                </p14:cNvPr>
                <p14:cNvContentPartPr/>
                <p14:nvPr/>
              </p14:nvContentPartPr>
              <p14:xfrm>
                <a:off x="10811625" y="5343855"/>
                <a:ext cx="181080" cy="270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8DDB197-C61B-7010-D5EF-5916C7ABBCD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805505" y="5337735"/>
                  <a:ext cx="193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3EB3E52-7351-79F6-61B4-2DE3C40B3DB8}"/>
                    </a:ext>
                  </a:extLst>
                </p14:cNvPr>
                <p14:cNvContentPartPr/>
                <p14:nvPr/>
              </p14:nvContentPartPr>
              <p14:xfrm>
                <a:off x="11125905" y="5181495"/>
                <a:ext cx="359280" cy="411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3EB3E52-7351-79F6-61B4-2DE3C40B3DB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119785" y="5175375"/>
                  <a:ext cx="37152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492E85D-ACFC-7576-CA1B-72BFBB345040}"/>
                    </a:ext>
                  </a:extLst>
                </p14:cNvPr>
                <p14:cNvContentPartPr/>
                <p14:nvPr/>
              </p14:nvContentPartPr>
              <p14:xfrm>
                <a:off x="11648265" y="5390295"/>
                <a:ext cx="195480" cy="242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492E85D-ACFC-7576-CA1B-72BFBB34504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642145" y="5384175"/>
                  <a:ext cx="2077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EB7E360-778C-06C8-8D26-C0C7B27BFB9A}"/>
                    </a:ext>
                  </a:extLst>
                </p14:cNvPr>
                <p14:cNvContentPartPr/>
                <p14:nvPr/>
              </p14:nvContentPartPr>
              <p14:xfrm>
                <a:off x="11907465" y="5176455"/>
                <a:ext cx="78120" cy="684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EB7E360-778C-06C8-8D26-C0C7B27BFB9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901345" y="5170335"/>
                  <a:ext cx="903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DFC32A8-662A-F2A4-DC0A-1B970AF1EFEF}"/>
                    </a:ext>
                  </a:extLst>
                </p14:cNvPr>
                <p14:cNvContentPartPr/>
                <p14:nvPr/>
              </p14:nvContentPartPr>
              <p14:xfrm>
                <a:off x="9754305" y="5788455"/>
                <a:ext cx="1980720" cy="210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DFC32A8-662A-F2A4-DC0A-1B970AF1EFE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748185" y="5782335"/>
                  <a:ext cx="19929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600AF1C-7B25-621A-5C55-D44B6FB283BF}"/>
                    </a:ext>
                  </a:extLst>
                </p14:cNvPr>
                <p14:cNvContentPartPr/>
                <p14:nvPr/>
              </p14:nvContentPartPr>
              <p14:xfrm>
                <a:off x="9484305" y="4868655"/>
                <a:ext cx="487440" cy="8542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600AF1C-7B25-621A-5C55-D44B6FB283B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478185" y="4862535"/>
                  <a:ext cx="499680" cy="86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6C0EBE5-63E6-3A51-9E1B-248D73823BA5}"/>
                    </a:ext>
                  </a:extLst>
                </p14:cNvPr>
                <p14:cNvContentPartPr/>
                <p14:nvPr/>
              </p14:nvContentPartPr>
              <p14:xfrm>
                <a:off x="10011705" y="4793775"/>
                <a:ext cx="2454120" cy="14036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6C0EBE5-63E6-3A51-9E1B-248D73823BA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005585" y="4787655"/>
                  <a:ext cx="2466360" cy="14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8CF779A-385C-CFC0-364E-76EDF3124CCC}"/>
                    </a:ext>
                  </a:extLst>
                </p14:cNvPr>
                <p14:cNvContentPartPr/>
                <p14:nvPr/>
              </p14:nvContentPartPr>
              <p14:xfrm>
                <a:off x="9830625" y="6006975"/>
                <a:ext cx="585720" cy="5184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8CF779A-385C-CFC0-364E-76EDF3124CC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824505" y="6000855"/>
                  <a:ext cx="59796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9254077-25A2-F074-5090-9C6E95CB8DDD}"/>
                    </a:ext>
                  </a:extLst>
                </p14:cNvPr>
                <p14:cNvContentPartPr/>
                <p14:nvPr/>
              </p14:nvContentPartPr>
              <p14:xfrm>
                <a:off x="10931505" y="6154575"/>
                <a:ext cx="50400" cy="384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9254077-25A2-F074-5090-9C6E95CB8DD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925385" y="6148455"/>
                  <a:ext cx="626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08D489F-6A53-9CE4-6B81-FA5AC8AC336C}"/>
                    </a:ext>
                  </a:extLst>
                </p14:cNvPr>
                <p14:cNvContentPartPr/>
                <p14:nvPr/>
              </p14:nvContentPartPr>
              <p14:xfrm>
                <a:off x="10677705" y="6352215"/>
                <a:ext cx="403920" cy="979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08D489F-6A53-9CE4-6B81-FA5AC8AC336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671585" y="6346095"/>
                  <a:ext cx="4161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B073C91-1984-480E-28B3-B6C59B7DFDA8}"/>
                    </a:ext>
                  </a:extLst>
                </p14:cNvPr>
                <p14:cNvContentPartPr/>
                <p14:nvPr/>
              </p14:nvContentPartPr>
              <p14:xfrm>
                <a:off x="11362425" y="6212175"/>
                <a:ext cx="137160" cy="439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B073C91-1984-480E-28B3-B6C59B7DFDA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356305" y="6206055"/>
                  <a:ext cx="14940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A0307F5-C986-A13D-720E-4CDD680BFDA6}"/>
                    </a:ext>
                  </a:extLst>
                </p14:cNvPr>
                <p14:cNvContentPartPr/>
                <p14:nvPr/>
              </p14:nvContentPartPr>
              <p14:xfrm>
                <a:off x="11513265" y="6330615"/>
                <a:ext cx="465480" cy="5410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A0307F5-C986-A13D-720E-4CDD680BFDA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507145" y="6324495"/>
                  <a:ext cx="47772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0583AE0-B0C4-3B02-824B-BCD4446F6511}"/>
                    </a:ext>
                  </a:extLst>
                </p14:cNvPr>
                <p14:cNvContentPartPr/>
                <p14:nvPr/>
              </p14:nvContentPartPr>
              <p14:xfrm>
                <a:off x="12081345" y="6463950"/>
                <a:ext cx="19800" cy="496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0583AE0-B0C4-3B02-824B-BCD4446F651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2075225" y="6457830"/>
                  <a:ext cx="32040" cy="6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98769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4CD2F01-CCDE-EDA7-D42F-2FC041C06909}"/>
              </a:ext>
            </a:extLst>
          </p:cNvPr>
          <p:cNvGrpSpPr/>
          <p:nvPr/>
        </p:nvGrpSpPr>
        <p:grpSpPr>
          <a:xfrm>
            <a:off x="852945" y="698055"/>
            <a:ext cx="2728080" cy="647280"/>
            <a:chOff x="852945" y="698055"/>
            <a:chExt cx="2728080" cy="64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4F6D663-67ED-AC2B-9DE0-1A9FCB8955A5}"/>
                    </a:ext>
                  </a:extLst>
                </p14:cNvPr>
                <p14:cNvContentPartPr/>
                <p14:nvPr/>
              </p14:nvContentPartPr>
              <p14:xfrm>
                <a:off x="852945" y="698055"/>
                <a:ext cx="1598040" cy="290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4F6D663-67ED-AC2B-9DE0-1A9FCB8955A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46825" y="691935"/>
                  <a:ext cx="16102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AAFE54E-DEEF-3189-DD65-96C862DC6059}"/>
                    </a:ext>
                  </a:extLst>
                </p14:cNvPr>
                <p14:cNvContentPartPr/>
                <p14:nvPr/>
              </p14:nvContentPartPr>
              <p14:xfrm>
                <a:off x="1604625" y="875535"/>
                <a:ext cx="126000" cy="395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AAFE54E-DEEF-3189-DD65-96C862DC605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98505" y="869415"/>
                  <a:ext cx="13824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6C7B0E5-6A85-B5A3-71D8-DE098DAD147E}"/>
                    </a:ext>
                  </a:extLst>
                </p14:cNvPr>
                <p14:cNvContentPartPr/>
                <p14:nvPr/>
              </p14:nvContentPartPr>
              <p14:xfrm>
                <a:off x="2155065" y="1058415"/>
                <a:ext cx="876240" cy="286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6C7B0E5-6A85-B5A3-71D8-DE098DAD147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8945" y="1052295"/>
                  <a:ext cx="8884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B64929D-4853-902C-809B-54586FADAD0C}"/>
                    </a:ext>
                  </a:extLst>
                </p14:cNvPr>
                <p14:cNvContentPartPr/>
                <p14:nvPr/>
              </p14:nvContentPartPr>
              <p14:xfrm>
                <a:off x="2814945" y="1158495"/>
                <a:ext cx="209520" cy="106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B64929D-4853-902C-809B-54586FADAD0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08825" y="1152375"/>
                  <a:ext cx="2217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B9C72EA-BB86-2AF6-DD56-50EDEC5C3A1C}"/>
                    </a:ext>
                  </a:extLst>
                </p14:cNvPr>
                <p14:cNvContentPartPr/>
                <p14:nvPr/>
              </p14:nvContentPartPr>
              <p14:xfrm>
                <a:off x="3387705" y="870495"/>
                <a:ext cx="84960" cy="313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B9C72EA-BB86-2AF6-DD56-50EDEC5C3A1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81585" y="864375"/>
                  <a:ext cx="972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3C99EC7-80CB-280E-00F9-8E37A9B8B11B}"/>
                    </a:ext>
                  </a:extLst>
                </p14:cNvPr>
                <p14:cNvContentPartPr/>
                <p14:nvPr/>
              </p14:nvContentPartPr>
              <p14:xfrm>
                <a:off x="3362505" y="1085415"/>
                <a:ext cx="218520" cy="45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3C99EC7-80CB-280E-00F9-8E37A9B8B11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56385" y="1079295"/>
                  <a:ext cx="230760" cy="5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46BA46C-7F08-AEC5-9F80-1D8A96AFFFC4}"/>
                  </a:ext>
                </a:extLst>
              </p14:cNvPr>
              <p14:cNvContentPartPr/>
              <p14:nvPr/>
            </p14:nvContentPartPr>
            <p14:xfrm>
              <a:off x="4659945" y="1004055"/>
              <a:ext cx="345600" cy="12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46BA46C-7F08-AEC5-9F80-1D8A96AFFFC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53825" y="997935"/>
                <a:ext cx="357840" cy="2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0BD534C5-7523-6D97-C93C-AA79C33DEAA4}"/>
              </a:ext>
            </a:extLst>
          </p:cNvPr>
          <p:cNvGrpSpPr/>
          <p:nvPr/>
        </p:nvGrpSpPr>
        <p:grpSpPr>
          <a:xfrm>
            <a:off x="6374265" y="768615"/>
            <a:ext cx="451080" cy="230760"/>
            <a:chOff x="6374265" y="768615"/>
            <a:chExt cx="451080" cy="23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C9711E3-7525-4AD0-47A9-4E726056E2C4}"/>
                    </a:ext>
                  </a:extLst>
                </p14:cNvPr>
                <p14:cNvContentPartPr/>
                <p14:nvPr/>
              </p14:nvContentPartPr>
              <p14:xfrm>
                <a:off x="6374265" y="839535"/>
                <a:ext cx="55080" cy="69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C9711E3-7525-4AD0-47A9-4E726056E2C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68145" y="833415"/>
                  <a:ext cx="673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301CA6A-7304-FFC9-5B24-5E6429C03A93}"/>
                    </a:ext>
                  </a:extLst>
                </p14:cNvPr>
                <p14:cNvContentPartPr/>
                <p14:nvPr/>
              </p14:nvContentPartPr>
              <p14:xfrm>
                <a:off x="6431505" y="784095"/>
                <a:ext cx="54000" cy="215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301CA6A-7304-FFC9-5B24-5E6429C03A9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425385" y="777975"/>
                  <a:ext cx="662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162F544-EA90-703B-7312-0330198EF2BA}"/>
                    </a:ext>
                  </a:extLst>
                </p14:cNvPr>
                <p14:cNvContentPartPr/>
                <p14:nvPr/>
              </p14:nvContentPartPr>
              <p14:xfrm>
                <a:off x="6643905" y="784095"/>
                <a:ext cx="50760" cy="181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162F544-EA90-703B-7312-0330198EF2B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37785" y="777975"/>
                  <a:ext cx="630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A007090-5EAF-89D6-ED47-A7CA2F81393C}"/>
                    </a:ext>
                  </a:extLst>
                </p14:cNvPr>
                <p14:cNvContentPartPr/>
                <p14:nvPr/>
              </p14:nvContentPartPr>
              <p14:xfrm>
                <a:off x="6729945" y="768615"/>
                <a:ext cx="95400" cy="223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A007090-5EAF-89D6-ED47-A7CA2F8139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723825" y="762495"/>
                  <a:ext cx="10764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5E09E00-143A-E9F4-8EA1-AAE7FADC96BA}"/>
              </a:ext>
            </a:extLst>
          </p:cNvPr>
          <p:cNvGrpSpPr/>
          <p:nvPr/>
        </p:nvGrpSpPr>
        <p:grpSpPr>
          <a:xfrm>
            <a:off x="7316025" y="667815"/>
            <a:ext cx="3110400" cy="766800"/>
            <a:chOff x="7316025" y="667815"/>
            <a:chExt cx="3110400" cy="76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8D71EB7-D26B-BD2C-0E06-00E874EA6272}"/>
                    </a:ext>
                  </a:extLst>
                </p14:cNvPr>
                <p14:cNvContentPartPr/>
                <p14:nvPr/>
              </p14:nvContentPartPr>
              <p14:xfrm>
                <a:off x="7316025" y="741975"/>
                <a:ext cx="495720" cy="692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8D71EB7-D26B-BD2C-0E06-00E874EA627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09905" y="735855"/>
                  <a:ext cx="50796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286A106-DEFC-8C2D-A875-A5BB99B66CEF}"/>
                    </a:ext>
                  </a:extLst>
                </p14:cNvPr>
                <p14:cNvContentPartPr/>
                <p14:nvPr/>
              </p14:nvContentPartPr>
              <p14:xfrm>
                <a:off x="7542465" y="862935"/>
                <a:ext cx="1036800" cy="483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286A106-DEFC-8C2D-A875-A5BB99B66CE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36345" y="856815"/>
                  <a:ext cx="10490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976524D-1C0B-5B13-17B2-7BC6F3F35563}"/>
                    </a:ext>
                  </a:extLst>
                </p14:cNvPr>
                <p14:cNvContentPartPr/>
                <p14:nvPr/>
              </p14:nvContentPartPr>
              <p14:xfrm>
                <a:off x="8889945" y="722175"/>
                <a:ext cx="714600" cy="605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976524D-1C0B-5B13-17B2-7BC6F3F3556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883825" y="716055"/>
                  <a:ext cx="72684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5ADBABD-D58B-EAB6-DA6A-2A8F9E35A914}"/>
                    </a:ext>
                  </a:extLst>
                </p14:cNvPr>
                <p14:cNvContentPartPr/>
                <p14:nvPr/>
              </p14:nvContentPartPr>
              <p14:xfrm>
                <a:off x="9551985" y="902175"/>
                <a:ext cx="112320" cy="7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5ADBABD-D58B-EAB6-DA6A-2A8F9E35A91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545865" y="896055"/>
                  <a:ext cx="1245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FFE1B71-9CA3-F0B1-CCED-F134FD5454A0}"/>
                    </a:ext>
                  </a:extLst>
                </p14:cNvPr>
                <p14:cNvContentPartPr/>
                <p14:nvPr/>
              </p14:nvContentPartPr>
              <p14:xfrm>
                <a:off x="10058145" y="667815"/>
                <a:ext cx="172800" cy="164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FFE1B71-9CA3-F0B1-CCED-F134FD5454A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52025" y="661695"/>
                  <a:ext cx="1850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EDA92B6-A463-782F-0530-D1650ECEDA34}"/>
                    </a:ext>
                  </a:extLst>
                </p14:cNvPr>
                <p14:cNvContentPartPr/>
                <p14:nvPr/>
              </p14:nvContentPartPr>
              <p14:xfrm>
                <a:off x="10301505" y="776895"/>
                <a:ext cx="124920" cy="105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EDA92B6-A463-782F-0530-D1650ECEDA3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295385" y="770775"/>
                  <a:ext cx="13716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D1FD1AB-7678-A129-6938-F6E5AB493929}"/>
                  </a:ext>
                </a:extLst>
              </p14:cNvPr>
              <p14:cNvContentPartPr/>
              <p14:nvPr/>
            </p14:nvContentPartPr>
            <p14:xfrm>
              <a:off x="7102545" y="1909455"/>
              <a:ext cx="127080" cy="3582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D1FD1AB-7678-A129-6938-F6E5AB49392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96425" y="1903335"/>
                <a:ext cx="139320" cy="37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5B15AAF6-67F5-13F3-3E9D-82EB165B7E9B}"/>
              </a:ext>
            </a:extLst>
          </p:cNvPr>
          <p:cNvGrpSpPr/>
          <p:nvPr/>
        </p:nvGrpSpPr>
        <p:grpSpPr>
          <a:xfrm>
            <a:off x="7700505" y="1984335"/>
            <a:ext cx="2502000" cy="653040"/>
            <a:chOff x="7700505" y="1984335"/>
            <a:chExt cx="2502000" cy="65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FF7C7CC-C933-3969-2FE2-5092D72EA7A6}"/>
                    </a:ext>
                  </a:extLst>
                </p14:cNvPr>
                <p14:cNvContentPartPr/>
                <p14:nvPr/>
              </p14:nvContentPartPr>
              <p14:xfrm>
                <a:off x="7700505" y="1984335"/>
                <a:ext cx="550080" cy="653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FF7C7CC-C933-3969-2FE2-5092D72EA7A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94385" y="1978215"/>
                  <a:ext cx="56232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E553449-1CEA-D1B8-7B23-808F4E355DBE}"/>
                    </a:ext>
                  </a:extLst>
                </p14:cNvPr>
                <p14:cNvContentPartPr/>
                <p14:nvPr/>
              </p14:nvContentPartPr>
              <p14:xfrm>
                <a:off x="8533905" y="2097735"/>
                <a:ext cx="1068480" cy="453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E553449-1CEA-D1B8-7B23-808F4E355DB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27785" y="2091615"/>
                  <a:ext cx="108072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4B52769-BF62-B24C-008B-C3116B0E05C0}"/>
                    </a:ext>
                  </a:extLst>
                </p14:cNvPr>
                <p14:cNvContentPartPr/>
                <p14:nvPr/>
              </p14:nvContentPartPr>
              <p14:xfrm>
                <a:off x="9949425" y="2377455"/>
                <a:ext cx="253080" cy="129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4B52769-BF62-B24C-008B-C3116B0E05C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43305" y="2371335"/>
                  <a:ext cx="26532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F7D23DB-119A-E85D-8F21-45CDB82A8430}"/>
                  </a:ext>
                </a:extLst>
              </p14:cNvPr>
              <p14:cNvContentPartPr/>
              <p14:nvPr/>
            </p14:nvContentPartPr>
            <p14:xfrm>
              <a:off x="10606785" y="1990815"/>
              <a:ext cx="64440" cy="1598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F7D23DB-119A-E85D-8F21-45CDB82A843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600665" y="1984695"/>
                <a:ext cx="7668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DF3BA64-86ED-0CE1-BAF5-8DDF1520D478}"/>
                  </a:ext>
                </a:extLst>
              </p14:cNvPr>
              <p14:cNvContentPartPr/>
              <p14:nvPr/>
            </p14:nvContentPartPr>
            <p14:xfrm>
              <a:off x="5034705" y="3156495"/>
              <a:ext cx="121680" cy="2890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DF3BA64-86ED-0CE1-BAF5-8DDF1520D47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028585" y="3150375"/>
                <a:ext cx="133920" cy="30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135F9E90-89C1-27B1-DB93-BA76FE5FE123}"/>
              </a:ext>
            </a:extLst>
          </p:cNvPr>
          <p:cNvGrpSpPr/>
          <p:nvPr/>
        </p:nvGrpSpPr>
        <p:grpSpPr>
          <a:xfrm>
            <a:off x="5741025" y="3161535"/>
            <a:ext cx="466560" cy="297360"/>
            <a:chOff x="5741025" y="3161535"/>
            <a:chExt cx="46656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C8D35D8-4989-4888-9450-4A4AB4BFFD1D}"/>
                    </a:ext>
                  </a:extLst>
                </p14:cNvPr>
                <p14:cNvContentPartPr/>
                <p14:nvPr/>
              </p14:nvContentPartPr>
              <p14:xfrm>
                <a:off x="5741025" y="3161535"/>
                <a:ext cx="107640" cy="198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C8D35D8-4989-4888-9450-4A4AB4BFFD1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34905" y="3155415"/>
                  <a:ext cx="1198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ACD6CCB-2F22-7010-513E-317FE7783057}"/>
                    </a:ext>
                  </a:extLst>
                </p14:cNvPr>
                <p14:cNvContentPartPr/>
                <p14:nvPr/>
              </p14:nvContentPartPr>
              <p14:xfrm>
                <a:off x="6145665" y="3345495"/>
                <a:ext cx="61920" cy="113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ACD6CCB-2F22-7010-513E-317FE778305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39545" y="3339375"/>
                  <a:ext cx="74160" cy="12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532407B-D29F-4DDD-2C25-03A2D7F145A4}"/>
                  </a:ext>
                </a:extLst>
              </p14:cNvPr>
              <p14:cNvContentPartPr/>
              <p14:nvPr/>
            </p14:nvContentPartPr>
            <p14:xfrm rot="-406813">
              <a:off x="6687854" y="3403472"/>
              <a:ext cx="28742" cy="67286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532407B-D29F-4DDD-2C25-03A2D7F145A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 rot="-406813">
                <a:off x="6681669" y="3397289"/>
                <a:ext cx="41112" cy="79652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E465260F-B81A-EA11-786F-B0F29CBB058A}"/>
              </a:ext>
            </a:extLst>
          </p:cNvPr>
          <p:cNvGrpSpPr/>
          <p:nvPr/>
        </p:nvGrpSpPr>
        <p:grpSpPr>
          <a:xfrm>
            <a:off x="6693225" y="3202575"/>
            <a:ext cx="2202840" cy="710280"/>
            <a:chOff x="6693225" y="3202575"/>
            <a:chExt cx="2202840" cy="71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2CE0B07-881A-07B6-A553-01363208A223}"/>
                    </a:ext>
                  </a:extLst>
                </p14:cNvPr>
                <p14:cNvContentPartPr/>
                <p14:nvPr/>
              </p14:nvContentPartPr>
              <p14:xfrm>
                <a:off x="6856305" y="3330735"/>
                <a:ext cx="381240" cy="582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2CE0B07-881A-07B6-A553-01363208A22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850185" y="3324615"/>
                  <a:ext cx="39348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0B18E33-516F-5E79-7678-C1E0CD0F101C}"/>
                    </a:ext>
                  </a:extLst>
                </p14:cNvPr>
                <p14:cNvContentPartPr/>
                <p14:nvPr/>
              </p14:nvContentPartPr>
              <p14:xfrm>
                <a:off x="6693225" y="3202575"/>
                <a:ext cx="300960" cy="555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0B18E33-516F-5E79-7678-C1E0CD0F101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87105" y="3196455"/>
                  <a:ext cx="31320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80060B7-D1ED-1F3E-9847-FE42651F1EE5}"/>
                    </a:ext>
                  </a:extLst>
                </p14:cNvPr>
                <p14:cNvContentPartPr/>
                <p14:nvPr/>
              </p14:nvContentPartPr>
              <p14:xfrm>
                <a:off x="7267425" y="3567975"/>
                <a:ext cx="316440" cy="272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80060B7-D1ED-1F3E-9847-FE42651F1EE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61305" y="3561855"/>
                  <a:ext cx="3286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E78ED0F-ED22-77CF-BC1B-BE2B29107592}"/>
                    </a:ext>
                  </a:extLst>
                </p14:cNvPr>
                <p14:cNvContentPartPr/>
                <p14:nvPr/>
              </p14:nvContentPartPr>
              <p14:xfrm>
                <a:off x="7776825" y="3471495"/>
                <a:ext cx="369720" cy="263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E78ED0F-ED22-77CF-BC1B-BE2B2910759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70705" y="3465375"/>
                  <a:ext cx="3819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B8C2AB4-4D77-C396-330A-03F604F27BF3}"/>
                    </a:ext>
                  </a:extLst>
                </p14:cNvPr>
                <p14:cNvContentPartPr/>
                <p14:nvPr/>
              </p14:nvContentPartPr>
              <p14:xfrm>
                <a:off x="8153385" y="3421095"/>
                <a:ext cx="330480" cy="384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B8C2AB4-4D77-C396-330A-03F604F27BF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47265" y="3414975"/>
                  <a:ext cx="34272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9C7A7F5-66DA-810A-7542-834337241FEF}"/>
                    </a:ext>
                  </a:extLst>
                </p14:cNvPr>
                <p14:cNvContentPartPr/>
                <p14:nvPr/>
              </p14:nvContentPartPr>
              <p14:xfrm>
                <a:off x="8682585" y="3270255"/>
                <a:ext cx="213480" cy="618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9C7A7F5-66DA-810A-7542-834337241FE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676465" y="3264135"/>
                  <a:ext cx="225720" cy="63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548EF3B-20F5-8926-42E3-0B91C8FB26C1}"/>
              </a:ext>
            </a:extLst>
          </p:cNvPr>
          <p:cNvGrpSpPr/>
          <p:nvPr/>
        </p:nvGrpSpPr>
        <p:grpSpPr>
          <a:xfrm>
            <a:off x="9401145" y="3202575"/>
            <a:ext cx="1586520" cy="550440"/>
            <a:chOff x="9401145" y="3202575"/>
            <a:chExt cx="1586520" cy="55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17AB3C1-C518-A4AF-9251-1349C8EC44E3}"/>
                    </a:ext>
                  </a:extLst>
                </p14:cNvPr>
                <p14:cNvContentPartPr/>
                <p14:nvPr/>
              </p14:nvContentPartPr>
              <p14:xfrm>
                <a:off x="9401145" y="3202575"/>
                <a:ext cx="217440" cy="138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17AB3C1-C518-A4AF-9251-1349C8EC44E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395025" y="3196455"/>
                  <a:ext cx="2296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2F7CC68-1A47-9424-0298-3F26D12E0A92}"/>
                    </a:ext>
                  </a:extLst>
                </p14:cNvPr>
                <p14:cNvContentPartPr/>
                <p14:nvPr/>
              </p14:nvContentPartPr>
              <p14:xfrm>
                <a:off x="9731265" y="3277455"/>
                <a:ext cx="156960" cy="115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2F7CC68-1A47-9424-0298-3F26D12E0A9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725145" y="3271335"/>
                  <a:ext cx="1692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D3B2A53-326B-971F-B1A1-E5D51069A95F}"/>
                    </a:ext>
                  </a:extLst>
                </p14:cNvPr>
                <p14:cNvContentPartPr/>
                <p14:nvPr/>
              </p14:nvContentPartPr>
              <p14:xfrm>
                <a:off x="10124385" y="3225255"/>
                <a:ext cx="271080" cy="216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D3B2A53-326B-971F-B1A1-E5D51069A95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118265" y="3219135"/>
                  <a:ext cx="2833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AD06C98-B8B9-FFB6-05F1-72E20C94AE9B}"/>
                    </a:ext>
                  </a:extLst>
                </p14:cNvPr>
                <p14:cNvContentPartPr/>
                <p14:nvPr/>
              </p14:nvContentPartPr>
              <p14:xfrm>
                <a:off x="10652505" y="3327855"/>
                <a:ext cx="335160" cy="195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AD06C98-B8B9-FFB6-05F1-72E20C94AE9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646385" y="3321735"/>
                  <a:ext cx="3474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47367D5-84D2-96BE-1B46-846912137D76}"/>
                    </a:ext>
                  </a:extLst>
                </p14:cNvPr>
                <p14:cNvContentPartPr/>
                <p14:nvPr/>
              </p14:nvContentPartPr>
              <p14:xfrm>
                <a:off x="10822785" y="3399855"/>
                <a:ext cx="137880" cy="191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47367D5-84D2-96BE-1B46-846912137D7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16665" y="3393735"/>
                  <a:ext cx="1501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76FBAC1-A62C-5F89-588C-F9D2EF875772}"/>
                    </a:ext>
                  </a:extLst>
                </p14:cNvPr>
                <p14:cNvContentPartPr/>
                <p14:nvPr/>
              </p14:nvContentPartPr>
              <p14:xfrm>
                <a:off x="9642345" y="3573375"/>
                <a:ext cx="862200" cy="179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76FBAC1-A62C-5F89-588C-F9D2EF87577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636225" y="3567255"/>
                  <a:ext cx="87444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CF1334A-80AA-A390-6244-D14456669640}"/>
              </a:ext>
            </a:extLst>
          </p:cNvPr>
          <p:cNvGrpSpPr/>
          <p:nvPr/>
        </p:nvGrpSpPr>
        <p:grpSpPr>
          <a:xfrm>
            <a:off x="1205745" y="4237575"/>
            <a:ext cx="10660320" cy="1798200"/>
            <a:chOff x="1205745" y="4237575"/>
            <a:chExt cx="10660320" cy="179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651DB8C-4E2C-0AF4-DCD9-704D50F7425E}"/>
                    </a:ext>
                  </a:extLst>
                </p14:cNvPr>
                <p14:cNvContentPartPr/>
                <p14:nvPr/>
              </p14:nvContentPartPr>
              <p14:xfrm>
                <a:off x="1205745" y="4662375"/>
                <a:ext cx="186840" cy="515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651DB8C-4E2C-0AF4-DCD9-704D50F7425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99625" y="4656255"/>
                  <a:ext cx="19908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978FE06-104A-C089-1227-39D59B11F118}"/>
                    </a:ext>
                  </a:extLst>
                </p14:cNvPr>
                <p14:cNvContentPartPr/>
                <p14:nvPr/>
              </p14:nvContentPartPr>
              <p14:xfrm>
                <a:off x="1323465" y="4377615"/>
                <a:ext cx="621720" cy="927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978FE06-104A-C089-1227-39D59B11F11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17345" y="4371495"/>
                  <a:ext cx="633960" cy="9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DADA2DA-91A2-76D1-5600-A0195D007DA0}"/>
                    </a:ext>
                  </a:extLst>
                </p14:cNvPr>
                <p14:cNvContentPartPr/>
                <p14:nvPr/>
              </p14:nvContentPartPr>
              <p14:xfrm>
                <a:off x="2354145" y="4665255"/>
                <a:ext cx="317520" cy="360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DADA2DA-91A2-76D1-5600-A0195D007DA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348025" y="4659135"/>
                  <a:ext cx="3297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D327F57-E7D5-57A8-219E-5D98032322E1}"/>
                    </a:ext>
                  </a:extLst>
                </p14:cNvPr>
                <p14:cNvContentPartPr/>
                <p14:nvPr/>
              </p14:nvContentPartPr>
              <p14:xfrm>
                <a:off x="2780745" y="4686855"/>
                <a:ext cx="242640" cy="323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D327F57-E7D5-57A8-219E-5D98032322E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74625" y="4680735"/>
                  <a:ext cx="2548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37F816B-107C-1F37-0976-8D59161A32E3}"/>
                    </a:ext>
                  </a:extLst>
                </p14:cNvPr>
                <p14:cNvContentPartPr/>
                <p14:nvPr/>
              </p14:nvContentPartPr>
              <p14:xfrm>
                <a:off x="3368265" y="4599375"/>
                <a:ext cx="321480" cy="513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37F816B-107C-1F37-0976-8D59161A32E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362145" y="4593255"/>
                  <a:ext cx="33372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12854DD-1C78-2E53-CDEA-7083DDF77B88}"/>
                    </a:ext>
                  </a:extLst>
                </p14:cNvPr>
                <p14:cNvContentPartPr/>
                <p14:nvPr/>
              </p14:nvContentPartPr>
              <p14:xfrm>
                <a:off x="3725025" y="4936335"/>
                <a:ext cx="821160" cy="32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12854DD-1C78-2E53-CDEA-7083DDF77B8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718905" y="4930215"/>
                  <a:ext cx="833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495485C-370D-3D2C-9F48-9E70862301CB}"/>
                    </a:ext>
                  </a:extLst>
                </p14:cNvPr>
                <p14:cNvContentPartPr/>
                <p14:nvPr/>
              </p14:nvContentPartPr>
              <p14:xfrm>
                <a:off x="5810865" y="4763895"/>
                <a:ext cx="1272600" cy="68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495485C-370D-3D2C-9F48-9E70862301C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04745" y="4757775"/>
                  <a:ext cx="12848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C2F68F8-CE7E-FA3B-1D12-D22AD5826E87}"/>
                    </a:ext>
                  </a:extLst>
                </p14:cNvPr>
                <p14:cNvContentPartPr/>
                <p14:nvPr/>
              </p14:nvContentPartPr>
              <p14:xfrm>
                <a:off x="6315945" y="4852455"/>
                <a:ext cx="56520" cy="356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C2F68F8-CE7E-FA3B-1D12-D22AD5826E8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309825" y="4846335"/>
                  <a:ext cx="687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C4CF17D-1042-30AF-1788-A19C99B0A75B}"/>
                    </a:ext>
                  </a:extLst>
                </p14:cNvPr>
                <p14:cNvContentPartPr/>
                <p14:nvPr/>
              </p14:nvContentPartPr>
              <p14:xfrm>
                <a:off x="6666945" y="5013015"/>
                <a:ext cx="330840" cy="322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C4CF17D-1042-30AF-1788-A19C99B0A75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660825" y="5006895"/>
                  <a:ext cx="3430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F0E47E5-C60E-20BB-BE6E-68A74226B3FC}"/>
                    </a:ext>
                  </a:extLst>
                </p14:cNvPr>
                <p14:cNvContentPartPr/>
                <p14:nvPr/>
              </p14:nvContentPartPr>
              <p14:xfrm>
                <a:off x="7273185" y="4930575"/>
                <a:ext cx="222840" cy="297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F0E47E5-C60E-20BB-BE6E-68A74226B3F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67065" y="4924455"/>
                  <a:ext cx="2350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2926B95-E8FE-2F06-B176-4AED765B4460}"/>
                    </a:ext>
                  </a:extLst>
                </p14:cNvPr>
                <p14:cNvContentPartPr/>
                <p14:nvPr/>
              </p14:nvContentPartPr>
              <p14:xfrm>
                <a:off x="7729665" y="5044335"/>
                <a:ext cx="227160" cy="236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2926B95-E8FE-2F06-B176-4AED765B446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23545" y="5038215"/>
                  <a:ext cx="2394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D41ACB2-7245-ADA9-A5C9-96B04EB17AF4}"/>
                    </a:ext>
                  </a:extLst>
                </p14:cNvPr>
                <p14:cNvContentPartPr/>
                <p14:nvPr/>
              </p14:nvContentPartPr>
              <p14:xfrm>
                <a:off x="8171025" y="5328735"/>
                <a:ext cx="270000" cy="160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D41ACB2-7245-ADA9-A5C9-96B04EB17AF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64905" y="5322615"/>
                  <a:ext cx="2822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5A45578-3AB6-389A-6232-409EC03813F6}"/>
                    </a:ext>
                  </a:extLst>
                </p14:cNvPr>
                <p14:cNvContentPartPr/>
                <p14:nvPr/>
              </p14:nvContentPartPr>
              <p14:xfrm>
                <a:off x="6013185" y="5419455"/>
                <a:ext cx="371160" cy="80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5A45578-3AB6-389A-6232-409EC03813F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007065" y="5413335"/>
                  <a:ext cx="383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8ABDB80-3285-B533-0E00-FC57568EC56E}"/>
                    </a:ext>
                  </a:extLst>
                </p14:cNvPr>
                <p14:cNvContentPartPr/>
                <p14:nvPr/>
              </p14:nvContentPartPr>
              <p14:xfrm>
                <a:off x="9391785" y="4805295"/>
                <a:ext cx="155520" cy="575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8ABDB80-3285-B533-0E00-FC57568EC56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385665" y="4799175"/>
                  <a:ext cx="16776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BF3C6AB-28A4-C7D2-9284-F6C45EEA2C58}"/>
                    </a:ext>
                  </a:extLst>
                </p14:cNvPr>
                <p14:cNvContentPartPr/>
                <p14:nvPr/>
              </p14:nvContentPartPr>
              <p14:xfrm>
                <a:off x="9658185" y="4458615"/>
                <a:ext cx="496440" cy="162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BF3C6AB-28A4-C7D2-9284-F6C45EEA2C5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52065" y="4452495"/>
                  <a:ext cx="5086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F55B9CB-8102-F65C-8E1F-6D19C73FDEDC}"/>
                    </a:ext>
                  </a:extLst>
                </p14:cNvPr>
                <p14:cNvContentPartPr/>
                <p14:nvPr/>
              </p14:nvContentPartPr>
              <p14:xfrm>
                <a:off x="9384945" y="5077815"/>
                <a:ext cx="487440" cy="8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F55B9CB-8102-F65C-8E1F-6D19C73FDED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378825" y="5071695"/>
                  <a:ext cx="4996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0A92A71-F5D5-BACF-7376-83213B9AB9C5}"/>
                    </a:ext>
                  </a:extLst>
                </p14:cNvPr>
                <p14:cNvContentPartPr/>
                <p14:nvPr/>
              </p14:nvContentPartPr>
              <p14:xfrm>
                <a:off x="10151385" y="4493535"/>
                <a:ext cx="1479960" cy="8470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0A92A71-F5D5-BACF-7376-83213B9AB9C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45265" y="4487415"/>
                  <a:ext cx="1492200" cy="85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5D0593B-E179-7558-9470-30C25E94B92A}"/>
                    </a:ext>
                  </a:extLst>
                </p14:cNvPr>
                <p14:cNvContentPartPr/>
                <p14:nvPr/>
              </p14:nvContentPartPr>
              <p14:xfrm>
                <a:off x="11855985" y="5141535"/>
                <a:ext cx="9360" cy="46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5D0593B-E179-7558-9470-30C25E94B92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849865" y="5135415"/>
                  <a:ext cx="216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E0E6BD3-18A0-01B6-12CE-7EF365030048}"/>
                    </a:ext>
                  </a:extLst>
                </p14:cNvPr>
                <p14:cNvContentPartPr/>
                <p14:nvPr/>
              </p14:nvContentPartPr>
              <p14:xfrm>
                <a:off x="9243825" y="5435655"/>
                <a:ext cx="559800" cy="94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E0E6BD3-18A0-01B6-12CE-7EF36503004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237705" y="5429535"/>
                  <a:ext cx="5720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6EA3A7E-BA7E-77BC-60F1-7279004BD492}"/>
                    </a:ext>
                  </a:extLst>
                </p14:cNvPr>
                <p14:cNvContentPartPr/>
                <p14:nvPr/>
              </p14:nvContentPartPr>
              <p14:xfrm>
                <a:off x="9297105" y="5617815"/>
                <a:ext cx="406080" cy="178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6EA3A7E-BA7E-77BC-60F1-7279004BD49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290985" y="5611695"/>
                  <a:ext cx="4183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73D4890-CC79-2A6A-6DDF-DC7043E5C631}"/>
                    </a:ext>
                  </a:extLst>
                </p14:cNvPr>
                <p14:cNvContentPartPr/>
                <p14:nvPr/>
              </p14:nvContentPartPr>
              <p14:xfrm>
                <a:off x="6305145" y="5561295"/>
                <a:ext cx="235080" cy="135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73D4890-CC79-2A6A-6DDF-DC7043E5C63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299025" y="5555175"/>
                  <a:ext cx="2473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A5B5F97-EF26-30F9-8BE5-CB9E2721E97F}"/>
                    </a:ext>
                  </a:extLst>
                </p14:cNvPr>
                <p14:cNvContentPartPr/>
                <p14:nvPr/>
              </p14:nvContentPartPr>
              <p14:xfrm>
                <a:off x="5390385" y="4339095"/>
                <a:ext cx="340920" cy="933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A5B5F97-EF26-30F9-8BE5-CB9E2721E97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384265" y="4332975"/>
                  <a:ext cx="353160" cy="9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1AD1395-9B4C-6A6E-2CE2-2A50BE79E072}"/>
                    </a:ext>
                  </a:extLst>
                </p14:cNvPr>
                <p14:cNvContentPartPr/>
                <p14:nvPr/>
              </p14:nvContentPartPr>
              <p14:xfrm>
                <a:off x="5036145" y="4237575"/>
                <a:ext cx="6829920" cy="1798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1AD1395-9B4C-6A6E-2CE2-2A50BE79E07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030025" y="4231455"/>
                  <a:ext cx="6842160" cy="1810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36674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CB13AE2E-0199-FF7F-2D34-DF1D0212AE72}"/>
              </a:ext>
            </a:extLst>
          </p:cNvPr>
          <p:cNvGrpSpPr/>
          <p:nvPr/>
        </p:nvGrpSpPr>
        <p:grpSpPr>
          <a:xfrm>
            <a:off x="901545" y="274695"/>
            <a:ext cx="10227240" cy="3497040"/>
            <a:chOff x="901545" y="274695"/>
            <a:chExt cx="10227240" cy="349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22E596E-8446-92E3-1ACB-D982E4ED6E54}"/>
                    </a:ext>
                  </a:extLst>
                </p14:cNvPr>
                <p14:cNvContentPartPr/>
                <p14:nvPr/>
              </p14:nvContentPartPr>
              <p14:xfrm>
                <a:off x="2493825" y="2831055"/>
                <a:ext cx="129600" cy="329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22E596E-8446-92E3-1ACB-D982E4ED6E5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87705" y="2824935"/>
                  <a:ext cx="1418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B857427-9AA3-E400-6BA9-C4C1876F8B35}"/>
                    </a:ext>
                  </a:extLst>
                </p14:cNvPr>
                <p14:cNvContentPartPr/>
                <p14:nvPr/>
              </p14:nvContentPartPr>
              <p14:xfrm>
                <a:off x="2886945" y="2892975"/>
                <a:ext cx="178560" cy="246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B857427-9AA3-E400-6BA9-C4C1876F8B3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80825" y="2886855"/>
                  <a:ext cx="1908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26C1C44-7E6E-33C6-BC34-5354C19ADD04}"/>
                    </a:ext>
                  </a:extLst>
                </p14:cNvPr>
                <p14:cNvContentPartPr/>
                <p14:nvPr/>
              </p14:nvContentPartPr>
              <p14:xfrm>
                <a:off x="3290145" y="2982975"/>
                <a:ext cx="484560" cy="510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26C1C44-7E6E-33C6-BC34-5354C19ADD0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84025" y="2976855"/>
                  <a:ext cx="49680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64A0BA2-B197-270D-DD05-768F92EE3ECC}"/>
                    </a:ext>
                  </a:extLst>
                </p14:cNvPr>
                <p14:cNvContentPartPr/>
                <p14:nvPr/>
              </p14:nvContentPartPr>
              <p14:xfrm>
                <a:off x="3468345" y="3090255"/>
                <a:ext cx="1666080" cy="366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64A0BA2-B197-270D-DD05-768F92EE3EC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62225" y="3084135"/>
                  <a:ext cx="167832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5843CA-31C2-295B-FF69-9292C908C556}"/>
                    </a:ext>
                  </a:extLst>
                </p14:cNvPr>
                <p14:cNvContentPartPr/>
                <p14:nvPr/>
              </p14:nvContentPartPr>
              <p14:xfrm>
                <a:off x="5209665" y="3179895"/>
                <a:ext cx="86040" cy="44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5843CA-31C2-295B-FF69-9292C908C55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03545" y="3173775"/>
                  <a:ext cx="982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F6CB20B-326E-2D8E-FC47-9FAB852531B7}"/>
                    </a:ext>
                  </a:extLst>
                </p14:cNvPr>
                <p14:cNvContentPartPr/>
                <p14:nvPr/>
              </p14:nvContentPartPr>
              <p14:xfrm>
                <a:off x="5538705" y="2946255"/>
                <a:ext cx="577440" cy="825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F6CB20B-326E-2D8E-FC47-9FAB852531B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32585" y="2940135"/>
                  <a:ext cx="589680" cy="83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DD3BB52-570C-3624-4D30-4F90AF7B6935}"/>
                    </a:ext>
                  </a:extLst>
                </p14:cNvPr>
                <p14:cNvContentPartPr/>
                <p14:nvPr/>
              </p14:nvContentPartPr>
              <p14:xfrm>
                <a:off x="5345745" y="3499935"/>
                <a:ext cx="174240" cy="214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DD3BB52-570C-3624-4D30-4F90AF7B693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39625" y="3493815"/>
                  <a:ext cx="1864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13C7842-C4BF-DB16-EEDA-364EE353DB1F}"/>
                    </a:ext>
                  </a:extLst>
                </p14:cNvPr>
                <p14:cNvContentPartPr/>
                <p14:nvPr/>
              </p14:nvContentPartPr>
              <p14:xfrm>
                <a:off x="1147785" y="590055"/>
                <a:ext cx="775800" cy="1350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13C7842-C4BF-DB16-EEDA-364EE353DB1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41665" y="583935"/>
                  <a:ext cx="788040" cy="13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ADEF10F-890F-4C85-7FC3-1C0C74DE45E4}"/>
                    </a:ext>
                  </a:extLst>
                </p14:cNvPr>
                <p14:cNvContentPartPr/>
                <p14:nvPr/>
              </p14:nvContentPartPr>
              <p14:xfrm>
                <a:off x="8707065" y="872655"/>
                <a:ext cx="1095840" cy="1183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ADEF10F-890F-4C85-7FC3-1C0C74DE45E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700945" y="866535"/>
                  <a:ext cx="1108080" cy="11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E8DE9A3-0E6C-2F7C-86B2-FCAC2FA092C3}"/>
                    </a:ext>
                  </a:extLst>
                </p14:cNvPr>
                <p14:cNvContentPartPr/>
                <p14:nvPr/>
              </p14:nvContentPartPr>
              <p14:xfrm>
                <a:off x="2654025" y="801015"/>
                <a:ext cx="232560" cy="577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E8DE9A3-0E6C-2F7C-86B2-FCAC2FA092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47905" y="794895"/>
                  <a:ext cx="2448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D8C2A42-2DEB-849F-6F32-0C39AD617614}"/>
                    </a:ext>
                  </a:extLst>
                </p14:cNvPr>
                <p14:cNvContentPartPr/>
                <p14:nvPr/>
              </p14:nvContentPartPr>
              <p14:xfrm>
                <a:off x="3162345" y="1413735"/>
                <a:ext cx="357120" cy="159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D8C2A42-2DEB-849F-6F32-0C39AD61761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56225" y="1407615"/>
                  <a:ext cx="3693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31B23AD-4D17-0A1C-D794-640395FD59B1}"/>
                    </a:ext>
                  </a:extLst>
                </p14:cNvPr>
                <p14:cNvContentPartPr/>
                <p14:nvPr/>
              </p14:nvContentPartPr>
              <p14:xfrm>
                <a:off x="3647985" y="1008735"/>
                <a:ext cx="366480" cy="459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31B23AD-4D17-0A1C-D794-640395FD59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41865" y="1002615"/>
                  <a:ext cx="37872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0079428-49E2-1C07-8717-19E5DD6BF826}"/>
                    </a:ext>
                  </a:extLst>
                </p14:cNvPr>
                <p14:cNvContentPartPr/>
                <p14:nvPr/>
              </p14:nvContentPartPr>
              <p14:xfrm>
                <a:off x="4560225" y="1266495"/>
                <a:ext cx="535320" cy="398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0079428-49E2-1C07-8717-19E5DD6BF82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4105" y="1260375"/>
                  <a:ext cx="54756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7881EF2-F7C9-4EC5-38A0-575369225B7B}"/>
                    </a:ext>
                  </a:extLst>
                </p14:cNvPr>
                <p14:cNvContentPartPr/>
                <p14:nvPr/>
              </p14:nvContentPartPr>
              <p14:xfrm>
                <a:off x="5388945" y="965895"/>
                <a:ext cx="306720" cy="660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7881EF2-F7C9-4EC5-38A0-575369225B7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82825" y="959775"/>
                  <a:ext cx="318960" cy="6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0387D34-991C-B8E0-F37A-F0EA77D34BC0}"/>
                    </a:ext>
                  </a:extLst>
                </p14:cNvPr>
                <p14:cNvContentPartPr/>
                <p14:nvPr/>
              </p14:nvContentPartPr>
              <p14:xfrm>
                <a:off x="5609625" y="1660335"/>
                <a:ext cx="247320" cy="143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0387D34-991C-B8E0-F37A-F0EA77D34BC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03505" y="1654215"/>
                  <a:ext cx="259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9AF76A1-99BF-3A0D-0ABA-F018391BE0A6}"/>
                    </a:ext>
                  </a:extLst>
                </p14:cNvPr>
                <p14:cNvContentPartPr/>
                <p14:nvPr/>
              </p14:nvContentPartPr>
              <p14:xfrm>
                <a:off x="6334665" y="1037175"/>
                <a:ext cx="490680" cy="633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9AF76A1-99BF-3A0D-0ABA-F018391BE0A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328545" y="1031055"/>
                  <a:ext cx="50292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5AAF91C-8CC7-8146-69CD-CF0F258935FC}"/>
                    </a:ext>
                  </a:extLst>
                </p14:cNvPr>
                <p14:cNvContentPartPr/>
                <p14:nvPr/>
              </p14:nvContentPartPr>
              <p14:xfrm>
                <a:off x="6959625" y="1653135"/>
                <a:ext cx="142200" cy="117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5AAF91C-8CC7-8146-69CD-CF0F258935F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53505" y="1647015"/>
                  <a:ext cx="154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871D277-621D-7733-716C-8DEE5B03D747}"/>
                    </a:ext>
                  </a:extLst>
                </p14:cNvPr>
                <p14:cNvContentPartPr/>
                <p14:nvPr/>
              </p14:nvContentPartPr>
              <p14:xfrm>
                <a:off x="7262385" y="1200975"/>
                <a:ext cx="568440" cy="529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871D277-621D-7733-716C-8DEE5B03D74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256265" y="1194855"/>
                  <a:ext cx="58068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55C6018-0FC4-CB3D-870E-C57B2947E99F}"/>
                    </a:ext>
                  </a:extLst>
                </p14:cNvPr>
                <p14:cNvContentPartPr/>
                <p14:nvPr/>
              </p14:nvContentPartPr>
              <p14:xfrm>
                <a:off x="7740105" y="989655"/>
                <a:ext cx="365040" cy="90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55C6018-0FC4-CB3D-870E-C57B2947E99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33985" y="983535"/>
                  <a:ext cx="377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D089120-01BA-7139-95D4-E03746F93BBD}"/>
                    </a:ext>
                  </a:extLst>
                </p14:cNvPr>
                <p14:cNvContentPartPr/>
                <p14:nvPr/>
              </p14:nvContentPartPr>
              <p14:xfrm>
                <a:off x="8179305" y="1398255"/>
                <a:ext cx="19800" cy="7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D089120-01BA-7139-95D4-E03746F93BB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73185" y="1392135"/>
                  <a:ext cx="320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F797EE6-4B93-2FFC-B497-A55DBD7F589F}"/>
                    </a:ext>
                  </a:extLst>
                </p14:cNvPr>
                <p14:cNvContentPartPr/>
                <p14:nvPr/>
              </p14:nvContentPartPr>
              <p14:xfrm>
                <a:off x="3593265" y="2018535"/>
                <a:ext cx="2815560" cy="166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F797EE6-4B93-2FFC-B497-A55DBD7F589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87145" y="2012415"/>
                  <a:ext cx="28278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586EDD0-12FD-977C-3051-F8CAA112452F}"/>
                    </a:ext>
                  </a:extLst>
                </p14:cNvPr>
                <p14:cNvContentPartPr/>
                <p14:nvPr/>
              </p14:nvContentPartPr>
              <p14:xfrm>
                <a:off x="1639905" y="486735"/>
                <a:ext cx="586800" cy="1047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586EDD0-12FD-977C-3051-F8CAA112452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33785" y="480615"/>
                  <a:ext cx="599040" cy="10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2962580-A74E-8E8A-266F-3CEE22C6ACCF}"/>
                    </a:ext>
                  </a:extLst>
                </p14:cNvPr>
                <p14:cNvContentPartPr/>
                <p14:nvPr/>
              </p14:nvContentPartPr>
              <p14:xfrm>
                <a:off x="1941945" y="274695"/>
                <a:ext cx="1534680" cy="1683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2962580-A74E-8E8A-266F-3CEE22C6ACC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35825" y="268575"/>
                  <a:ext cx="1546920" cy="169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6C12189-5B0C-4BC1-FBF3-1AD717C657E4}"/>
                    </a:ext>
                  </a:extLst>
                </p14:cNvPr>
                <p14:cNvContentPartPr/>
                <p14:nvPr/>
              </p14:nvContentPartPr>
              <p14:xfrm>
                <a:off x="3156225" y="430215"/>
                <a:ext cx="658440" cy="1418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6C12189-5B0C-4BC1-FBF3-1AD717C657E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50105" y="424095"/>
                  <a:ext cx="670680" cy="14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70697F9-91E2-0229-CD3D-53C3E5226FBB}"/>
                    </a:ext>
                  </a:extLst>
                </p14:cNvPr>
                <p14:cNvContentPartPr/>
                <p14:nvPr/>
              </p14:nvContentPartPr>
              <p14:xfrm>
                <a:off x="3216345" y="326535"/>
                <a:ext cx="2694240" cy="1469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70697F9-91E2-0229-CD3D-53C3E5226FB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10225" y="320415"/>
                  <a:ext cx="2706480" cy="14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73DAEDA-0390-B6AB-CB50-3E49740DFF3C}"/>
                    </a:ext>
                  </a:extLst>
                </p14:cNvPr>
                <p14:cNvContentPartPr/>
                <p14:nvPr/>
              </p14:nvContentPartPr>
              <p14:xfrm>
                <a:off x="5766585" y="320055"/>
                <a:ext cx="993960" cy="1611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73DAEDA-0390-B6AB-CB50-3E49740DFF3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60465" y="313935"/>
                  <a:ext cx="1006200" cy="16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24E6B3A-748A-3198-9E62-9408CA874FFE}"/>
                    </a:ext>
                  </a:extLst>
                </p14:cNvPr>
                <p14:cNvContentPartPr/>
                <p14:nvPr/>
              </p14:nvContentPartPr>
              <p14:xfrm>
                <a:off x="1871025" y="1924215"/>
                <a:ext cx="316440" cy="511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24E6B3A-748A-3198-9E62-9408CA874FF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864905" y="1918095"/>
                  <a:ext cx="32868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8398C27-D201-6609-19F2-703DCB93E8E2}"/>
                    </a:ext>
                  </a:extLst>
                </p14:cNvPr>
                <p14:cNvContentPartPr/>
                <p14:nvPr/>
              </p14:nvContentPartPr>
              <p14:xfrm>
                <a:off x="901545" y="2442615"/>
                <a:ext cx="174240" cy="445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8398C27-D201-6609-19F2-703DCB93E8E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5425" y="2436495"/>
                  <a:ext cx="18648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3BC643D-F83D-5535-808D-9ABEFCDA37E4}"/>
                    </a:ext>
                  </a:extLst>
                </p14:cNvPr>
                <p14:cNvContentPartPr/>
                <p14:nvPr/>
              </p14:nvContentPartPr>
              <p14:xfrm>
                <a:off x="1157505" y="2538015"/>
                <a:ext cx="319320" cy="439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3BC643D-F83D-5535-808D-9ABEFCDA37E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51385" y="2531895"/>
                  <a:ext cx="33156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F0812FF-B246-9F06-034F-A32CC2B9CD6A}"/>
                    </a:ext>
                  </a:extLst>
                </p14:cNvPr>
                <p14:cNvContentPartPr/>
                <p14:nvPr/>
              </p14:nvContentPartPr>
              <p14:xfrm>
                <a:off x="1565745" y="2580135"/>
                <a:ext cx="336240" cy="428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F0812FF-B246-9F06-034F-A32CC2B9CD6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59625" y="2574015"/>
                  <a:ext cx="34848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C7641C1-1335-F76A-261E-9FD6DF8186EF}"/>
                    </a:ext>
                  </a:extLst>
                </p14:cNvPr>
                <p14:cNvContentPartPr/>
                <p14:nvPr/>
              </p14:nvContentPartPr>
              <p14:xfrm>
                <a:off x="3428745" y="1605615"/>
                <a:ext cx="420480" cy="598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C7641C1-1335-F76A-261E-9FD6DF8186E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422625" y="1599495"/>
                  <a:ext cx="432720" cy="61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F515C41-3365-F12C-F4A7-29324902211F}"/>
                    </a:ext>
                  </a:extLst>
                </p14:cNvPr>
                <p14:cNvContentPartPr/>
                <p14:nvPr/>
              </p14:nvContentPartPr>
              <p14:xfrm>
                <a:off x="2796585" y="2239575"/>
                <a:ext cx="289440" cy="363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F515C41-3365-F12C-F4A7-29324902211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790465" y="2233455"/>
                  <a:ext cx="30168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294702E-E84F-8651-12DE-44293C3BE6EF}"/>
                    </a:ext>
                  </a:extLst>
                </p14:cNvPr>
                <p14:cNvContentPartPr/>
                <p14:nvPr/>
              </p14:nvContentPartPr>
              <p14:xfrm>
                <a:off x="3132465" y="2333535"/>
                <a:ext cx="171000" cy="267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294702E-E84F-8651-12DE-44293C3BE6E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26345" y="2327415"/>
                  <a:ext cx="1832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5164B4C-ADE2-1F22-9954-D4552E414FB9}"/>
                    </a:ext>
                  </a:extLst>
                </p14:cNvPr>
                <p14:cNvContentPartPr/>
                <p14:nvPr/>
              </p14:nvContentPartPr>
              <p14:xfrm>
                <a:off x="3487065" y="2245695"/>
                <a:ext cx="361800" cy="411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5164B4C-ADE2-1F22-9954-D4552E414FB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80945" y="2239575"/>
                  <a:ext cx="37404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0222285-389A-F8D5-3A7B-5C9397F5FA94}"/>
                    </a:ext>
                  </a:extLst>
                </p14:cNvPr>
                <p14:cNvContentPartPr/>
                <p14:nvPr/>
              </p14:nvContentPartPr>
              <p14:xfrm>
                <a:off x="3766065" y="2242455"/>
                <a:ext cx="459720" cy="51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0222285-389A-F8D5-3A7B-5C9397F5FA9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759945" y="2236335"/>
                  <a:ext cx="471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5196FA9-2DD3-D21A-01AD-B7A7733EE725}"/>
                    </a:ext>
                  </a:extLst>
                </p14:cNvPr>
                <p14:cNvContentPartPr/>
                <p14:nvPr/>
              </p14:nvContentPartPr>
              <p14:xfrm>
                <a:off x="5015265" y="1715055"/>
                <a:ext cx="398160" cy="856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5196FA9-2DD3-D21A-01AD-B7A7733EE72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009145" y="1708935"/>
                  <a:ext cx="410400" cy="86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70517F7-6ACF-60F3-B722-B76CA27F2E62}"/>
                    </a:ext>
                  </a:extLst>
                </p14:cNvPr>
                <p14:cNvContentPartPr/>
                <p14:nvPr/>
              </p14:nvContentPartPr>
              <p14:xfrm>
                <a:off x="4807185" y="2564655"/>
                <a:ext cx="160560" cy="209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70517F7-6ACF-60F3-B722-B76CA27F2E6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801065" y="2558535"/>
                  <a:ext cx="1728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68B2DAA-AC1C-A97F-C71F-61F678E960AB}"/>
                    </a:ext>
                  </a:extLst>
                </p14:cNvPr>
                <p14:cNvContentPartPr/>
                <p14:nvPr/>
              </p14:nvContentPartPr>
              <p14:xfrm>
                <a:off x="5195265" y="2607855"/>
                <a:ext cx="171000" cy="258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68B2DAA-AC1C-A97F-C71F-61F678E960A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89145" y="2601735"/>
                  <a:ext cx="1832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B14BC3B-DBC3-F871-4F9D-4DE27C6B6550}"/>
                    </a:ext>
                  </a:extLst>
                </p14:cNvPr>
                <p14:cNvContentPartPr/>
                <p14:nvPr/>
              </p14:nvContentPartPr>
              <p14:xfrm>
                <a:off x="5673345" y="2497335"/>
                <a:ext cx="300240" cy="333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B14BC3B-DBC3-F871-4F9D-4DE27C6B655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667225" y="2491215"/>
                  <a:ext cx="31248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22D9BBB-70DA-9F83-2F10-32FF66610D5A}"/>
                    </a:ext>
                  </a:extLst>
                </p14:cNvPr>
                <p14:cNvContentPartPr/>
                <p14:nvPr/>
              </p14:nvContentPartPr>
              <p14:xfrm>
                <a:off x="6584505" y="1905495"/>
                <a:ext cx="231840" cy="1055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22D9BBB-70DA-9F83-2F10-32FF66610D5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578385" y="1899375"/>
                  <a:ext cx="244080" cy="10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645D541-AAF1-96AB-242F-0D854CA38A74}"/>
                    </a:ext>
                  </a:extLst>
                </p14:cNvPr>
                <p14:cNvContentPartPr/>
                <p14:nvPr/>
              </p14:nvContentPartPr>
              <p14:xfrm>
                <a:off x="6648225" y="3204735"/>
                <a:ext cx="108360" cy="234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645D541-AAF1-96AB-242F-0D854CA38A7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642105" y="3198615"/>
                  <a:ext cx="1206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5455E9D-5D79-B77B-EC53-C65DF8467BA1}"/>
                    </a:ext>
                  </a:extLst>
                </p14:cNvPr>
                <p14:cNvContentPartPr/>
                <p14:nvPr/>
              </p14:nvContentPartPr>
              <p14:xfrm>
                <a:off x="6973665" y="3044175"/>
                <a:ext cx="114480" cy="306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5455E9D-5D79-B77B-EC53-C65DF8467BA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967545" y="3038055"/>
                  <a:ext cx="1267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388143A-1C26-DE13-5AA6-7CCF7D40EC34}"/>
                    </a:ext>
                  </a:extLst>
                </p14:cNvPr>
                <p14:cNvContentPartPr/>
                <p14:nvPr/>
              </p14:nvContentPartPr>
              <p14:xfrm>
                <a:off x="7211985" y="3014295"/>
                <a:ext cx="446040" cy="451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388143A-1C26-DE13-5AA6-7CCF7D40EC3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205865" y="3008175"/>
                  <a:ext cx="45828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22CFDBE-E471-97F1-358E-A956D0598907}"/>
                    </a:ext>
                  </a:extLst>
                </p14:cNvPr>
                <p14:cNvContentPartPr/>
                <p14:nvPr/>
              </p14:nvContentPartPr>
              <p14:xfrm>
                <a:off x="8311785" y="2695335"/>
                <a:ext cx="2117160" cy="217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22CFDBE-E471-97F1-358E-A956D059890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305665" y="2689215"/>
                  <a:ext cx="21294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16E3A40-0307-7B65-DF52-65CE2EF0FC4B}"/>
                    </a:ext>
                  </a:extLst>
                </p14:cNvPr>
                <p14:cNvContentPartPr/>
                <p14:nvPr/>
              </p14:nvContentPartPr>
              <p14:xfrm>
                <a:off x="10819545" y="2229135"/>
                <a:ext cx="230760" cy="658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16E3A40-0307-7B65-DF52-65CE2EF0FC4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813425" y="2223015"/>
                  <a:ext cx="24300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A2FD7FB-FE90-05BB-3621-58AD1C7A9998}"/>
                    </a:ext>
                  </a:extLst>
                </p14:cNvPr>
                <p14:cNvContentPartPr/>
                <p14:nvPr/>
              </p14:nvContentPartPr>
              <p14:xfrm>
                <a:off x="11059665" y="3081975"/>
                <a:ext cx="69120" cy="75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A2FD7FB-FE90-05BB-3621-58AD1C7A999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053545" y="3075855"/>
                  <a:ext cx="81360" cy="87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52696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5C7719F4-85A6-0F6D-8CD1-CD662D8CA572}"/>
              </a:ext>
            </a:extLst>
          </p:cNvPr>
          <p:cNvGrpSpPr/>
          <p:nvPr/>
        </p:nvGrpSpPr>
        <p:grpSpPr>
          <a:xfrm>
            <a:off x="2117625" y="690495"/>
            <a:ext cx="5257440" cy="3144600"/>
            <a:chOff x="2117625" y="690495"/>
            <a:chExt cx="5257440" cy="314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9D1A745-D8AD-1E91-5A9F-5D4EF08B51C8}"/>
                    </a:ext>
                  </a:extLst>
                </p14:cNvPr>
                <p14:cNvContentPartPr/>
                <p14:nvPr/>
              </p14:nvContentPartPr>
              <p14:xfrm>
                <a:off x="2117625" y="815055"/>
                <a:ext cx="145440" cy="606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9D1A745-D8AD-1E91-5A9F-5D4EF08B51C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11505" y="808935"/>
                  <a:ext cx="157680" cy="61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F3293F9-289F-BBED-104D-889E5778479D}"/>
                    </a:ext>
                  </a:extLst>
                </p14:cNvPr>
                <p14:cNvContentPartPr/>
                <p14:nvPr/>
              </p14:nvContentPartPr>
              <p14:xfrm>
                <a:off x="2230305" y="757095"/>
                <a:ext cx="714240" cy="642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F3293F9-289F-BBED-104D-889E5778479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24185" y="750975"/>
                  <a:ext cx="72648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12EB589-C8EA-2A22-1094-4318A279D7E8}"/>
                    </a:ext>
                  </a:extLst>
                </p14:cNvPr>
                <p14:cNvContentPartPr/>
                <p14:nvPr/>
              </p14:nvContentPartPr>
              <p14:xfrm>
                <a:off x="3170265" y="966975"/>
                <a:ext cx="296640" cy="333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12EB589-C8EA-2A22-1094-4318A279D7E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64145" y="960855"/>
                  <a:ext cx="3088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937E31A-5675-DDB3-D0C0-75BB19343D90}"/>
                    </a:ext>
                  </a:extLst>
                </p14:cNvPr>
                <p14:cNvContentPartPr/>
                <p14:nvPr/>
              </p14:nvContentPartPr>
              <p14:xfrm>
                <a:off x="3754545" y="721815"/>
                <a:ext cx="124920" cy="485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937E31A-5675-DDB3-D0C0-75BB19343D9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748425" y="715695"/>
                  <a:ext cx="13716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A1EF65C-8E84-8EAE-2C54-028A4008616D}"/>
                    </a:ext>
                  </a:extLst>
                </p14:cNvPr>
                <p14:cNvContentPartPr/>
                <p14:nvPr/>
              </p14:nvContentPartPr>
              <p14:xfrm>
                <a:off x="3633585" y="979575"/>
                <a:ext cx="347760" cy="43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A1EF65C-8E84-8EAE-2C54-028A400861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27465" y="973455"/>
                  <a:ext cx="360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B42C04C-3D37-0D1E-BCF6-71247D6A602D}"/>
                    </a:ext>
                  </a:extLst>
                </p14:cNvPr>
                <p14:cNvContentPartPr/>
                <p14:nvPr/>
              </p14:nvContentPartPr>
              <p14:xfrm>
                <a:off x="4028865" y="884175"/>
                <a:ext cx="296640" cy="260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B42C04C-3D37-0D1E-BCF6-71247D6A602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22745" y="878055"/>
                  <a:ext cx="3088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7D37C41-177C-3683-418B-B4C65512E446}"/>
                    </a:ext>
                  </a:extLst>
                </p14:cNvPr>
                <p14:cNvContentPartPr/>
                <p14:nvPr/>
              </p14:nvContentPartPr>
              <p14:xfrm>
                <a:off x="4475985" y="690495"/>
                <a:ext cx="37080" cy="42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7D37C41-177C-3683-418B-B4C65512E44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69865" y="684375"/>
                  <a:ext cx="49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4F0310B-4CE9-71A2-00E8-EB5A3B8CC1E7}"/>
                    </a:ext>
                  </a:extLst>
                </p14:cNvPr>
                <p14:cNvContentPartPr/>
                <p14:nvPr/>
              </p14:nvContentPartPr>
              <p14:xfrm>
                <a:off x="4533945" y="940335"/>
                <a:ext cx="422280" cy="237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4F0310B-4CE9-71A2-00E8-EB5A3B8CC1E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27825" y="934215"/>
                  <a:ext cx="4345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E3400D3-DFC2-8FF5-CFB3-C0D9495CA077}"/>
                    </a:ext>
                  </a:extLst>
                </p14:cNvPr>
                <p14:cNvContentPartPr/>
                <p14:nvPr/>
              </p14:nvContentPartPr>
              <p14:xfrm>
                <a:off x="4774065" y="880575"/>
                <a:ext cx="248400" cy="248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E3400D3-DFC2-8FF5-CFB3-C0D9495CA07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67945" y="874455"/>
                  <a:ext cx="2606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19B32B3-12E0-27D6-B025-6CAE4421C63F}"/>
                    </a:ext>
                  </a:extLst>
                </p14:cNvPr>
                <p14:cNvContentPartPr/>
                <p14:nvPr/>
              </p14:nvContentPartPr>
              <p14:xfrm>
                <a:off x="6064665" y="1275135"/>
                <a:ext cx="1310400" cy="63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19B32B3-12E0-27D6-B025-6CAE4421C63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58545" y="1269015"/>
                  <a:ext cx="13226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35CACFD-BD69-8DF5-387B-04E3066BB9BD}"/>
                    </a:ext>
                  </a:extLst>
                </p14:cNvPr>
                <p14:cNvContentPartPr/>
                <p14:nvPr/>
              </p14:nvContentPartPr>
              <p14:xfrm>
                <a:off x="3840945" y="1838535"/>
                <a:ext cx="986040" cy="1660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35CACFD-BD69-8DF5-387B-04E3066BB9B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34825" y="1832415"/>
                  <a:ext cx="998280" cy="167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4F055DD-3AB7-016B-1F97-EC995E8B11FB}"/>
                    </a:ext>
                  </a:extLst>
                </p14:cNvPr>
                <p14:cNvContentPartPr/>
                <p14:nvPr/>
              </p14:nvContentPartPr>
              <p14:xfrm>
                <a:off x="5372025" y="1864095"/>
                <a:ext cx="1072080" cy="1517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4F055DD-3AB7-016B-1F97-EC995E8B11F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365905" y="1857975"/>
                  <a:ext cx="1084320" cy="15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F67475A-4CD3-35B6-34DE-922F75DD5C3D}"/>
                    </a:ext>
                  </a:extLst>
                </p14:cNvPr>
                <p14:cNvContentPartPr/>
                <p14:nvPr/>
              </p14:nvContentPartPr>
              <p14:xfrm>
                <a:off x="4894305" y="2210775"/>
                <a:ext cx="144000" cy="350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F67475A-4CD3-35B6-34DE-922F75DD5C3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88185" y="2204655"/>
                  <a:ext cx="1562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B868A7F-192F-5EC9-6780-91E46698BC67}"/>
                    </a:ext>
                  </a:extLst>
                </p14:cNvPr>
                <p14:cNvContentPartPr/>
                <p14:nvPr/>
              </p14:nvContentPartPr>
              <p14:xfrm>
                <a:off x="4555185" y="2823855"/>
                <a:ext cx="196920" cy="274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868A7F-192F-5EC9-6780-91E46698BC6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49065" y="2817735"/>
                  <a:ext cx="2091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57E819-0E5A-817A-698B-891FC9D213E8}"/>
                    </a:ext>
                  </a:extLst>
                </p14:cNvPr>
                <p14:cNvContentPartPr/>
                <p14:nvPr/>
              </p14:nvContentPartPr>
              <p14:xfrm>
                <a:off x="4538625" y="3223095"/>
                <a:ext cx="244440" cy="243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57E819-0E5A-817A-698B-891FC9D213E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32505" y="3216975"/>
                  <a:ext cx="2566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9D6E968-008D-507F-2A46-BBB91898DB64}"/>
                    </a:ext>
                  </a:extLst>
                </p14:cNvPr>
                <p14:cNvContentPartPr/>
                <p14:nvPr/>
              </p14:nvContentPartPr>
              <p14:xfrm>
                <a:off x="5631945" y="2143455"/>
                <a:ext cx="347760" cy="435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9D6E968-008D-507F-2A46-BBB91898DB6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25825" y="2137335"/>
                  <a:ext cx="36000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5ED9D1B-3FDE-2354-1D69-358BF1D11C3C}"/>
                    </a:ext>
                  </a:extLst>
                </p14:cNvPr>
                <p14:cNvContentPartPr/>
                <p14:nvPr/>
              </p14:nvContentPartPr>
              <p14:xfrm>
                <a:off x="5397945" y="2802255"/>
                <a:ext cx="256680" cy="396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5ED9D1B-3FDE-2354-1D69-358BF1D11C3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91825" y="2796135"/>
                  <a:ext cx="26892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FB1628A-9523-5E20-915B-692DD46326DE}"/>
                    </a:ext>
                  </a:extLst>
                </p14:cNvPr>
                <p14:cNvContentPartPr/>
                <p14:nvPr/>
              </p14:nvContentPartPr>
              <p14:xfrm>
                <a:off x="5741025" y="2750775"/>
                <a:ext cx="187920" cy="9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FB1628A-9523-5E20-915B-692DD46326D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34905" y="2744655"/>
                  <a:ext cx="2001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2BCA962-BCA3-3E5E-5423-FA3BC6F60192}"/>
                    </a:ext>
                  </a:extLst>
                </p14:cNvPr>
                <p14:cNvContentPartPr/>
                <p14:nvPr/>
              </p14:nvContentPartPr>
              <p14:xfrm>
                <a:off x="5269425" y="3526215"/>
                <a:ext cx="247320" cy="264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2BCA962-BCA3-3E5E-5423-FA3BC6F6019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63305" y="3520095"/>
                  <a:ext cx="2595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DF75AAB-F024-C980-B90A-DB05AEB5F829}"/>
                    </a:ext>
                  </a:extLst>
                </p14:cNvPr>
                <p14:cNvContentPartPr/>
                <p14:nvPr/>
              </p14:nvContentPartPr>
              <p14:xfrm>
                <a:off x="3835905" y="2607495"/>
                <a:ext cx="3017520" cy="240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DF75AAB-F024-C980-B90A-DB05AEB5F82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29785" y="2601375"/>
                  <a:ext cx="30297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B5C49AB-768A-E0B5-D204-169CC8EB20AD}"/>
                    </a:ext>
                  </a:extLst>
                </p14:cNvPr>
                <p14:cNvContentPartPr/>
                <p14:nvPr/>
              </p14:nvContentPartPr>
              <p14:xfrm>
                <a:off x="3777225" y="3191055"/>
                <a:ext cx="2645280" cy="44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B5C49AB-768A-E0B5-D204-169CC8EB20A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71105" y="3184935"/>
                  <a:ext cx="26575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763AF3A-612D-84CA-B953-742E60AC02B6}"/>
                    </a:ext>
                  </a:extLst>
                </p14:cNvPr>
                <p14:cNvContentPartPr/>
                <p14:nvPr/>
              </p14:nvContentPartPr>
              <p14:xfrm>
                <a:off x="4515945" y="1643055"/>
                <a:ext cx="1127880" cy="2094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763AF3A-612D-84CA-B953-742E60AC02B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09825" y="1636935"/>
                  <a:ext cx="1140120" cy="21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1E35EE2-A33D-C7F7-7238-523415FA887F}"/>
                    </a:ext>
                  </a:extLst>
                </p14:cNvPr>
                <p14:cNvContentPartPr/>
                <p14:nvPr/>
              </p14:nvContentPartPr>
              <p14:xfrm>
                <a:off x="4808265" y="1294935"/>
                <a:ext cx="363960" cy="428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1E35EE2-A33D-C7F7-7238-523415FA887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02145" y="1288815"/>
                  <a:ext cx="37620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1AA3BA0-0784-EB0B-6A2A-F95FCA19F17D}"/>
                    </a:ext>
                  </a:extLst>
                </p14:cNvPr>
                <p14:cNvContentPartPr/>
                <p14:nvPr/>
              </p14:nvContentPartPr>
              <p14:xfrm>
                <a:off x="4886025" y="1481415"/>
                <a:ext cx="274680" cy="108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1AA3BA0-0784-EB0B-6A2A-F95FCA19F17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79905" y="1475295"/>
                  <a:ext cx="2869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212C329-4BDD-53E8-522A-86985448BA1D}"/>
                    </a:ext>
                  </a:extLst>
                </p14:cNvPr>
                <p14:cNvContentPartPr/>
                <p14:nvPr/>
              </p14:nvContentPartPr>
              <p14:xfrm>
                <a:off x="5999505" y="1479255"/>
                <a:ext cx="130680" cy="236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212C329-4BDD-53E8-522A-86985448BA1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93385" y="1473135"/>
                  <a:ext cx="1429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4BACBE-4AD4-E61A-CBDA-7F1F8E6952F8}"/>
                    </a:ext>
                  </a:extLst>
                </p14:cNvPr>
                <p14:cNvContentPartPr/>
                <p14:nvPr/>
              </p14:nvContentPartPr>
              <p14:xfrm>
                <a:off x="6111465" y="1295295"/>
                <a:ext cx="257760" cy="456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4BACBE-4AD4-E61A-CBDA-7F1F8E6952F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05345" y="1289175"/>
                  <a:ext cx="27000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D51B990-168E-7936-0EC4-FBF253EC537D}"/>
                    </a:ext>
                  </a:extLst>
                </p14:cNvPr>
                <p14:cNvContentPartPr/>
                <p14:nvPr/>
              </p14:nvContentPartPr>
              <p14:xfrm>
                <a:off x="3542145" y="1773375"/>
                <a:ext cx="173520" cy="251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D51B990-168E-7936-0EC4-FBF253EC537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36025" y="1767255"/>
                  <a:ext cx="1857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12E3335-459E-7E6F-69EA-421A4E73BA5E}"/>
                    </a:ext>
                  </a:extLst>
                </p14:cNvPr>
                <p14:cNvContentPartPr/>
                <p14:nvPr/>
              </p14:nvContentPartPr>
              <p14:xfrm>
                <a:off x="2784705" y="2576175"/>
                <a:ext cx="248760" cy="464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12E3335-459E-7E6F-69EA-421A4E73BA5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78585" y="2570055"/>
                  <a:ext cx="26100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66E918A-E722-6905-B7B6-E07308C9FAB6}"/>
                    </a:ext>
                  </a:extLst>
                </p14:cNvPr>
                <p14:cNvContentPartPr/>
                <p14:nvPr/>
              </p14:nvContentPartPr>
              <p14:xfrm>
                <a:off x="2545305" y="3364215"/>
                <a:ext cx="365400" cy="470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66E918A-E722-6905-B7B6-E07308C9FAB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39185" y="3358095"/>
                  <a:ext cx="377640" cy="48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9ADD6E6-417C-BF56-BFC3-8FC0DAB03AA8}"/>
              </a:ext>
            </a:extLst>
          </p:cNvPr>
          <p:cNvGrpSpPr/>
          <p:nvPr/>
        </p:nvGrpSpPr>
        <p:grpSpPr>
          <a:xfrm>
            <a:off x="8459745" y="1720095"/>
            <a:ext cx="3551400" cy="1051920"/>
            <a:chOff x="8459745" y="1720095"/>
            <a:chExt cx="3551400" cy="105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6897C21-CC41-E301-9AA9-D4C2E5378CBA}"/>
                    </a:ext>
                  </a:extLst>
                </p14:cNvPr>
                <p14:cNvContentPartPr/>
                <p14:nvPr/>
              </p14:nvContentPartPr>
              <p14:xfrm>
                <a:off x="8459745" y="1720095"/>
                <a:ext cx="375840" cy="995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6897C21-CC41-E301-9AA9-D4C2E5378CB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53625" y="1713975"/>
                  <a:ext cx="388080" cy="10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206717D-D37D-C8B2-3965-DABB71282BBA}"/>
                    </a:ext>
                  </a:extLst>
                </p14:cNvPr>
                <p14:cNvContentPartPr/>
                <p14:nvPr/>
              </p14:nvContentPartPr>
              <p14:xfrm>
                <a:off x="9040425" y="1731255"/>
                <a:ext cx="724680" cy="765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206717D-D37D-C8B2-3965-DABB71282BB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34305" y="1725135"/>
                  <a:ext cx="736920" cy="77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6A0B8C0-4BC4-3684-ED7A-49C5AD6EE978}"/>
                    </a:ext>
                  </a:extLst>
                </p14:cNvPr>
                <p14:cNvContentPartPr/>
                <p14:nvPr/>
              </p14:nvContentPartPr>
              <p14:xfrm>
                <a:off x="9868425" y="2243895"/>
                <a:ext cx="227880" cy="195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6A0B8C0-4BC4-3684-ED7A-49C5AD6EE97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62305" y="2237775"/>
                  <a:ext cx="2401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FEC9C35-DD14-1E0A-5715-38DF0AE92899}"/>
                    </a:ext>
                  </a:extLst>
                </p14:cNvPr>
                <p14:cNvContentPartPr/>
                <p14:nvPr/>
              </p14:nvContentPartPr>
              <p14:xfrm>
                <a:off x="10239945" y="2230575"/>
                <a:ext cx="111960" cy="328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FEC9C35-DD14-1E0A-5715-38DF0AE9289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33825" y="2224455"/>
                  <a:ext cx="12420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1D3B964-66B1-6D1C-1058-8A3B87C0104B}"/>
                    </a:ext>
                  </a:extLst>
                </p14:cNvPr>
                <p14:cNvContentPartPr/>
                <p14:nvPr/>
              </p14:nvContentPartPr>
              <p14:xfrm>
                <a:off x="10349745" y="2540895"/>
                <a:ext cx="161640" cy="102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1D3B964-66B1-6D1C-1058-8A3B87C0104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343625" y="2534775"/>
                  <a:ext cx="1738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E9AD336-528A-D0CE-A774-9B3BC7213FDD}"/>
                    </a:ext>
                  </a:extLst>
                </p14:cNvPr>
                <p14:cNvContentPartPr/>
                <p14:nvPr/>
              </p14:nvContentPartPr>
              <p14:xfrm>
                <a:off x="10801185" y="2012055"/>
                <a:ext cx="573840" cy="511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E9AD336-528A-D0CE-A774-9B3BC7213FD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795065" y="2005935"/>
                  <a:ext cx="58608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1B25F20-25CF-827C-FC9B-B412D6EC19F2}"/>
                    </a:ext>
                  </a:extLst>
                </p14:cNvPr>
                <p14:cNvContentPartPr/>
                <p14:nvPr/>
              </p14:nvContentPartPr>
              <p14:xfrm>
                <a:off x="11405985" y="1978215"/>
                <a:ext cx="264240" cy="425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1B25F20-25CF-827C-FC9B-B412D6EC19F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399865" y="1972095"/>
                  <a:ext cx="27648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93A118D-21C2-FF15-825B-31FF79329CCB}"/>
                    </a:ext>
                  </a:extLst>
                </p14:cNvPr>
                <p14:cNvContentPartPr/>
                <p14:nvPr/>
              </p14:nvContentPartPr>
              <p14:xfrm>
                <a:off x="11683185" y="2282775"/>
                <a:ext cx="208800" cy="199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93A118D-21C2-FF15-825B-31FF79329CC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677065" y="2276655"/>
                  <a:ext cx="2210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6BF2F91-DBC4-EF10-E66C-05DFAE2EE1A4}"/>
                    </a:ext>
                  </a:extLst>
                </p14:cNvPr>
                <p14:cNvContentPartPr/>
                <p14:nvPr/>
              </p14:nvContentPartPr>
              <p14:xfrm>
                <a:off x="11609385" y="1810815"/>
                <a:ext cx="401760" cy="961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6BF2F91-DBC4-EF10-E66C-05DFAE2EE1A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603265" y="1804695"/>
                  <a:ext cx="414000" cy="973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39109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>
            <a:extLst>
              <a:ext uri="{FF2B5EF4-FFF2-40B4-BE49-F238E27FC236}">
                <a16:creationId xmlns:a16="http://schemas.microsoft.com/office/drawing/2014/main" id="{43403906-B83A-A4D2-9A31-4A6805AC2287}"/>
              </a:ext>
            </a:extLst>
          </p:cNvPr>
          <p:cNvGrpSpPr/>
          <p:nvPr/>
        </p:nvGrpSpPr>
        <p:grpSpPr>
          <a:xfrm>
            <a:off x="554505" y="270015"/>
            <a:ext cx="11210760" cy="5307120"/>
            <a:chOff x="554505" y="270015"/>
            <a:chExt cx="11210760" cy="530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A708732-D58A-8B81-EF13-213285CF2F0D}"/>
                    </a:ext>
                  </a:extLst>
                </p14:cNvPr>
                <p14:cNvContentPartPr/>
                <p14:nvPr/>
              </p14:nvContentPartPr>
              <p14:xfrm>
                <a:off x="4034985" y="510855"/>
                <a:ext cx="18360" cy="53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A708732-D58A-8B81-EF13-213285CF2F0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028865" y="504735"/>
                  <a:ext cx="30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D0DA007-18FE-FEE9-9875-D55A93318EAA}"/>
                    </a:ext>
                  </a:extLst>
                </p14:cNvPr>
                <p14:cNvContentPartPr/>
                <p14:nvPr/>
              </p14:nvContentPartPr>
              <p14:xfrm>
                <a:off x="4126425" y="1038255"/>
                <a:ext cx="41040" cy="95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D0DA007-18FE-FEE9-9875-D55A93318EA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20305" y="1032135"/>
                  <a:ext cx="53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9F6652A-56B7-3F52-DA58-3890239118AC}"/>
                    </a:ext>
                  </a:extLst>
                </p14:cNvPr>
                <p14:cNvContentPartPr/>
                <p14:nvPr/>
              </p14:nvContentPartPr>
              <p14:xfrm>
                <a:off x="1698225" y="379095"/>
                <a:ext cx="777600" cy="12999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9F6652A-56B7-3F52-DA58-3890239118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2105" y="372975"/>
                  <a:ext cx="789840" cy="13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AE2C0AE-E65F-A5EF-BEC3-6DA3475F9E0D}"/>
                    </a:ext>
                  </a:extLst>
                </p14:cNvPr>
                <p14:cNvContentPartPr/>
                <p14:nvPr/>
              </p14:nvContentPartPr>
              <p14:xfrm>
                <a:off x="3228945" y="640095"/>
                <a:ext cx="125640" cy="653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AE2C0AE-E65F-A5EF-BEC3-6DA3475F9E0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22825" y="633975"/>
                  <a:ext cx="13788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51C62E1-7022-0D4E-DBAF-29037BE8CAAF}"/>
                    </a:ext>
                  </a:extLst>
                </p14:cNvPr>
                <p14:cNvContentPartPr/>
                <p14:nvPr/>
              </p14:nvContentPartPr>
              <p14:xfrm>
                <a:off x="2661225" y="1489695"/>
                <a:ext cx="573480" cy="825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51C62E1-7022-0D4E-DBAF-29037BE8CAA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55105" y="1483575"/>
                  <a:ext cx="585720" cy="83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A11DDFA-E602-E03D-6EB2-27A0440AEE75}"/>
                    </a:ext>
                  </a:extLst>
                </p14:cNvPr>
                <p14:cNvContentPartPr/>
                <p14:nvPr/>
              </p14:nvContentPartPr>
              <p14:xfrm>
                <a:off x="1763745" y="2674455"/>
                <a:ext cx="416880" cy="812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A11DDFA-E602-E03D-6EB2-27A0440AEE7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57625" y="2668335"/>
                  <a:ext cx="429120" cy="82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2614FD-CFB6-9A56-0330-C03F07BAE7AF}"/>
                    </a:ext>
                  </a:extLst>
                </p14:cNvPr>
                <p14:cNvContentPartPr/>
                <p14:nvPr/>
              </p14:nvContentPartPr>
              <p14:xfrm>
                <a:off x="2363145" y="2555655"/>
                <a:ext cx="106200" cy="625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2614FD-CFB6-9A56-0330-C03F07BAE7A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57025" y="2549535"/>
                  <a:ext cx="11844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DB4DBDA-03E1-690D-5E18-FC83DBE8C990}"/>
                    </a:ext>
                  </a:extLst>
                </p14:cNvPr>
                <p14:cNvContentPartPr/>
                <p14:nvPr/>
              </p14:nvContentPartPr>
              <p14:xfrm>
                <a:off x="2256225" y="2674815"/>
                <a:ext cx="586800" cy="343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DB4DBDA-03E1-690D-5E18-FC83DBE8C9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50105" y="2668695"/>
                  <a:ext cx="5990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AAC1F88-2B4E-84C6-A6F9-99B12150537C}"/>
                    </a:ext>
                  </a:extLst>
                </p14:cNvPr>
                <p14:cNvContentPartPr/>
                <p14:nvPr/>
              </p14:nvContentPartPr>
              <p14:xfrm>
                <a:off x="2899545" y="2534775"/>
                <a:ext cx="273600" cy="502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AAC1F88-2B4E-84C6-A6F9-99B12150537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93425" y="2528655"/>
                  <a:ext cx="28584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784ECA8-79CB-D65C-F87C-8AD87BD2254E}"/>
                    </a:ext>
                  </a:extLst>
                </p14:cNvPr>
                <p14:cNvContentPartPr/>
                <p14:nvPr/>
              </p14:nvContentPartPr>
              <p14:xfrm>
                <a:off x="3529545" y="2509215"/>
                <a:ext cx="19800" cy="61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784ECA8-79CB-D65C-F87C-8AD87BD2254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23425" y="2503095"/>
                  <a:ext cx="320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A1C891C-6366-D011-91F5-D3949FD53900}"/>
                    </a:ext>
                  </a:extLst>
                </p14:cNvPr>
                <p14:cNvContentPartPr/>
                <p14:nvPr/>
              </p14:nvContentPartPr>
              <p14:xfrm>
                <a:off x="3398145" y="2390415"/>
                <a:ext cx="100800" cy="826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A1C891C-6366-D011-91F5-D3949FD5390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92025" y="2384295"/>
                  <a:ext cx="113040" cy="83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4CA6415-0180-108C-B13D-2E5068520FE2}"/>
                    </a:ext>
                  </a:extLst>
                </p14:cNvPr>
                <p14:cNvContentPartPr/>
                <p14:nvPr/>
              </p14:nvContentPartPr>
              <p14:xfrm>
                <a:off x="3213825" y="2705775"/>
                <a:ext cx="411840" cy="149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4CA6415-0180-108C-B13D-2E5068520FE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07705" y="2699655"/>
                  <a:ext cx="4240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6799FB9-2B9D-5EC8-CBC5-A0441FD4D233}"/>
                    </a:ext>
                  </a:extLst>
                </p14:cNvPr>
                <p14:cNvContentPartPr/>
                <p14:nvPr/>
              </p14:nvContentPartPr>
              <p14:xfrm>
                <a:off x="4532865" y="1962735"/>
                <a:ext cx="50760" cy="126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6799FB9-2B9D-5EC8-CBC5-A0441FD4D23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26745" y="1956615"/>
                  <a:ext cx="63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8792C11-C508-00E8-65D5-E377D7AB03EB}"/>
                    </a:ext>
                  </a:extLst>
                </p14:cNvPr>
                <p14:cNvContentPartPr/>
                <p14:nvPr/>
              </p14:nvContentPartPr>
              <p14:xfrm>
                <a:off x="4535385" y="3201495"/>
                <a:ext cx="64440" cy="23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8792C11-C508-00E8-65D5-E377D7AB03E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29265" y="3195375"/>
                  <a:ext cx="766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D591EB4-3122-BA51-D25C-67D3E1EEAFBA}"/>
                    </a:ext>
                  </a:extLst>
                </p14:cNvPr>
                <p14:cNvContentPartPr/>
                <p14:nvPr/>
              </p14:nvContentPartPr>
              <p14:xfrm>
                <a:off x="4918065" y="3124455"/>
                <a:ext cx="5040" cy="9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D591EB4-3122-BA51-D25C-67D3E1EEAFB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11945" y="3118335"/>
                  <a:ext cx="172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4E3D8C0-0090-8E13-B6EB-D4BF1E783733}"/>
                    </a:ext>
                  </a:extLst>
                </p14:cNvPr>
                <p14:cNvContentPartPr/>
                <p14:nvPr/>
              </p14:nvContentPartPr>
              <p14:xfrm>
                <a:off x="2607225" y="3530535"/>
                <a:ext cx="680040" cy="627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4E3D8C0-0090-8E13-B6EB-D4BF1E78373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01105" y="3524415"/>
                  <a:ext cx="692280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6DD66B9-EDC1-F8F6-EA46-515FD93E0418}"/>
                    </a:ext>
                  </a:extLst>
                </p14:cNvPr>
                <p14:cNvContentPartPr/>
                <p14:nvPr/>
              </p14:nvContentPartPr>
              <p14:xfrm>
                <a:off x="2983425" y="4460775"/>
                <a:ext cx="332280" cy="500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6DD66B9-EDC1-F8F6-EA46-515FD93E041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77305" y="4454655"/>
                  <a:ext cx="34452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E2B70C6-D7E2-4E0F-BA87-C09F928233AA}"/>
                    </a:ext>
                  </a:extLst>
                </p14:cNvPr>
                <p14:cNvContentPartPr/>
                <p14:nvPr/>
              </p14:nvContentPartPr>
              <p14:xfrm>
                <a:off x="3352065" y="4463655"/>
                <a:ext cx="259920" cy="266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E2B70C6-D7E2-4E0F-BA87-C09F928233A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45945" y="4457535"/>
                  <a:ext cx="2721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C2A84E5-8169-20C4-7E6C-8A4BF7F0DCC8}"/>
                    </a:ext>
                  </a:extLst>
                </p14:cNvPr>
                <p14:cNvContentPartPr/>
                <p14:nvPr/>
              </p14:nvContentPartPr>
              <p14:xfrm>
                <a:off x="3756345" y="4425495"/>
                <a:ext cx="226080" cy="213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C2A84E5-8169-20C4-7E6C-8A4BF7F0DCC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50225" y="4419375"/>
                  <a:ext cx="2383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0707422-7FBB-A6B7-B0A4-BA93E7750047}"/>
                    </a:ext>
                  </a:extLst>
                </p14:cNvPr>
                <p14:cNvContentPartPr/>
                <p14:nvPr/>
              </p14:nvContentPartPr>
              <p14:xfrm>
                <a:off x="3799905" y="4066575"/>
                <a:ext cx="137880" cy="657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0707422-7FBB-A6B7-B0A4-BA93E775004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93785" y="4060455"/>
                  <a:ext cx="15012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0427625-74CE-A53D-2E27-48D6991C7288}"/>
                    </a:ext>
                  </a:extLst>
                </p14:cNvPr>
                <p14:cNvContentPartPr/>
                <p14:nvPr/>
              </p14:nvContentPartPr>
              <p14:xfrm>
                <a:off x="3750225" y="3969375"/>
                <a:ext cx="1012320" cy="608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0427625-74CE-A53D-2E27-48D6991C728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44105" y="3963255"/>
                  <a:ext cx="1024560" cy="6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5364FCB-6455-20BD-BE2D-B09392E76816}"/>
                    </a:ext>
                  </a:extLst>
                </p14:cNvPr>
                <p14:cNvContentPartPr/>
                <p14:nvPr/>
              </p14:nvContentPartPr>
              <p14:xfrm>
                <a:off x="4047225" y="4032735"/>
                <a:ext cx="58680" cy="988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5364FCB-6455-20BD-BE2D-B09392E7681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41105" y="4026615"/>
                  <a:ext cx="70920" cy="10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3C9A87D-EB4D-98B4-A465-35774D205909}"/>
                    </a:ext>
                  </a:extLst>
                </p14:cNvPr>
                <p14:cNvContentPartPr/>
                <p14:nvPr/>
              </p14:nvContentPartPr>
              <p14:xfrm>
                <a:off x="4170705" y="4247295"/>
                <a:ext cx="383040" cy="400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3C9A87D-EB4D-98B4-A465-35774D20590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64585" y="4241175"/>
                  <a:ext cx="39528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5ADB721-764E-C787-5604-66597A4DF537}"/>
                    </a:ext>
                  </a:extLst>
                </p14:cNvPr>
                <p14:cNvContentPartPr/>
                <p14:nvPr/>
              </p14:nvContentPartPr>
              <p14:xfrm>
                <a:off x="4645545" y="3486615"/>
                <a:ext cx="847080" cy="852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5ADB721-764E-C787-5604-66597A4DF53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39425" y="3480495"/>
                  <a:ext cx="859320" cy="86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5BCD30D-5DB1-6C30-1D10-FCB66A601D5A}"/>
                    </a:ext>
                  </a:extLst>
                </p14:cNvPr>
                <p14:cNvContentPartPr/>
                <p14:nvPr/>
              </p14:nvContentPartPr>
              <p14:xfrm>
                <a:off x="5163945" y="3749775"/>
                <a:ext cx="386640" cy="85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5BCD30D-5DB1-6C30-1D10-FCB66A601D5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57825" y="3743655"/>
                  <a:ext cx="3988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32AC625-4C82-1FB1-98A9-A04815A2144D}"/>
                    </a:ext>
                  </a:extLst>
                </p14:cNvPr>
                <p14:cNvContentPartPr/>
                <p14:nvPr/>
              </p14:nvContentPartPr>
              <p14:xfrm>
                <a:off x="554505" y="4596495"/>
                <a:ext cx="291240" cy="808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32AC625-4C82-1FB1-98A9-A04815A2144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8385" y="4590375"/>
                  <a:ext cx="303480" cy="82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03E2D08-8FE5-A1B1-07EC-9A177096D873}"/>
                    </a:ext>
                  </a:extLst>
                </p14:cNvPr>
                <p14:cNvContentPartPr/>
                <p14:nvPr/>
              </p14:nvContentPartPr>
              <p14:xfrm>
                <a:off x="961665" y="4840575"/>
                <a:ext cx="482040" cy="475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03E2D08-8FE5-A1B1-07EC-9A177096D87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55545" y="4834455"/>
                  <a:ext cx="49428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CF5B58A-AE17-67DB-C8D0-E5065A72F80F}"/>
                    </a:ext>
                  </a:extLst>
                </p14:cNvPr>
                <p14:cNvContentPartPr/>
                <p14:nvPr/>
              </p14:nvContentPartPr>
              <p14:xfrm>
                <a:off x="1500945" y="4295895"/>
                <a:ext cx="1178640" cy="786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CF5B58A-AE17-67DB-C8D0-E5065A72F80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94825" y="4289775"/>
                  <a:ext cx="1190880" cy="79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6FFD023-FB74-2342-21E7-3E115D8CF3C3}"/>
                    </a:ext>
                  </a:extLst>
                </p14:cNvPr>
                <p14:cNvContentPartPr/>
                <p14:nvPr/>
              </p14:nvContentPartPr>
              <p14:xfrm>
                <a:off x="4698825" y="4665255"/>
                <a:ext cx="211680" cy="473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6FFD023-FB74-2342-21E7-3E115D8CF3C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692705" y="4659135"/>
                  <a:ext cx="22392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03643AD-E1F1-214C-202B-9A30F2749751}"/>
                    </a:ext>
                  </a:extLst>
                </p14:cNvPr>
                <p14:cNvContentPartPr/>
                <p14:nvPr/>
              </p14:nvContentPartPr>
              <p14:xfrm>
                <a:off x="4639785" y="5107335"/>
                <a:ext cx="353880" cy="469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03643AD-E1F1-214C-202B-9A30F274975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33665" y="5101215"/>
                  <a:ext cx="3661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EFCBFB0-089B-CA98-0FE1-04FA861B605F}"/>
                    </a:ext>
                  </a:extLst>
                </p14:cNvPr>
                <p14:cNvContentPartPr/>
                <p14:nvPr/>
              </p14:nvContentPartPr>
              <p14:xfrm>
                <a:off x="5309025" y="4802415"/>
                <a:ext cx="387000" cy="649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EFCBFB0-089B-CA98-0FE1-04FA861B605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02905" y="4796295"/>
                  <a:ext cx="399240" cy="6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9B0E369-23C2-5361-B99C-D910628F11E0}"/>
                    </a:ext>
                  </a:extLst>
                </p14:cNvPr>
                <p14:cNvContentPartPr/>
                <p14:nvPr/>
              </p14:nvContentPartPr>
              <p14:xfrm>
                <a:off x="8039625" y="2547735"/>
                <a:ext cx="167400" cy="697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9B0E369-23C2-5361-B99C-D910628F11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33505" y="2541615"/>
                  <a:ext cx="179640" cy="70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B2F528C-B423-E35E-4BBF-ED49A03C7BA1}"/>
                    </a:ext>
                  </a:extLst>
                </p14:cNvPr>
                <p14:cNvContentPartPr/>
                <p14:nvPr/>
              </p14:nvContentPartPr>
              <p14:xfrm>
                <a:off x="7664865" y="3348735"/>
                <a:ext cx="514800" cy="66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B2F528C-B423-E35E-4BBF-ED49A03C7BA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658745" y="3342615"/>
                  <a:ext cx="527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300409F-6AC4-A157-9B66-4764C23318A6}"/>
                    </a:ext>
                  </a:extLst>
                </p14:cNvPr>
                <p14:cNvContentPartPr/>
                <p14:nvPr/>
              </p14:nvContentPartPr>
              <p14:xfrm>
                <a:off x="8291265" y="3187095"/>
                <a:ext cx="348840" cy="298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300409F-6AC4-A157-9B66-4764C23318A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285145" y="3180975"/>
                  <a:ext cx="3610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3DE1E85-0377-113D-A99B-B0875375D2E4}"/>
                    </a:ext>
                  </a:extLst>
                </p14:cNvPr>
                <p14:cNvContentPartPr/>
                <p14:nvPr/>
              </p14:nvContentPartPr>
              <p14:xfrm>
                <a:off x="7596465" y="3939135"/>
                <a:ext cx="559080" cy="572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3DE1E85-0377-113D-A99B-B0875375D2E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90345" y="3933015"/>
                  <a:ext cx="571320" cy="5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E8DE6ED-D3DD-5094-2BFC-FAB4C28A4688}"/>
                    </a:ext>
                  </a:extLst>
                </p14:cNvPr>
                <p14:cNvContentPartPr/>
                <p14:nvPr/>
              </p14:nvContentPartPr>
              <p14:xfrm>
                <a:off x="7458945" y="3789015"/>
                <a:ext cx="405000" cy="74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E8DE6ED-D3DD-5094-2BFC-FAB4C28A468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452825" y="3782895"/>
                  <a:ext cx="4172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04F36D5-7C25-F05E-8C5F-B72CF7F49328}"/>
                    </a:ext>
                  </a:extLst>
                </p14:cNvPr>
                <p14:cNvContentPartPr/>
                <p14:nvPr/>
              </p14:nvContentPartPr>
              <p14:xfrm>
                <a:off x="7678545" y="4147935"/>
                <a:ext cx="175320" cy="131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04F36D5-7C25-F05E-8C5F-B72CF7F4932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72425" y="4141815"/>
                  <a:ext cx="1875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C7A1843-CD1A-D35C-3EEA-978EE6531B26}"/>
                    </a:ext>
                  </a:extLst>
                </p14:cNvPr>
                <p14:cNvContentPartPr/>
                <p14:nvPr/>
              </p14:nvContentPartPr>
              <p14:xfrm>
                <a:off x="7969785" y="4164495"/>
                <a:ext cx="230040" cy="71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C7A1843-CD1A-D35C-3EEA-978EE6531B2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63665" y="4158375"/>
                  <a:ext cx="2422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1EF3505-0A12-5E00-EC79-CD469385843C}"/>
                    </a:ext>
                  </a:extLst>
                </p14:cNvPr>
                <p14:cNvContentPartPr/>
                <p14:nvPr/>
              </p14:nvContentPartPr>
              <p14:xfrm>
                <a:off x="8015505" y="4053255"/>
                <a:ext cx="249480" cy="260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1EF3505-0A12-5E00-EC79-CD469385843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009385" y="4047135"/>
                  <a:ext cx="2617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A4E2AC3-B70C-1CF9-031E-F793110B414A}"/>
                    </a:ext>
                  </a:extLst>
                </p14:cNvPr>
                <p14:cNvContentPartPr/>
                <p14:nvPr/>
              </p14:nvContentPartPr>
              <p14:xfrm>
                <a:off x="8244105" y="3489135"/>
                <a:ext cx="939960" cy="775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A4E2AC3-B70C-1CF9-031E-F793110B414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237985" y="3483015"/>
                  <a:ext cx="952200" cy="78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8E725EA-F343-2332-7654-F7BCA12C0A2F}"/>
                    </a:ext>
                  </a:extLst>
                </p14:cNvPr>
                <p14:cNvContentPartPr/>
                <p14:nvPr/>
              </p14:nvContentPartPr>
              <p14:xfrm>
                <a:off x="8780505" y="3247215"/>
                <a:ext cx="1580040" cy="998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8E725EA-F343-2332-7654-F7BCA12C0A2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774385" y="3241095"/>
                  <a:ext cx="1592280" cy="10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FF4C6B6-6EAA-9C7C-A1C6-274215C685A0}"/>
                    </a:ext>
                  </a:extLst>
                </p14:cNvPr>
                <p14:cNvContentPartPr/>
                <p14:nvPr/>
              </p14:nvContentPartPr>
              <p14:xfrm>
                <a:off x="10630905" y="3641775"/>
                <a:ext cx="10800" cy="30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FF4C6B6-6EAA-9C7C-A1C6-274215C685A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624785" y="3635655"/>
                  <a:ext cx="23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C32D1A6-1AD3-6809-EA01-328AAC3C8560}"/>
                    </a:ext>
                  </a:extLst>
                </p14:cNvPr>
                <p14:cNvContentPartPr/>
                <p14:nvPr/>
              </p14:nvContentPartPr>
              <p14:xfrm>
                <a:off x="8732985" y="4522335"/>
                <a:ext cx="548280" cy="327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C32D1A6-1AD3-6809-EA01-328AAC3C856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726865" y="4516215"/>
                  <a:ext cx="5605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6BB2248-A796-D160-0C7E-2DFEBC2BE56F}"/>
                    </a:ext>
                  </a:extLst>
                </p14:cNvPr>
                <p14:cNvContentPartPr/>
                <p14:nvPr/>
              </p14:nvContentPartPr>
              <p14:xfrm>
                <a:off x="9418065" y="4557255"/>
                <a:ext cx="427320" cy="5950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6BB2248-A796-D160-0C7E-2DFEBC2BE56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411945" y="4551135"/>
                  <a:ext cx="43956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EDCE4E4-C8D8-08F1-3A30-CA3CA29E8722}"/>
                    </a:ext>
                  </a:extLst>
                </p14:cNvPr>
                <p14:cNvContentPartPr/>
                <p14:nvPr/>
              </p14:nvContentPartPr>
              <p14:xfrm>
                <a:off x="10036185" y="4536015"/>
                <a:ext cx="352080" cy="305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EDCE4E4-C8D8-08F1-3A30-CA3CA29E872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030065" y="4529895"/>
                  <a:ext cx="3643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59C025C-E4E5-0093-586B-3ECCBCA41A12}"/>
                    </a:ext>
                  </a:extLst>
                </p14:cNvPr>
                <p14:cNvContentPartPr/>
                <p14:nvPr/>
              </p14:nvContentPartPr>
              <p14:xfrm>
                <a:off x="10434345" y="4540695"/>
                <a:ext cx="605160" cy="124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59C025C-E4E5-0093-586B-3ECCBCA41A1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428225" y="4534575"/>
                  <a:ext cx="6174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BC38B0A-526D-9E84-D46D-14F097CD60DF}"/>
                    </a:ext>
                  </a:extLst>
                </p14:cNvPr>
                <p14:cNvContentPartPr/>
                <p14:nvPr/>
              </p14:nvContentPartPr>
              <p14:xfrm>
                <a:off x="5777745" y="284775"/>
                <a:ext cx="649080" cy="1123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BC38B0A-526D-9E84-D46D-14F097CD60D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771625" y="278655"/>
                  <a:ext cx="661320" cy="11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2FFDE2B-9337-AB12-FCA7-1709719F2AC1}"/>
                    </a:ext>
                  </a:extLst>
                </p14:cNvPr>
                <p14:cNvContentPartPr/>
                <p14:nvPr/>
              </p14:nvContentPartPr>
              <p14:xfrm>
                <a:off x="4703145" y="388455"/>
                <a:ext cx="455040" cy="781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2FFDE2B-9337-AB12-FCA7-1709719F2AC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97025" y="382335"/>
                  <a:ext cx="467280" cy="79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AE55B61-3FFC-3A37-023F-4FE3BD6F35DE}"/>
                    </a:ext>
                  </a:extLst>
                </p14:cNvPr>
                <p14:cNvContentPartPr/>
                <p14:nvPr/>
              </p14:nvContentPartPr>
              <p14:xfrm>
                <a:off x="4875945" y="1352895"/>
                <a:ext cx="1918440" cy="1160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AE55B61-3FFC-3A37-023F-4FE3BD6F35D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869825" y="1346775"/>
                  <a:ext cx="1930680" cy="11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40149AE-760F-0F82-2B85-5C58D157842B}"/>
                    </a:ext>
                  </a:extLst>
                </p14:cNvPr>
                <p14:cNvContentPartPr/>
                <p14:nvPr/>
              </p14:nvContentPartPr>
              <p14:xfrm>
                <a:off x="6989145" y="1825215"/>
                <a:ext cx="644040" cy="791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40149AE-760F-0F82-2B85-5C58D157842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83025" y="1819095"/>
                  <a:ext cx="656280" cy="80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DDA2168-6FF2-B6D2-424D-2AB41E6EA78E}"/>
                    </a:ext>
                  </a:extLst>
                </p14:cNvPr>
                <p14:cNvContentPartPr/>
                <p14:nvPr/>
              </p14:nvContentPartPr>
              <p14:xfrm>
                <a:off x="7001745" y="1504095"/>
                <a:ext cx="513720" cy="212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DDA2168-6FF2-B6D2-424D-2AB41E6EA78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95625" y="1497975"/>
                  <a:ext cx="5259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531D0F7-8DFE-A4FA-4F0D-441EDD3B138C}"/>
                    </a:ext>
                  </a:extLst>
                </p14:cNvPr>
                <p14:cNvContentPartPr/>
                <p14:nvPr/>
              </p14:nvContentPartPr>
              <p14:xfrm>
                <a:off x="7138905" y="2021415"/>
                <a:ext cx="289440" cy="176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531D0F7-8DFE-A4FA-4F0D-441EDD3B138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32785" y="2015295"/>
                  <a:ext cx="301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0217360-4B09-E57F-E3A5-7A7B58F69EFF}"/>
                    </a:ext>
                  </a:extLst>
                </p14:cNvPr>
                <p14:cNvContentPartPr/>
                <p14:nvPr/>
              </p14:nvContentPartPr>
              <p14:xfrm>
                <a:off x="7720665" y="1954815"/>
                <a:ext cx="569520" cy="322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0217360-4B09-E57F-E3A5-7A7B58F69EF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714545" y="1948695"/>
                  <a:ext cx="5817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5E5E5EB-89D3-631B-2FC6-22202A4FF2C6}"/>
                    </a:ext>
                  </a:extLst>
                </p14:cNvPr>
                <p14:cNvContentPartPr/>
                <p14:nvPr/>
              </p14:nvContentPartPr>
              <p14:xfrm>
                <a:off x="8385945" y="1170015"/>
                <a:ext cx="415080" cy="1002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5E5E5EB-89D3-631B-2FC6-22202A4FF2C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79825" y="1163895"/>
                  <a:ext cx="427320" cy="10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CE68CAE-411C-1DDE-5282-E8554EB6FEAB}"/>
                    </a:ext>
                  </a:extLst>
                </p14:cNvPr>
                <p14:cNvContentPartPr/>
                <p14:nvPr/>
              </p14:nvContentPartPr>
              <p14:xfrm>
                <a:off x="9191985" y="1784895"/>
                <a:ext cx="7200" cy="64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CE68CAE-411C-1DDE-5282-E8554EB6FEA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185865" y="1778775"/>
                  <a:ext cx="194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5A5055B-81E6-B9BA-1D7A-7C9A5CEEA1C1}"/>
                    </a:ext>
                  </a:extLst>
                </p14:cNvPr>
                <p14:cNvContentPartPr/>
                <p14:nvPr/>
              </p14:nvContentPartPr>
              <p14:xfrm>
                <a:off x="5648505" y="1001175"/>
                <a:ext cx="51840" cy="155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5A5055B-81E6-B9BA-1D7A-7C9A5CEEA1C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642385" y="995055"/>
                  <a:ext cx="640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90270F1-5FA4-20FF-A6BF-00128DCC75DE}"/>
                    </a:ext>
                  </a:extLst>
                </p14:cNvPr>
                <p14:cNvContentPartPr/>
                <p14:nvPr/>
              </p14:nvContentPartPr>
              <p14:xfrm>
                <a:off x="5898705" y="578175"/>
                <a:ext cx="25560" cy="208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90270F1-5FA4-20FF-A6BF-00128DCC75D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892585" y="572055"/>
                  <a:ext cx="378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01557D4-BC3A-EC61-AA3D-B8D7385E2DAC}"/>
                    </a:ext>
                  </a:extLst>
                </p14:cNvPr>
                <p14:cNvContentPartPr/>
                <p14:nvPr/>
              </p14:nvContentPartPr>
              <p14:xfrm>
                <a:off x="6026865" y="444255"/>
                <a:ext cx="320760" cy="450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01557D4-BC3A-EC61-AA3D-B8D7385E2DA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020745" y="438135"/>
                  <a:ext cx="33300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81DDDD8-8FD4-64C3-E63C-D78891244CB6}"/>
                    </a:ext>
                  </a:extLst>
                </p14:cNvPr>
                <p14:cNvContentPartPr/>
                <p14:nvPr/>
              </p14:nvContentPartPr>
              <p14:xfrm>
                <a:off x="9779505" y="1455135"/>
                <a:ext cx="95400" cy="268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81DDDD8-8FD4-64C3-E63C-D78891244CB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773385" y="1449015"/>
                  <a:ext cx="1076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4095330-959B-CC7B-05B7-DD5D72B155D0}"/>
                    </a:ext>
                  </a:extLst>
                </p14:cNvPr>
                <p14:cNvContentPartPr/>
                <p14:nvPr/>
              </p14:nvContentPartPr>
              <p14:xfrm>
                <a:off x="10220865" y="689775"/>
                <a:ext cx="331200" cy="747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4095330-959B-CC7B-05B7-DD5D72B155D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214745" y="683655"/>
                  <a:ext cx="343440" cy="75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27D5E78-344E-5543-0914-ACC9A7586D6B}"/>
                    </a:ext>
                  </a:extLst>
                </p14:cNvPr>
                <p14:cNvContentPartPr/>
                <p14:nvPr/>
              </p14:nvContentPartPr>
              <p14:xfrm>
                <a:off x="10732425" y="682935"/>
                <a:ext cx="461160" cy="528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27D5E78-344E-5543-0914-ACC9A7586D6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726305" y="676815"/>
                  <a:ext cx="47340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A742382-ECBE-4921-8727-860CE220346E}"/>
                    </a:ext>
                  </a:extLst>
                </p14:cNvPr>
                <p14:cNvContentPartPr/>
                <p14:nvPr/>
              </p14:nvContentPartPr>
              <p14:xfrm>
                <a:off x="11299425" y="672855"/>
                <a:ext cx="21960" cy="9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A742382-ECBE-4921-8727-860CE220346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293305" y="666735"/>
                  <a:ext cx="342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35C87B0-0FA3-55F3-5082-55968C71567C}"/>
                    </a:ext>
                  </a:extLst>
                </p14:cNvPr>
                <p14:cNvContentPartPr/>
                <p14:nvPr/>
              </p14:nvContentPartPr>
              <p14:xfrm>
                <a:off x="11307705" y="707415"/>
                <a:ext cx="78120" cy="644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35C87B0-0FA3-55F3-5082-55968C71567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301585" y="701295"/>
                  <a:ext cx="9036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E7A7A2F-BFEC-B9FC-5B51-16DFA68B8AD7}"/>
                    </a:ext>
                  </a:extLst>
                </p14:cNvPr>
                <p14:cNvContentPartPr/>
                <p14:nvPr/>
              </p14:nvContentPartPr>
              <p14:xfrm>
                <a:off x="11367105" y="881655"/>
                <a:ext cx="246240" cy="300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E7A7A2F-BFEC-B9FC-5B51-16DFA68B8AD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360985" y="875535"/>
                  <a:ext cx="25848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C4E7E08-C2E0-C15A-50F1-1C0D37FD3A44}"/>
                    </a:ext>
                  </a:extLst>
                </p14:cNvPr>
                <p14:cNvContentPartPr/>
                <p14:nvPr/>
              </p14:nvContentPartPr>
              <p14:xfrm>
                <a:off x="10516425" y="1691655"/>
                <a:ext cx="678600" cy="226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C4E7E08-C2E0-C15A-50F1-1C0D37FD3A4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510305" y="1685535"/>
                  <a:ext cx="6908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6289FB7-DF08-237B-8FCE-6A8D80728CD1}"/>
                    </a:ext>
                  </a:extLst>
                </p14:cNvPr>
                <p14:cNvContentPartPr/>
                <p14:nvPr/>
              </p14:nvContentPartPr>
              <p14:xfrm>
                <a:off x="10829985" y="1821975"/>
                <a:ext cx="92520" cy="448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6289FB7-DF08-237B-8FCE-6A8D80728CD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823865" y="1815855"/>
                  <a:ext cx="10476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EB232C9-6677-3CA0-4CBD-875DD47071E8}"/>
                    </a:ext>
                  </a:extLst>
                </p14:cNvPr>
                <p14:cNvContentPartPr/>
                <p14:nvPr/>
              </p14:nvContentPartPr>
              <p14:xfrm>
                <a:off x="11073705" y="1850775"/>
                <a:ext cx="519480" cy="205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EB232C9-6677-3CA0-4CBD-875DD47071E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067585" y="1844655"/>
                  <a:ext cx="5317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DE4591E-BE13-15EB-6AE7-CC41587F39BB}"/>
                    </a:ext>
                  </a:extLst>
                </p14:cNvPr>
                <p14:cNvContentPartPr/>
                <p14:nvPr/>
              </p14:nvContentPartPr>
              <p14:xfrm>
                <a:off x="11598945" y="1856895"/>
                <a:ext cx="65160" cy="77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DE4591E-BE13-15EB-6AE7-CC41587F39B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592825" y="1850775"/>
                  <a:ext cx="774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55B34E0-B567-8C4A-F97E-0266B0E5B2C7}"/>
                    </a:ext>
                  </a:extLst>
                </p14:cNvPr>
                <p14:cNvContentPartPr/>
                <p14:nvPr/>
              </p14:nvContentPartPr>
              <p14:xfrm>
                <a:off x="10032945" y="270015"/>
                <a:ext cx="1732320" cy="2330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55B34E0-B567-8C4A-F97E-0266B0E5B2C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026825" y="263895"/>
                  <a:ext cx="1744560" cy="23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9594EEF-3114-CC94-09E3-76455123A549}"/>
                    </a:ext>
                  </a:extLst>
                </p14:cNvPr>
                <p14:cNvContentPartPr/>
                <p14:nvPr/>
              </p14:nvContentPartPr>
              <p14:xfrm>
                <a:off x="6004545" y="902175"/>
                <a:ext cx="361080" cy="106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9594EEF-3114-CC94-09E3-76455123A54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998425" y="896055"/>
                  <a:ext cx="3733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1A25916-F54E-C95E-53BC-66FA5B80EBED}"/>
                    </a:ext>
                  </a:extLst>
                </p14:cNvPr>
                <p14:cNvContentPartPr/>
                <p14:nvPr/>
              </p14:nvContentPartPr>
              <p14:xfrm>
                <a:off x="6231345" y="486015"/>
                <a:ext cx="2951640" cy="336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1A25916-F54E-C95E-53BC-66FA5B80EBE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225225" y="479895"/>
                  <a:ext cx="29638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1923361-E183-12E5-5AE7-79773966500C}"/>
                    </a:ext>
                  </a:extLst>
                </p14:cNvPr>
                <p14:cNvContentPartPr/>
                <p14:nvPr/>
              </p14:nvContentPartPr>
              <p14:xfrm>
                <a:off x="9142665" y="345975"/>
                <a:ext cx="606240" cy="1003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1923361-E183-12E5-5AE7-79773966500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136545" y="339855"/>
                  <a:ext cx="618480" cy="10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31AA76E-FC1B-01B2-022A-4F3940E55773}"/>
                    </a:ext>
                  </a:extLst>
                </p14:cNvPr>
                <p14:cNvContentPartPr/>
                <p14:nvPr/>
              </p14:nvContentPartPr>
              <p14:xfrm>
                <a:off x="9632985" y="1225455"/>
                <a:ext cx="31320" cy="18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31AA76E-FC1B-01B2-022A-4F3940E5577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626865" y="1219335"/>
                  <a:ext cx="435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9AE68AA-00EA-F4F0-5F76-7F3B4217859D}"/>
                    </a:ext>
                  </a:extLst>
                </p14:cNvPr>
                <p14:cNvContentPartPr/>
                <p14:nvPr/>
              </p14:nvContentPartPr>
              <p14:xfrm>
                <a:off x="2470785" y="3499935"/>
                <a:ext cx="1496520" cy="630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9AE68AA-00EA-F4F0-5F76-7F3B4217859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464665" y="3493815"/>
                  <a:ext cx="1508760" cy="64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57EBFC7-7811-C8F5-56E1-008725C43889}"/>
                    </a:ext>
                  </a:extLst>
                </p14:cNvPr>
                <p14:cNvContentPartPr/>
                <p14:nvPr/>
              </p14:nvContentPartPr>
              <p14:xfrm>
                <a:off x="7377945" y="2403735"/>
                <a:ext cx="1787040" cy="243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57EBFC7-7811-C8F5-56E1-008725C4388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371825" y="2397615"/>
                  <a:ext cx="1799280" cy="255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42193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2FB6DD8E-033B-C3F0-8155-BCABDAE9AE4E}"/>
              </a:ext>
            </a:extLst>
          </p:cNvPr>
          <p:cNvGrpSpPr/>
          <p:nvPr/>
        </p:nvGrpSpPr>
        <p:grpSpPr>
          <a:xfrm>
            <a:off x="1822785" y="354615"/>
            <a:ext cx="9691200" cy="5653080"/>
            <a:chOff x="1822785" y="354615"/>
            <a:chExt cx="9691200" cy="565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F15DEE0-8FA3-BD7B-34B8-C4D6CDFDC17C}"/>
                    </a:ext>
                  </a:extLst>
                </p14:cNvPr>
                <p14:cNvContentPartPr/>
                <p14:nvPr/>
              </p14:nvContentPartPr>
              <p14:xfrm>
                <a:off x="1898745" y="354615"/>
                <a:ext cx="756720" cy="1419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F15DEE0-8FA3-BD7B-34B8-C4D6CDFDC17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92625" y="348495"/>
                  <a:ext cx="768960" cy="14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0F9ED80-E0A8-39EE-471B-9BA33AB383E4}"/>
                    </a:ext>
                  </a:extLst>
                </p14:cNvPr>
                <p14:cNvContentPartPr/>
                <p14:nvPr/>
              </p14:nvContentPartPr>
              <p14:xfrm>
                <a:off x="6646065" y="356775"/>
                <a:ext cx="659160" cy="1128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0F9ED80-E0A8-39EE-471B-9BA33AB383E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39945" y="350655"/>
                  <a:ext cx="671400" cy="11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CA7A79E-98C5-F40F-0855-F13EE387B988}"/>
                    </a:ext>
                  </a:extLst>
                </p14:cNvPr>
                <p14:cNvContentPartPr/>
                <p14:nvPr/>
              </p14:nvContentPartPr>
              <p14:xfrm>
                <a:off x="5420985" y="1280895"/>
                <a:ext cx="397440" cy="30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CA7A79E-98C5-F40F-0855-F13EE387B9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14865" y="1274775"/>
                  <a:ext cx="4096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F55F5CF-3B99-47BE-6979-D4181F11B8F7}"/>
                    </a:ext>
                  </a:extLst>
                </p14:cNvPr>
                <p14:cNvContentPartPr/>
                <p14:nvPr/>
              </p14:nvContentPartPr>
              <p14:xfrm>
                <a:off x="4495065" y="969135"/>
                <a:ext cx="224280" cy="246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F55F5CF-3B99-47BE-6979-D4181F11B8F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88945" y="963015"/>
                  <a:ext cx="2365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02E25C0-309C-F6CE-5717-B9ADF72236C9}"/>
                    </a:ext>
                  </a:extLst>
                </p14:cNvPr>
                <p14:cNvContentPartPr/>
                <p14:nvPr/>
              </p14:nvContentPartPr>
              <p14:xfrm>
                <a:off x="5965305" y="568815"/>
                <a:ext cx="56160" cy="40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02E25C0-309C-F6CE-5717-B9ADF72236C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959185" y="562695"/>
                  <a:ext cx="684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4195EDF-54DC-B464-FA4D-B85315C9D1E7}"/>
                    </a:ext>
                  </a:extLst>
                </p14:cNvPr>
                <p14:cNvContentPartPr/>
                <p14:nvPr/>
              </p14:nvContentPartPr>
              <p14:xfrm>
                <a:off x="5851545" y="985695"/>
                <a:ext cx="38520" cy="53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4195EDF-54DC-B464-FA4D-B85315C9D1E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45425" y="979575"/>
                  <a:ext cx="507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560ADA9-5263-BAC9-95C6-92103B3ED3FA}"/>
                    </a:ext>
                  </a:extLst>
                </p14:cNvPr>
                <p14:cNvContentPartPr/>
                <p14:nvPr/>
              </p14:nvContentPartPr>
              <p14:xfrm>
                <a:off x="4943625" y="495735"/>
                <a:ext cx="243000" cy="499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560ADA9-5263-BAC9-95C6-92103B3ED3F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37505" y="489615"/>
                  <a:ext cx="25524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54B9873-965C-BB0E-4C88-3EE7E9A11CC6}"/>
                    </a:ext>
                  </a:extLst>
                </p14:cNvPr>
                <p14:cNvContentPartPr/>
                <p14:nvPr/>
              </p14:nvContentPartPr>
              <p14:xfrm>
                <a:off x="5345745" y="596895"/>
                <a:ext cx="42480" cy="235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54B9873-965C-BB0E-4C88-3EE7E9A11CC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39625" y="590775"/>
                  <a:ext cx="54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0EBED73-FEDD-ED52-5488-F38D3E169B9A}"/>
                    </a:ext>
                  </a:extLst>
                </p14:cNvPr>
                <p14:cNvContentPartPr/>
                <p14:nvPr/>
              </p14:nvContentPartPr>
              <p14:xfrm>
                <a:off x="5242785" y="713175"/>
                <a:ext cx="236880" cy="65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0EBED73-FEDD-ED52-5488-F38D3E169B9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36665" y="707055"/>
                  <a:ext cx="2491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6C5D486-8832-5CDB-3368-DA61C647424D}"/>
                    </a:ext>
                  </a:extLst>
                </p14:cNvPr>
                <p14:cNvContentPartPr/>
                <p14:nvPr/>
              </p14:nvContentPartPr>
              <p14:xfrm>
                <a:off x="5549145" y="646215"/>
                <a:ext cx="92880" cy="118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6C5D486-8832-5CDB-3368-DA61C647424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43025" y="640095"/>
                  <a:ext cx="1051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F9C8F39-AC41-4F22-B7E3-D8A1891A1AF2}"/>
                    </a:ext>
                  </a:extLst>
                </p14:cNvPr>
                <p14:cNvContentPartPr/>
                <p14:nvPr/>
              </p14:nvContentPartPr>
              <p14:xfrm>
                <a:off x="5696385" y="471255"/>
                <a:ext cx="48240" cy="152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F9C8F39-AC41-4F22-B7E3-D8A1891A1AF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90265" y="465135"/>
                  <a:ext cx="60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341B92D-DC3A-6F09-66AA-826C8B0E82C8}"/>
                    </a:ext>
                  </a:extLst>
                </p14:cNvPr>
                <p14:cNvContentPartPr/>
                <p14:nvPr/>
              </p14:nvContentPartPr>
              <p14:xfrm>
                <a:off x="5751465" y="532095"/>
                <a:ext cx="111240" cy="45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341B92D-DC3A-6F09-66AA-826C8B0E82C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45345" y="525975"/>
                  <a:ext cx="1234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7A2058C-4673-8BB2-D62C-BA8E1710D8CF}"/>
                    </a:ext>
                  </a:extLst>
                </p14:cNvPr>
                <p14:cNvContentPartPr/>
                <p14:nvPr/>
              </p14:nvContentPartPr>
              <p14:xfrm>
                <a:off x="6341865" y="625695"/>
                <a:ext cx="147240" cy="352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7A2058C-4673-8BB2-D62C-BA8E1710D8C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35745" y="619575"/>
                  <a:ext cx="15948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FED0A09-39F3-53AE-3885-7E22C3991986}"/>
                    </a:ext>
                  </a:extLst>
                </p14:cNvPr>
                <p14:cNvContentPartPr/>
                <p14:nvPr/>
              </p14:nvContentPartPr>
              <p14:xfrm>
                <a:off x="6535545" y="488895"/>
                <a:ext cx="71280" cy="24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FED0A09-39F3-53AE-3885-7E22C399198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29425" y="482775"/>
                  <a:ext cx="835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1731CA3-F78A-A472-AA7B-CBB838D63CBA}"/>
                    </a:ext>
                  </a:extLst>
                </p14:cNvPr>
                <p14:cNvContentPartPr/>
                <p14:nvPr/>
              </p14:nvContentPartPr>
              <p14:xfrm>
                <a:off x="6528705" y="678975"/>
                <a:ext cx="41400" cy="9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1731CA3-F78A-A472-AA7B-CBB838D63CB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522585" y="672855"/>
                  <a:ext cx="536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BD02C77-7032-42E7-F2C4-FD67BFEE5E0E}"/>
                    </a:ext>
                  </a:extLst>
                </p14:cNvPr>
                <p14:cNvContentPartPr/>
                <p14:nvPr/>
              </p14:nvContentPartPr>
              <p14:xfrm>
                <a:off x="6592785" y="537135"/>
                <a:ext cx="357480" cy="324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BD02C77-7032-42E7-F2C4-FD67BFEE5E0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586665" y="531015"/>
                  <a:ext cx="3697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9F27AEA-7237-2C98-7E2F-F270E6D3E5A8}"/>
                    </a:ext>
                  </a:extLst>
                </p14:cNvPr>
                <p14:cNvContentPartPr/>
                <p14:nvPr/>
              </p14:nvContentPartPr>
              <p14:xfrm>
                <a:off x="7073745" y="696615"/>
                <a:ext cx="9360" cy="6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9F27AEA-7237-2C98-7E2F-F270E6D3E5A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67625" y="690495"/>
                  <a:ext cx="216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C2721DC-CCBB-3AEA-5713-14A8BC8B3F5C}"/>
                    </a:ext>
                  </a:extLst>
                </p14:cNvPr>
                <p14:cNvContentPartPr/>
                <p14:nvPr/>
              </p14:nvContentPartPr>
              <p14:xfrm>
                <a:off x="4960545" y="1217895"/>
                <a:ext cx="150120" cy="860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C2721DC-CCBB-3AEA-5713-14A8BC8B3F5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54425" y="1211775"/>
                  <a:ext cx="162360" cy="87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1232F20-1373-18F8-C3F0-9691C0F4BEBA}"/>
                    </a:ext>
                  </a:extLst>
                </p14:cNvPr>
                <p14:cNvContentPartPr/>
                <p14:nvPr/>
              </p14:nvContentPartPr>
              <p14:xfrm>
                <a:off x="6013185" y="1200615"/>
                <a:ext cx="426600" cy="905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1232F20-1373-18F8-C3F0-9691C0F4BE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07065" y="1194495"/>
                  <a:ext cx="438840" cy="9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2BA80EF-485E-F68E-D31C-15DFD3633100}"/>
                    </a:ext>
                  </a:extLst>
                </p14:cNvPr>
                <p14:cNvContentPartPr/>
                <p14:nvPr/>
              </p14:nvContentPartPr>
              <p14:xfrm>
                <a:off x="2957865" y="1542255"/>
                <a:ext cx="791280" cy="142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2BA80EF-485E-F68E-D31C-15DFD363310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951745" y="1536135"/>
                  <a:ext cx="8035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B5F71CD-02AB-14A7-1894-51BB54A658F9}"/>
                    </a:ext>
                  </a:extLst>
                </p14:cNvPr>
                <p14:cNvContentPartPr/>
                <p14:nvPr/>
              </p14:nvContentPartPr>
              <p14:xfrm>
                <a:off x="3099705" y="628935"/>
                <a:ext cx="63000" cy="97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B5F71CD-02AB-14A7-1894-51BB54A658F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93585" y="622815"/>
                  <a:ext cx="752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B1A0D41-EFB4-DBF6-127D-9EB2EA98AA79}"/>
                    </a:ext>
                  </a:extLst>
                </p14:cNvPr>
                <p14:cNvContentPartPr/>
                <p14:nvPr/>
              </p14:nvContentPartPr>
              <p14:xfrm>
                <a:off x="3103305" y="1160295"/>
                <a:ext cx="36360" cy="64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B1A0D41-EFB4-DBF6-127D-9EB2EA98AA7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97185" y="1154175"/>
                  <a:ext cx="486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C13A0E7-D104-34EA-20A9-BFD809FBB219}"/>
                    </a:ext>
                  </a:extLst>
                </p14:cNvPr>
                <p14:cNvContentPartPr/>
                <p14:nvPr/>
              </p14:nvContentPartPr>
              <p14:xfrm>
                <a:off x="2366745" y="775455"/>
                <a:ext cx="198360" cy="460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C13A0E7-D104-34EA-20A9-BFD809FBB21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60625" y="769335"/>
                  <a:ext cx="21060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7728C98-F349-7F17-993F-36967160B0B2}"/>
                    </a:ext>
                  </a:extLst>
                </p14:cNvPr>
                <p14:cNvContentPartPr/>
                <p14:nvPr/>
              </p14:nvContentPartPr>
              <p14:xfrm>
                <a:off x="2626665" y="779775"/>
                <a:ext cx="32400" cy="248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7728C98-F349-7F17-993F-36967160B0B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20545" y="773655"/>
                  <a:ext cx="446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28657DE-9756-54DA-072F-0F39836CB2ED}"/>
                    </a:ext>
                  </a:extLst>
                </p14:cNvPr>
                <p14:cNvContentPartPr/>
                <p14:nvPr/>
              </p14:nvContentPartPr>
              <p14:xfrm>
                <a:off x="2549985" y="892095"/>
                <a:ext cx="298800" cy="128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28657DE-9756-54DA-072F-0F39836CB2E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43865" y="885975"/>
                  <a:ext cx="3110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A258FD2-563D-0C18-6E3E-7C471150C7F8}"/>
                    </a:ext>
                  </a:extLst>
                </p14:cNvPr>
                <p14:cNvContentPartPr/>
                <p14:nvPr/>
              </p14:nvContentPartPr>
              <p14:xfrm>
                <a:off x="3570945" y="653775"/>
                <a:ext cx="208080" cy="361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A258FD2-563D-0C18-6E3E-7C471150C7F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64825" y="647655"/>
                  <a:ext cx="2203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8972E77-F5DC-86AB-8C83-A0C2942736ED}"/>
                    </a:ext>
                  </a:extLst>
                </p14:cNvPr>
                <p14:cNvContentPartPr/>
                <p14:nvPr/>
              </p14:nvContentPartPr>
              <p14:xfrm>
                <a:off x="3690465" y="537495"/>
                <a:ext cx="100080" cy="154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8972E77-F5DC-86AB-8C83-A0C2942736E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84345" y="531375"/>
                  <a:ext cx="1123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3C57196-D581-EB79-7032-E96AF4FAA2D9}"/>
                    </a:ext>
                  </a:extLst>
                </p14:cNvPr>
                <p14:cNvContentPartPr/>
                <p14:nvPr/>
              </p14:nvContentPartPr>
              <p14:xfrm>
                <a:off x="3839145" y="557655"/>
                <a:ext cx="258480" cy="270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3C57196-D581-EB79-7032-E96AF4FAA2D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33025" y="551535"/>
                  <a:ext cx="2707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1513140-F8D1-492B-AE2A-6BBFF85B65E7}"/>
                    </a:ext>
                  </a:extLst>
                </p14:cNvPr>
                <p14:cNvContentPartPr/>
                <p14:nvPr/>
              </p14:nvContentPartPr>
              <p14:xfrm>
                <a:off x="2573025" y="1369455"/>
                <a:ext cx="1155600" cy="1382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1513140-F8D1-492B-AE2A-6BBFF85B65E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66905" y="1363335"/>
                  <a:ext cx="1167840" cy="13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17CAF65-5CC1-91AD-E32B-0CB81D5682B6}"/>
                    </a:ext>
                  </a:extLst>
                </p14:cNvPr>
                <p14:cNvContentPartPr/>
                <p14:nvPr/>
              </p14:nvContentPartPr>
              <p14:xfrm>
                <a:off x="3015105" y="1122495"/>
                <a:ext cx="1065600" cy="2092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17CAF65-5CC1-91AD-E32B-0CB81D5682B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008985" y="1116375"/>
                  <a:ext cx="1077840" cy="21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2BC4CBE-2586-F2E2-2E4C-4BDB3117CE82}"/>
                    </a:ext>
                  </a:extLst>
                </p14:cNvPr>
                <p14:cNvContentPartPr/>
                <p14:nvPr/>
              </p14:nvContentPartPr>
              <p14:xfrm>
                <a:off x="1822785" y="1900095"/>
                <a:ext cx="4373640" cy="348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2BC4CBE-2586-F2E2-2E4C-4BDB3117CE8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816665" y="1893975"/>
                  <a:ext cx="438588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E2D1221-191F-7344-0BA1-73A58445689C}"/>
                    </a:ext>
                  </a:extLst>
                </p14:cNvPr>
                <p14:cNvContentPartPr/>
                <p14:nvPr/>
              </p14:nvContentPartPr>
              <p14:xfrm>
                <a:off x="2990985" y="1953735"/>
                <a:ext cx="3383640" cy="323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E2D1221-191F-7344-0BA1-73A58445689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984865" y="1947615"/>
                  <a:ext cx="33958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69E2FF7-0926-AFEB-2A81-7A0C795A99DC}"/>
                    </a:ext>
                  </a:extLst>
                </p14:cNvPr>
                <p14:cNvContentPartPr/>
                <p14:nvPr/>
              </p14:nvContentPartPr>
              <p14:xfrm>
                <a:off x="6553905" y="1902255"/>
                <a:ext cx="154800" cy="30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69E2FF7-0926-AFEB-2A81-7A0C795A99D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47785" y="1896135"/>
                  <a:ext cx="167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E1ABEB1-45F5-D74A-3BCF-F6F8BC93D1B4}"/>
                    </a:ext>
                  </a:extLst>
                </p14:cNvPr>
                <p14:cNvContentPartPr/>
                <p14:nvPr/>
              </p14:nvContentPartPr>
              <p14:xfrm>
                <a:off x="4633665" y="3152175"/>
                <a:ext cx="36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E1ABEB1-45F5-D74A-3BCF-F6F8BC93D1B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27545" y="314605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8E1E316-65FA-5B2E-0F06-290BEEC9504F}"/>
                    </a:ext>
                  </a:extLst>
                </p14:cNvPr>
                <p14:cNvContentPartPr/>
                <p14:nvPr/>
              </p14:nvContentPartPr>
              <p14:xfrm>
                <a:off x="4347465" y="2903055"/>
                <a:ext cx="574560" cy="802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8E1E316-65FA-5B2E-0F06-290BEEC9504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341345" y="2896575"/>
                  <a:ext cx="586800" cy="81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AA608FF-83D5-45C8-BF82-2F33F984523C}"/>
                    </a:ext>
                  </a:extLst>
                </p14:cNvPr>
                <p14:cNvContentPartPr/>
                <p14:nvPr/>
              </p14:nvContentPartPr>
              <p14:xfrm>
                <a:off x="5110665" y="2903055"/>
                <a:ext cx="341640" cy="615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AA608FF-83D5-45C8-BF82-2F33F984523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04545" y="2896935"/>
                  <a:ext cx="35388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6FB7FE1-B968-0A8B-4266-8340DFEFFA21}"/>
                    </a:ext>
                  </a:extLst>
                </p14:cNvPr>
                <p14:cNvContentPartPr/>
                <p14:nvPr/>
              </p14:nvContentPartPr>
              <p14:xfrm>
                <a:off x="5434665" y="2747895"/>
                <a:ext cx="1202760" cy="1120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6FB7FE1-B968-0A8B-4266-8340DFEFFA2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428545" y="2741775"/>
                  <a:ext cx="1215000" cy="11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2FF8595-3621-1552-7331-A5014B8573DB}"/>
                    </a:ext>
                  </a:extLst>
                </p14:cNvPr>
                <p14:cNvContentPartPr/>
                <p14:nvPr/>
              </p14:nvContentPartPr>
              <p14:xfrm>
                <a:off x="7241865" y="1798215"/>
                <a:ext cx="1468800" cy="1789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2FF8595-3621-1552-7331-A5014B8573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235745" y="1792095"/>
                  <a:ext cx="1481040" cy="180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A60122-E3A1-F09F-5CD0-16C497E4BD9C}"/>
                    </a:ext>
                  </a:extLst>
                </p14:cNvPr>
                <p14:cNvContentPartPr/>
                <p14:nvPr/>
              </p14:nvContentPartPr>
              <p14:xfrm>
                <a:off x="9741705" y="1371615"/>
                <a:ext cx="1329840" cy="1623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6A60122-E3A1-F09F-5CD0-16C497E4BD9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735585" y="1365495"/>
                  <a:ext cx="1342080" cy="163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91499DB-0600-CED8-DB06-BEE7395DBDC9}"/>
                    </a:ext>
                  </a:extLst>
                </p14:cNvPr>
                <p14:cNvContentPartPr/>
                <p14:nvPr/>
              </p14:nvContentPartPr>
              <p14:xfrm>
                <a:off x="7960785" y="2401215"/>
                <a:ext cx="490680" cy="493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91499DB-0600-CED8-DB06-BEE7395DBDC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54665" y="2395095"/>
                  <a:ext cx="50292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01813C5-CCEB-EA63-3FB3-4CFF5C1B755C}"/>
                    </a:ext>
                  </a:extLst>
                </p14:cNvPr>
                <p14:cNvContentPartPr/>
                <p14:nvPr/>
              </p14:nvContentPartPr>
              <p14:xfrm>
                <a:off x="8348505" y="2492655"/>
                <a:ext cx="73800" cy="203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01813C5-CCEB-EA63-3FB3-4CFF5C1B755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342385" y="2486535"/>
                  <a:ext cx="86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A2A3F3E-966E-0E00-0276-AB41135C6BA8}"/>
                    </a:ext>
                  </a:extLst>
                </p14:cNvPr>
                <p14:cNvContentPartPr/>
                <p14:nvPr/>
              </p14:nvContentPartPr>
              <p14:xfrm>
                <a:off x="8623545" y="2419215"/>
                <a:ext cx="249840" cy="192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A2A3F3E-966E-0E00-0276-AB41135C6BA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617425" y="2413095"/>
                  <a:ext cx="2620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D17046E-3E0F-689C-6954-12B8EC3A05E5}"/>
                    </a:ext>
                  </a:extLst>
                </p14:cNvPr>
                <p14:cNvContentPartPr/>
                <p14:nvPr/>
              </p14:nvContentPartPr>
              <p14:xfrm>
                <a:off x="9082185" y="2559615"/>
                <a:ext cx="186840" cy="225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D17046E-3E0F-689C-6954-12B8EC3A05E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076065" y="2553495"/>
                  <a:ext cx="1990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6A4AF69-4C8B-4F18-0C1D-C80E33BAC676}"/>
                    </a:ext>
                  </a:extLst>
                </p14:cNvPr>
                <p14:cNvContentPartPr/>
                <p14:nvPr/>
              </p14:nvContentPartPr>
              <p14:xfrm>
                <a:off x="9739185" y="1981455"/>
                <a:ext cx="829440" cy="516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6A4AF69-4C8B-4F18-0C1D-C80E33BAC67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733065" y="1975335"/>
                  <a:ext cx="84168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21C2B37-5B22-AD8A-BA10-7C939F69E9DC}"/>
                    </a:ext>
                  </a:extLst>
                </p14:cNvPr>
                <p14:cNvContentPartPr/>
                <p14:nvPr/>
              </p14:nvContentPartPr>
              <p14:xfrm>
                <a:off x="10546305" y="1958415"/>
                <a:ext cx="143640" cy="70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21C2B37-5B22-AD8A-BA10-7C939F69E9D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540185" y="1952295"/>
                  <a:ext cx="1558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5C83281-F463-D3F5-77A3-D2A698C110A7}"/>
                    </a:ext>
                  </a:extLst>
                </p14:cNvPr>
                <p14:cNvContentPartPr/>
                <p14:nvPr/>
              </p14:nvContentPartPr>
              <p14:xfrm>
                <a:off x="7981305" y="3899895"/>
                <a:ext cx="42480" cy="52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5C83281-F463-D3F5-77A3-D2A698C110A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975185" y="3893775"/>
                  <a:ext cx="547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FFEC4CC-E77D-DBA7-D1CE-CC65EC1885C4}"/>
                    </a:ext>
                  </a:extLst>
                </p14:cNvPr>
                <p14:cNvContentPartPr/>
                <p14:nvPr/>
              </p14:nvContentPartPr>
              <p14:xfrm>
                <a:off x="7865025" y="4476975"/>
                <a:ext cx="21600" cy="34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FFEC4CC-E77D-DBA7-D1CE-CC65EC1885C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858905" y="4470855"/>
                  <a:ext cx="33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9CC7C73-110F-81AE-E71A-88B92448A7ED}"/>
                    </a:ext>
                  </a:extLst>
                </p14:cNvPr>
                <p14:cNvContentPartPr/>
                <p14:nvPr/>
              </p14:nvContentPartPr>
              <p14:xfrm>
                <a:off x="10011345" y="3582015"/>
                <a:ext cx="51840" cy="82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9CC7C73-110F-81AE-E71A-88B92448A7E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005225" y="3575895"/>
                  <a:ext cx="64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2BDE559-4290-A57F-AB0A-BE48A87572D1}"/>
                    </a:ext>
                  </a:extLst>
                </p14:cNvPr>
                <p14:cNvContentPartPr/>
                <p14:nvPr/>
              </p14:nvContentPartPr>
              <p14:xfrm>
                <a:off x="9711825" y="4358895"/>
                <a:ext cx="77040" cy="92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2BDE559-4290-A57F-AB0A-BE48A87572D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705705" y="4352775"/>
                  <a:ext cx="892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4108E0A-BB4E-A714-CCCF-350E7B6C10CD}"/>
                    </a:ext>
                  </a:extLst>
                </p14:cNvPr>
                <p14:cNvContentPartPr/>
                <p14:nvPr/>
              </p14:nvContentPartPr>
              <p14:xfrm>
                <a:off x="8895705" y="3363495"/>
                <a:ext cx="604080" cy="1388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4108E0A-BB4E-A714-CCCF-350E7B6C10C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889585" y="3357375"/>
                  <a:ext cx="616320" cy="14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B3DBB01-095F-0579-A772-C7F0E24123EF}"/>
                    </a:ext>
                  </a:extLst>
                </p14:cNvPr>
                <p14:cNvContentPartPr/>
                <p14:nvPr/>
              </p14:nvContentPartPr>
              <p14:xfrm>
                <a:off x="10094865" y="3310215"/>
                <a:ext cx="804240" cy="1204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B3DBB01-095F-0579-A772-C7F0E24123E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088745" y="3304095"/>
                  <a:ext cx="816480" cy="12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468DF97-A5FA-07DA-49CE-0BB520DBB7D0}"/>
                    </a:ext>
                  </a:extLst>
                </p14:cNvPr>
                <p14:cNvContentPartPr/>
                <p14:nvPr/>
              </p14:nvContentPartPr>
              <p14:xfrm>
                <a:off x="6953505" y="3699375"/>
                <a:ext cx="956520" cy="1331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468DF97-A5FA-07DA-49CE-0BB520DBB7D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47385" y="3693255"/>
                  <a:ext cx="968760" cy="13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DB98589-9CBA-62E3-5493-842BBB9F378B}"/>
                    </a:ext>
                  </a:extLst>
                </p14:cNvPr>
                <p14:cNvContentPartPr/>
                <p14:nvPr/>
              </p14:nvContentPartPr>
              <p14:xfrm>
                <a:off x="7442025" y="3726375"/>
                <a:ext cx="1142280" cy="1140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DB98589-9CBA-62E3-5493-842BBB9F378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35905" y="3720255"/>
                  <a:ext cx="1154520" cy="11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A49F0F8-F7E0-AF2A-2E49-9F35FCB67B8A}"/>
                    </a:ext>
                  </a:extLst>
                </p14:cNvPr>
                <p14:cNvContentPartPr/>
                <p14:nvPr/>
              </p14:nvContentPartPr>
              <p14:xfrm>
                <a:off x="7487745" y="4647975"/>
                <a:ext cx="646200" cy="141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A49F0F8-F7E0-AF2A-2E49-9F35FCB67B8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81625" y="4641855"/>
                  <a:ext cx="6584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220DE1D-C0DE-4A2E-EF8A-51B9374C3E14}"/>
                    </a:ext>
                  </a:extLst>
                </p14:cNvPr>
                <p14:cNvContentPartPr/>
                <p14:nvPr/>
              </p14:nvContentPartPr>
              <p14:xfrm>
                <a:off x="9221505" y="4542855"/>
                <a:ext cx="795960" cy="231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220DE1D-C0DE-4A2E-EF8A-51B9374C3E1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215385" y="4536735"/>
                  <a:ext cx="8082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F8186F5-DF94-EB69-1545-D7DE30C39CA8}"/>
                    </a:ext>
                  </a:extLst>
                </p14:cNvPr>
                <p14:cNvContentPartPr/>
                <p14:nvPr/>
              </p14:nvContentPartPr>
              <p14:xfrm>
                <a:off x="6991665" y="4899615"/>
                <a:ext cx="1803240" cy="298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F8186F5-DF94-EB69-1545-D7DE30C39CA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85545" y="4893495"/>
                  <a:ext cx="18154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FBD6C64-4A84-F5C9-3F59-BBA0953C5E8D}"/>
                    </a:ext>
                  </a:extLst>
                </p14:cNvPr>
                <p14:cNvContentPartPr/>
                <p14:nvPr/>
              </p14:nvContentPartPr>
              <p14:xfrm>
                <a:off x="8576745" y="4875135"/>
                <a:ext cx="1465560" cy="145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FBD6C64-4A84-F5C9-3F59-BBA0953C5E8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570625" y="4869015"/>
                  <a:ext cx="14778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7625AF5-D5C3-3318-355B-B411228B105F}"/>
                    </a:ext>
                  </a:extLst>
                </p14:cNvPr>
                <p14:cNvContentPartPr/>
                <p14:nvPr/>
              </p14:nvContentPartPr>
              <p14:xfrm>
                <a:off x="9141585" y="4681815"/>
                <a:ext cx="1064160" cy="112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7625AF5-D5C3-3318-355B-B411228B105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35465" y="4675695"/>
                  <a:ext cx="1076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51C2026-0CDB-92F0-49DA-E781D3BAC0E0}"/>
                    </a:ext>
                  </a:extLst>
                </p14:cNvPr>
                <p14:cNvContentPartPr/>
                <p14:nvPr/>
              </p14:nvContentPartPr>
              <p14:xfrm>
                <a:off x="8537865" y="4844175"/>
                <a:ext cx="1015200" cy="151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51C2026-0CDB-92F0-49DA-E781D3BAC0E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31745" y="4838055"/>
                  <a:ext cx="10274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15E36CB-B190-2DD8-3E89-B672B65F7B02}"/>
                    </a:ext>
                  </a:extLst>
                </p14:cNvPr>
                <p14:cNvContentPartPr/>
                <p14:nvPr/>
              </p14:nvContentPartPr>
              <p14:xfrm>
                <a:off x="10350825" y="4503975"/>
                <a:ext cx="888480" cy="863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15E36CB-B190-2DD8-3E89-B672B65F7B0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344705" y="4497855"/>
                  <a:ext cx="900720" cy="87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654AC25-BECF-6EF5-54DE-E51F42E1B856}"/>
                    </a:ext>
                  </a:extLst>
                </p14:cNvPr>
                <p14:cNvContentPartPr/>
                <p14:nvPr/>
              </p14:nvContentPartPr>
              <p14:xfrm>
                <a:off x="10357665" y="4863615"/>
                <a:ext cx="1156320" cy="847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654AC25-BECF-6EF5-54DE-E51F42E1B85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351545" y="4857495"/>
                  <a:ext cx="1168560" cy="86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436CA4B-F98B-5E0F-8A76-9BDDD466088C}"/>
                    </a:ext>
                  </a:extLst>
                </p14:cNvPr>
                <p14:cNvContentPartPr/>
                <p14:nvPr/>
              </p14:nvContentPartPr>
              <p14:xfrm>
                <a:off x="7253385" y="4711695"/>
                <a:ext cx="486000" cy="1075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436CA4B-F98B-5E0F-8A76-9BDDD466088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47265" y="4705575"/>
                  <a:ext cx="498240" cy="10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097A082-C158-2B3A-21C6-7C4F4FF6AF79}"/>
                    </a:ext>
                  </a:extLst>
                </p14:cNvPr>
                <p14:cNvContentPartPr/>
                <p14:nvPr/>
              </p14:nvContentPartPr>
              <p14:xfrm>
                <a:off x="7160865" y="5350335"/>
                <a:ext cx="540720" cy="657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097A082-C158-2B3A-21C6-7C4F4FF6AF7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154745" y="5344215"/>
                  <a:ext cx="55296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27D50C3-045D-27D6-D624-ADB053915606}"/>
                    </a:ext>
                  </a:extLst>
                </p14:cNvPr>
                <p14:cNvContentPartPr/>
                <p14:nvPr/>
              </p14:nvContentPartPr>
              <p14:xfrm>
                <a:off x="7224585" y="4205535"/>
                <a:ext cx="69120" cy="311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27D50C3-045D-27D6-D624-ADB05391560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18465" y="4199415"/>
                  <a:ext cx="813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C62DCEF-17A1-6509-2C1E-CC9368B277D4}"/>
                    </a:ext>
                  </a:extLst>
                </p14:cNvPr>
                <p14:cNvContentPartPr/>
                <p14:nvPr/>
              </p14:nvContentPartPr>
              <p14:xfrm>
                <a:off x="7392705" y="4140735"/>
                <a:ext cx="202680" cy="108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C62DCEF-17A1-6509-2C1E-CC9368B277D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386585" y="4134615"/>
                  <a:ext cx="2149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B6ABA98-0952-BDAF-9B90-709C2B145C99}"/>
                    </a:ext>
                  </a:extLst>
                </p14:cNvPr>
                <p14:cNvContentPartPr/>
                <p14:nvPr/>
              </p14:nvContentPartPr>
              <p14:xfrm>
                <a:off x="7405305" y="4317495"/>
                <a:ext cx="20880" cy="1044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B6ABA98-0952-BDAF-9B90-709C2B145C9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399185" y="4311375"/>
                  <a:ext cx="33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DA87738-430F-5EF1-BE63-8CDC948EC19F}"/>
                    </a:ext>
                  </a:extLst>
                </p14:cNvPr>
                <p14:cNvContentPartPr/>
                <p14:nvPr/>
              </p14:nvContentPartPr>
              <p14:xfrm>
                <a:off x="7822545" y="2996655"/>
                <a:ext cx="1013040" cy="206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DA87738-430F-5EF1-BE63-8CDC948EC19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816425" y="2990535"/>
                  <a:ext cx="10252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7ED6015-9881-68A0-EC15-E9C348ABFB00}"/>
                    </a:ext>
                  </a:extLst>
                </p14:cNvPr>
                <p14:cNvContentPartPr/>
                <p14:nvPr/>
              </p14:nvContentPartPr>
              <p14:xfrm>
                <a:off x="9815145" y="2611815"/>
                <a:ext cx="915840" cy="199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7ED6015-9881-68A0-EC15-E9C348ABFB0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809025" y="2605695"/>
                  <a:ext cx="9280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1579354-5184-AF0C-EB28-435ACEE788D1}"/>
                    </a:ext>
                  </a:extLst>
                </p14:cNvPr>
                <p14:cNvContentPartPr/>
                <p14:nvPr/>
              </p14:nvContentPartPr>
              <p14:xfrm>
                <a:off x="9828465" y="2749335"/>
                <a:ext cx="194400" cy="5454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1579354-5184-AF0C-EB28-435ACEE788D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822345" y="2743215"/>
                  <a:ext cx="20664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4E2F4DC-91DC-058B-6E6F-FE053D8E2336}"/>
                    </a:ext>
                  </a:extLst>
                </p14:cNvPr>
                <p14:cNvContentPartPr/>
                <p14:nvPr/>
              </p14:nvContentPartPr>
              <p14:xfrm>
                <a:off x="9412305" y="3245415"/>
                <a:ext cx="838080" cy="3560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4E2F4DC-91DC-058B-6E6F-FE053D8E233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406185" y="3239295"/>
                  <a:ext cx="8503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E8B6E7A-1A9A-58DF-789F-5730E982DDB7}"/>
                    </a:ext>
                  </a:extLst>
                </p14:cNvPr>
                <p14:cNvContentPartPr/>
                <p14:nvPr/>
              </p14:nvContentPartPr>
              <p14:xfrm>
                <a:off x="9289185" y="3742575"/>
                <a:ext cx="147600" cy="270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E8B6E7A-1A9A-58DF-789F-5730E982DDB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283065" y="3736455"/>
                  <a:ext cx="159840" cy="282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E9508538-BE06-0FEA-8796-0A3857A73B83}"/>
              </a:ext>
            </a:extLst>
          </p:cNvPr>
          <p:cNvSpPr txBox="1"/>
          <p:nvPr/>
        </p:nvSpPr>
        <p:spPr>
          <a:xfrm>
            <a:off x="37545" y="4499216"/>
            <a:ext cx="6096000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en-IN" b="0" dirty="0" err="1">
                <a:solidFill>
                  <a:srgbClr val="E4B781"/>
                </a:solidFill>
                <a:effectLst/>
                <a:latin typeface="Mono Lisa"/>
              </a:rPr>
              <a:t>arr</a:t>
            </a:r>
            <a:r>
              <a:rPr lang="en-IN" b="0" dirty="0">
                <a:solidFill>
                  <a:srgbClr val="BECFDA"/>
                </a:solidFill>
                <a:effectLst/>
                <a:latin typeface="Mono Lisa"/>
              </a:rPr>
              <a:t>[</a:t>
            </a:r>
            <a:r>
              <a:rPr lang="en-IN" b="0" dirty="0">
                <a:solidFill>
                  <a:srgbClr val="7060EB"/>
                </a:solidFill>
                <a:effectLst/>
                <a:latin typeface="Mono Lisa"/>
              </a:rPr>
              <a:t>1</a:t>
            </a:r>
            <a:r>
              <a:rPr lang="en-IN" b="1" dirty="0">
                <a:solidFill>
                  <a:srgbClr val="DF769B"/>
                </a:solidFill>
                <a:effectLst/>
                <a:latin typeface="Mono Lisa"/>
              </a:rPr>
              <a:t>:</a:t>
            </a:r>
            <a:r>
              <a:rPr lang="en-IN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en-IN" b="0" dirty="0">
                <a:solidFill>
                  <a:srgbClr val="7060EB"/>
                </a:solidFill>
                <a:effectLst/>
                <a:latin typeface="Mono Lisa"/>
              </a:rPr>
              <a:t>1</a:t>
            </a:r>
            <a:r>
              <a:rPr lang="en-IN" b="1" dirty="0">
                <a:solidFill>
                  <a:srgbClr val="DF769B"/>
                </a:solidFill>
                <a:effectLst/>
                <a:latin typeface="Mono Lisa"/>
              </a:rPr>
              <a:t>:</a:t>
            </a:r>
            <a:r>
              <a:rPr lang="en-IN" b="0" dirty="0">
                <a:solidFill>
                  <a:srgbClr val="7060EB"/>
                </a:solidFill>
                <a:effectLst/>
                <a:latin typeface="Mono Lisa"/>
              </a:rPr>
              <a:t>3</a:t>
            </a:r>
            <a:r>
              <a:rPr lang="en-IN" b="0" dirty="0">
                <a:solidFill>
                  <a:srgbClr val="BECFDA"/>
                </a:solidFill>
                <a:effectLst/>
                <a:latin typeface="Mono Lisa"/>
              </a:rPr>
              <a:t>])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F39F9AA-DE17-494C-293C-1E118E948E6C}"/>
              </a:ext>
            </a:extLst>
          </p:cNvPr>
          <p:cNvSpPr txBox="1"/>
          <p:nvPr/>
        </p:nvSpPr>
        <p:spPr>
          <a:xfrm>
            <a:off x="102717" y="3481184"/>
            <a:ext cx="61007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BECFDA"/>
                </a:solidFill>
                <a:effectLst/>
                <a:latin typeface="Mono Lisa"/>
              </a:rPr>
              <a:t>[[ </a:t>
            </a:r>
            <a:r>
              <a:rPr lang="en-IN" b="0" i="0" dirty="0">
                <a:effectLst/>
                <a:latin typeface="Mono Lisa"/>
              </a:rPr>
              <a:t>1 2 3 4]</a:t>
            </a:r>
            <a:endParaRPr lang="en-IN" dirty="0">
              <a:latin typeface="Mono Lisa"/>
            </a:endParaRPr>
          </a:p>
          <a:p>
            <a:r>
              <a:rPr lang="en-IN" b="0" i="0" dirty="0">
                <a:effectLst/>
                <a:latin typeface="Mono Lisa"/>
              </a:rPr>
              <a:t> [ 5 6 7 8] </a:t>
            </a:r>
            <a:endParaRPr lang="en-IN" dirty="0">
              <a:latin typeface="Mono Lisa"/>
            </a:endParaRPr>
          </a:p>
          <a:p>
            <a:r>
              <a:rPr lang="en-IN" b="0" i="0" dirty="0">
                <a:effectLst/>
                <a:latin typeface="Mono Lisa"/>
              </a:rPr>
              <a:t>[ 9 10 11 12</a:t>
            </a:r>
            <a:r>
              <a:rPr lang="en-IN" b="0" i="0" dirty="0">
                <a:solidFill>
                  <a:srgbClr val="BECFDA"/>
                </a:solidFill>
                <a:effectLst/>
                <a:latin typeface="Mono Lisa"/>
              </a:rPr>
              <a:t>]]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A0BF87C-D091-636B-BB78-38F37BFBD409}"/>
                  </a:ext>
                </a:extLst>
              </p14:cNvPr>
              <p14:cNvContentPartPr/>
              <p14:nvPr/>
            </p14:nvContentPartPr>
            <p14:xfrm>
              <a:off x="463065" y="4751655"/>
              <a:ext cx="148680" cy="6804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A0BF87C-D091-636B-BB78-38F37BFBD40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56945" y="4745535"/>
                <a:ext cx="160920" cy="8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F0C26E0-2B61-A134-C753-932C9A967F88}"/>
              </a:ext>
            </a:extLst>
          </p:cNvPr>
          <p:cNvGrpSpPr/>
          <p:nvPr/>
        </p:nvGrpSpPr>
        <p:grpSpPr>
          <a:xfrm>
            <a:off x="481065" y="4763895"/>
            <a:ext cx="511200" cy="90360"/>
            <a:chOff x="481065" y="4763895"/>
            <a:chExt cx="511200" cy="9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0C9B155-69CE-C052-5FFF-B07262A1E2A6}"/>
                    </a:ext>
                  </a:extLst>
                </p14:cNvPr>
                <p14:cNvContentPartPr/>
                <p14:nvPr/>
              </p14:nvContentPartPr>
              <p14:xfrm>
                <a:off x="481065" y="4785495"/>
                <a:ext cx="152280" cy="68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0C9B155-69CE-C052-5FFF-B07262A1E2A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74945" y="4779375"/>
                  <a:ext cx="164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9537388-CBD9-C5D4-DF76-FDD7BA85B5F2}"/>
                    </a:ext>
                  </a:extLst>
                </p14:cNvPr>
                <p14:cNvContentPartPr/>
                <p14:nvPr/>
              </p14:nvContentPartPr>
              <p14:xfrm>
                <a:off x="782745" y="4763895"/>
                <a:ext cx="209520" cy="630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9537388-CBD9-C5D4-DF76-FDD7BA85B5F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76625" y="4757775"/>
                  <a:ext cx="221760" cy="7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D6EE7F96-B35F-1321-E1B5-58D7BAFBDA8A}"/>
              </a:ext>
            </a:extLst>
          </p:cNvPr>
          <p:cNvGrpSpPr/>
          <p:nvPr/>
        </p:nvGrpSpPr>
        <p:grpSpPr>
          <a:xfrm>
            <a:off x="10545" y="2468535"/>
            <a:ext cx="1543680" cy="2003040"/>
            <a:chOff x="10545" y="2468535"/>
            <a:chExt cx="1543680" cy="20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C117692-190A-83FA-586F-84013711976B}"/>
                    </a:ext>
                  </a:extLst>
                </p14:cNvPr>
                <p14:cNvContentPartPr/>
                <p14:nvPr/>
              </p14:nvContentPartPr>
              <p14:xfrm>
                <a:off x="62025" y="3591015"/>
                <a:ext cx="110160" cy="198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C117692-190A-83FA-586F-84013711976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5905" y="3584895"/>
                  <a:ext cx="1224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DD9D58B-B5EE-ACE4-1DF8-55EBE15D93F7}"/>
                    </a:ext>
                  </a:extLst>
                </p14:cNvPr>
                <p14:cNvContentPartPr/>
                <p14:nvPr/>
              </p14:nvContentPartPr>
              <p14:xfrm>
                <a:off x="60225" y="3901695"/>
                <a:ext cx="32400" cy="191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DD9D58B-B5EE-ACE4-1DF8-55EBE15D93F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4105" y="3895575"/>
                  <a:ext cx="44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A7812E2-7CA0-BD7A-4CD9-A512BFCAEEFF}"/>
                    </a:ext>
                  </a:extLst>
                </p14:cNvPr>
                <p14:cNvContentPartPr/>
                <p14:nvPr/>
              </p14:nvContentPartPr>
              <p14:xfrm>
                <a:off x="55185" y="4291935"/>
                <a:ext cx="191880" cy="179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A7812E2-7CA0-BD7A-4CD9-A512BFCAEEF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9065" y="4285815"/>
                  <a:ext cx="2041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77A82D2-F411-2DEE-BC19-1516AFAC444B}"/>
                    </a:ext>
                  </a:extLst>
                </p14:cNvPr>
                <p14:cNvContentPartPr/>
                <p14:nvPr/>
              </p14:nvContentPartPr>
              <p14:xfrm>
                <a:off x="10545" y="3908895"/>
                <a:ext cx="231840" cy="242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77A82D2-F411-2DEE-BC19-1516AFAC444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425" y="3902775"/>
                  <a:ext cx="2440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7EF23BF-3B4C-7D5D-F9FB-30C1E97D1600}"/>
                    </a:ext>
                  </a:extLst>
                </p14:cNvPr>
                <p14:cNvContentPartPr/>
                <p14:nvPr/>
              </p14:nvContentPartPr>
              <p14:xfrm>
                <a:off x="85425" y="3523335"/>
                <a:ext cx="271080" cy="3470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7EF23BF-3B4C-7D5D-F9FB-30C1E97D160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9305" y="3517215"/>
                  <a:ext cx="2833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A40C07D-8509-072B-50F6-8156D976A70E}"/>
                    </a:ext>
                  </a:extLst>
                </p14:cNvPr>
                <p14:cNvContentPartPr/>
                <p14:nvPr/>
              </p14:nvContentPartPr>
              <p14:xfrm>
                <a:off x="1158945" y="3567255"/>
                <a:ext cx="299880" cy="78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A40C07D-8509-072B-50F6-8156D976A70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52825" y="3561135"/>
                  <a:ext cx="3121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4150C10-7735-D76D-BC42-4AC39DBFD79C}"/>
                    </a:ext>
                  </a:extLst>
                </p14:cNvPr>
                <p14:cNvContentPartPr/>
                <p14:nvPr/>
              </p14:nvContentPartPr>
              <p14:xfrm>
                <a:off x="1273065" y="3499575"/>
                <a:ext cx="112320" cy="270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4150C10-7735-D76D-BC42-4AC39DBFD79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266945" y="3493455"/>
                  <a:ext cx="1245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AC527A5-A04C-8DAA-84B7-7B027E6F5A97}"/>
                    </a:ext>
                  </a:extLst>
                </p14:cNvPr>
                <p14:cNvContentPartPr/>
                <p14:nvPr/>
              </p14:nvContentPartPr>
              <p14:xfrm>
                <a:off x="356505" y="3250815"/>
                <a:ext cx="133920" cy="333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AC527A5-A04C-8DAA-84B7-7B027E6F5A9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50385" y="3244695"/>
                  <a:ext cx="1461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EBD8368-60FC-38E6-8E03-29486C997456}"/>
                    </a:ext>
                  </a:extLst>
                </p14:cNvPr>
                <p14:cNvContentPartPr/>
                <p14:nvPr/>
              </p14:nvContentPartPr>
              <p14:xfrm>
                <a:off x="162465" y="2869215"/>
                <a:ext cx="224640" cy="209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EBD8368-60FC-38E6-8E03-29486C99745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56345" y="2863095"/>
                  <a:ext cx="2368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93E750-E3CB-5396-8301-B4D9D6E630F5}"/>
                    </a:ext>
                  </a:extLst>
                </p14:cNvPr>
                <p14:cNvContentPartPr/>
                <p14:nvPr/>
              </p14:nvContentPartPr>
              <p14:xfrm>
                <a:off x="574665" y="3271335"/>
                <a:ext cx="38160" cy="2336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93E750-E3CB-5396-8301-B4D9D6E630F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68545" y="3265215"/>
                  <a:ext cx="504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2926914-AE3E-9A6E-6902-E8553D4C15D6}"/>
                    </a:ext>
                  </a:extLst>
                </p14:cNvPr>
                <p14:cNvContentPartPr/>
                <p14:nvPr/>
              </p14:nvContentPartPr>
              <p14:xfrm>
                <a:off x="382785" y="2955255"/>
                <a:ext cx="121680" cy="163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2926914-AE3E-9A6E-6902-E8553D4C15D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76665" y="2949135"/>
                  <a:ext cx="1339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21E2794-017D-F422-F220-3E647E98530C}"/>
                    </a:ext>
                  </a:extLst>
                </p14:cNvPr>
                <p14:cNvContentPartPr/>
                <p14:nvPr/>
              </p14:nvContentPartPr>
              <p14:xfrm>
                <a:off x="794265" y="3234255"/>
                <a:ext cx="12960" cy="2606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21E2794-017D-F422-F220-3E647E98530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88145" y="3228135"/>
                  <a:ext cx="25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CE0F3EA-7495-E098-6351-A5997D92C91A}"/>
                    </a:ext>
                  </a:extLst>
                </p14:cNvPr>
                <p14:cNvContentPartPr/>
                <p14:nvPr/>
              </p14:nvContentPartPr>
              <p14:xfrm>
                <a:off x="608505" y="2840055"/>
                <a:ext cx="297000" cy="176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CE0F3EA-7495-E098-6351-A5997D92C91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02385" y="2833935"/>
                  <a:ext cx="309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F9FE3F5-DFF5-B44B-3025-80B5AD2F821B}"/>
                    </a:ext>
                  </a:extLst>
                </p14:cNvPr>
                <p14:cNvContentPartPr/>
                <p14:nvPr/>
              </p14:nvContentPartPr>
              <p14:xfrm>
                <a:off x="1021065" y="3106455"/>
                <a:ext cx="24120" cy="371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F9FE3F5-DFF5-B44B-3025-80B5AD2F821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14945" y="3100335"/>
                  <a:ext cx="363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B6C3272-0B74-F4BF-86DF-DF8353968584}"/>
                    </a:ext>
                  </a:extLst>
                </p14:cNvPr>
                <p14:cNvContentPartPr/>
                <p14:nvPr/>
              </p14:nvContentPartPr>
              <p14:xfrm>
                <a:off x="1023585" y="2699295"/>
                <a:ext cx="193320" cy="374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B6C3272-0B74-F4BF-86DF-DF835396858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17465" y="2693175"/>
                  <a:ext cx="20556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8A246CA-498D-25E6-D36E-8FA12A2B146F}"/>
                    </a:ext>
                  </a:extLst>
                </p14:cNvPr>
                <p14:cNvContentPartPr/>
                <p14:nvPr/>
              </p14:nvContentPartPr>
              <p14:xfrm>
                <a:off x="433185" y="2844375"/>
                <a:ext cx="131760" cy="379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8A246CA-498D-25E6-D36E-8FA12A2B146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27065" y="2838255"/>
                  <a:ext cx="1440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C407576-22DC-53B8-37D3-FC4099FB423E}"/>
                    </a:ext>
                  </a:extLst>
                </p14:cNvPr>
                <p14:cNvContentPartPr/>
                <p14:nvPr/>
              </p14:nvContentPartPr>
              <p14:xfrm>
                <a:off x="1155345" y="2468535"/>
                <a:ext cx="398880" cy="828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C407576-22DC-53B8-37D3-FC4099FB423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49225" y="2462415"/>
                  <a:ext cx="411120" cy="84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09B477E-F71B-911F-2C1B-219F6729352C}"/>
                    </a:ext>
                  </a:extLst>
                </p14:cNvPr>
                <p14:cNvContentPartPr/>
                <p14:nvPr/>
              </p14:nvContentPartPr>
              <p14:xfrm>
                <a:off x="492585" y="2547015"/>
                <a:ext cx="934200" cy="321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09B477E-F71B-911F-2C1B-219F6729352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86465" y="2540895"/>
                  <a:ext cx="9464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3593960-AA77-1A1E-B500-90FD2075F475}"/>
                    </a:ext>
                  </a:extLst>
                </p14:cNvPr>
                <p14:cNvContentPartPr/>
                <p14:nvPr/>
              </p14:nvContentPartPr>
              <p14:xfrm>
                <a:off x="831345" y="2718015"/>
                <a:ext cx="514440" cy="4276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3593960-AA77-1A1E-B500-90FD2075F47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5225" y="2711895"/>
                  <a:ext cx="526680" cy="43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E037415-1475-EF71-D280-473EDF9AC575}"/>
                  </a:ext>
                </a:extLst>
              </p14:cNvPr>
              <p14:cNvContentPartPr/>
              <p14:nvPr/>
            </p14:nvContentPartPr>
            <p14:xfrm>
              <a:off x="312945" y="3697215"/>
              <a:ext cx="1029240" cy="10764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E037415-1475-EF71-D280-473EDF9AC575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04305" y="3688575"/>
                <a:ext cx="1046880" cy="12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AB82894-520D-9BE6-B09E-4C4CD7830F16}"/>
              </a:ext>
            </a:extLst>
          </p:cNvPr>
          <p:cNvGrpSpPr/>
          <p:nvPr/>
        </p:nvGrpSpPr>
        <p:grpSpPr>
          <a:xfrm>
            <a:off x="64905" y="3519015"/>
            <a:ext cx="2802960" cy="1687680"/>
            <a:chOff x="64905" y="3519015"/>
            <a:chExt cx="2802960" cy="168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9332544-AA7C-2680-0138-E1960625DB04}"/>
                    </a:ext>
                  </a:extLst>
                </p14:cNvPr>
                <p14:cNvContentPartPr/>
                <p14:nvPr/>
              </p14:nvContentPartPr>
              <p14:xfrm>
                <a:off x="133665" y="3565815"/>
                <a:ext cx="434520" cy="9039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9332544-AA7C-2680-0138-E1960625DB0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24665" y="3556815"/>
                  <a:ext cx="452160" cy="9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1EA1B1C-1219-E764-53A7-347254FAF450}"/>
                    </a:ext>
                  </a:extLst>
                </p14:cNvPr>
                <p14:cNvContentPartPr/>
                <p14:nvPr/>
              </p14:nvContentPartPr>
              <p14:xfrm>
                <a:off x="64905" y="3519015"/>
                <a:ext cx="437040" cy="738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1EA1B1C-1219-E764-53A7-347254FAF45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6265" y="3510015"/>
                  <a:ext cx="4546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F145DFA-095A-0595-ACC9-6070CD059E30}"/>
                    </a:ext>
                  </a:extLst>
                </p14:cNvPr>
                <p14:cNvContentPartPr/>
                <p14:nvPr/>
              </p14:nvContentPartPr>
              <p14:xfrm>
                <a:off x="944385" y="4745535"/>
                <a:ext cx="61920" cy="248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F145DFA-095A-0595-ACC9-6070CD059E3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35745" y="4736895"/>
                  <a:ext cx="795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B34C483-5DBA-51EB-F4E2-4E08556DD251}"/>
                    </a:ext>
                  </a:extLst>
                </p14:cNvPr>
                <p14:cNvContentPartPr/>
                <p14:nvPr/>
              </p14:nvContentPartPr>
              <p14:xfrm>
                <a:off x="747825" y="4810695"/>
                <a:ext cx="729360" cy="3873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B34C483-5DBA-51EB-F4E2-4E08556DD25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39185" y="4802055"/>
                  <a:ext cx="74700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A9D0231-02BB-2434-34DE-70CB7EFB809C}"/>
                    </a:ext>
                  </a:extLst>
                </p14:cNvPr>
                <p14:cNvContentPartPr/>
                <p14:nvPr/>
              </p14:nvContentPartPr>
              <p14:xfrm>
                <a:off x="1565025" y="4704855"/>
                <a:ext cx="177480" cy="5018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A9D0231-02BB-2434-34DE-70CB7EFB809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556025" y="4696215"/>
                  <a:ext cx="19512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CEFA794-7FAB-31C5-7ACC-D0821A866ADD}"/>
                    </a:ext>
                  </a:extLst>
                </p14:cNvPr>
                <p14:cNvContentPartPr/>
                <p14:nvPr/>
              </p14:nvContentPartPr>
              <p14:xfrm>
                <a:off x="1858425" y="4822575"/>
                <a:ext cx="354600" cy="1292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CEFA794-7FAB-31C5-7ACC-D0821A866AD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849425" y="4813935"/>
                  <a:ext cx="372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EB050E0-A5CE-620F-56E5-823F379C6AF5}"/>
                    </a:ext>
                  </a:extLst>
                </p14:cNvPr>
                <p14:cNvContentPartPr/>
                <p14:nvPr/>
              </p14:nvContentPartPr>
              <p14:xfrm>
                <a:off x="2230665" y="4611615"/>
                <a:ext cx="197280" cy="2250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EB050E0-A5CE-620F-56E5-823F379C6AF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222025" y="4602615"/>
                  <a:ext cx="2149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7108BB9-DB5A-7622-E1FC-BF86C89A4904}"/>
                    </a:ext>
                  </a:extLst>
                </p14:cNvPr>
                <p14:cNvContentPartPr/>
                <p14:nvPr/>
              </p14:nvContentPartPr>
              <p14:xfrm>
                <a:off x="994065" y="4149375"/>
                <a:ext cx="1159920" cy="6184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7108BB9-DB5A-7622-E1FC-BF86C89A490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85425" y="4140735"/>
                  <a:ext cx="1177560" cy="6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B3AAD44-6C76-A39C-624F-2D3DC16A494B}"/>
                    </a:ext>
                  </a:extLst>
                </p14:cNvPr>
                <p14:cNvContentPartPr/>
                <p14:nvPr/>
              </p14:nvContentPartPr>
              <p14:xfrm>
                <a:off x="2312385" y="3839775"/>
                <a:ext cx="386280" cy="1879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B3AAD44-6C76-A39C-624F-2D3DC16A494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03745" y="3830775"/>
                  <a:ext cx="4039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696216F-37FF-E6E5-364F-A0BEE5A2C1F6}"/>
                    </a:ext>
                  </a:extLst>
                </p14:cNvPr>
                <p14:cNvContentPartPr/>
                <p14:nvPr/>
              </p14:nvContentPartPr>
              <p14:xfrm>
                <a:off x="2344065" y="3619815"/>
                <a:ext cx="182880" cy="1252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696216F-37FF-E6E5-364F-A0BEE5A2C1F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335425" y="3610815"/>
                  <a:ext cx="2005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0319622-76DE-0812-835E-FE33F79778E2}"/>
                    </a:ext>
                  </a:extLst>
                </p14:cNvPr>
                <p14:cNvContentPartPr/>
                <p14:nvPr/>
              </p14:nvContentPartPr>
              <p14:xfrm>
                <a:off x="2705145" y="3798015"/>
                <a:ext cx="162720" cy="43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0319622-76DE-0812-835E-FE33F79778E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696505" y="3789015"/>
                  <a:ext cx="180360" cy="6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7DDFD441-B39F-E311-E754-1522A426330E}"/>
                  </a:ext>
                </a:extLst>
              </p14:cNvPr>
              <p14:cNvContentPartPr/>
              <p14:nvPr/>
            </p14:nvContentPartPr>
            <p14:xfrm>
              <a:off x="900105" y="3507495"/>
              <a:ext cx="596880" cy="80352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7DDFD441-B39F-E311-E754-1522A426330E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91465" y="3498495"/>
                <a:ext cx="614520" cy="82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1559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4BD502-22C2-CEB4-16EB-B426B9F6333C}"/>
              </a:ext>
            </a:extLst>
          </p:cNvPr>
          <p:cNvSpPr txBox="1"/>
          <p:nvPr/>
        </p:nvSpPr>
        <p:spPr>
          <a:xfrm>
            <a:off x="3048000" y="324433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effectLst/>
                <a:latin typeface="Mono Lisa"/>
              </a:rPr>
              <a:t>([[ [ 1, 2, 3], </a:t>
            </a:r>
          </a:p>
          <a:p>
            <a:endParaRPr lang="en-IN" dirty="0">
              <a:latin typeface="Mono Lisa"/>
            </a:endParaRPr>
          </a:p>
          <a:p>
            <a:r>
              <a:rPr lang="en-IN" b="0" i="0" dirty="0">
                <a:effectLst/>
                <a:latin typeface="Mono Lisa"/>
              </a:rPr>
              <a:t>[ 4, 5, 6]], </a:t>
            </a:r>
          </a:p>
          <a:p>
            <a:endParaRPr lang="en-IN" dirty="0">
              <a:latin typeface="Mono Lisa"/>
            </a:endParaRPr>
          </a:p>
          <a:p>
            <a:r>
              <a:rPr lang="en-IN" b="0" i="0" dirty="0">
                <a:effectLst/>
                <a:latin typeface="Mono Lisa"/>
              </a:rPr>
              <a:t>[[ 7, 8, 9], </a:t>
            </a:r>
          </a:p>
          <a:p>
            <a:endParaRPr lang="en-IN" dirty="0">
              <a:latin typeface="Mono Lisa"/>
            </a:endParaRPr>
          </a:p>
          <a:p>
            <a:r>
              <a:rPr lang="en-IN" b="0" i="0" dirty="0">
                <a:effectLst/>
                <a:latin typeface="Mono Lisa"/>
              </a:rPr>
              <a:t>[10, 11, 12] ]])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0817CA6-71F8-0F57-054A-6E3E4711CAB9}"/>
                  </a:ext>
                </a:extLst>
              </p14:cNvPr>
              <p14:cNvContentPartPr/>
              <p14:nvPr/>
            </p14:nvContentPartPr>
            <p14:xfrm>
              <a:off x="6680625" y="489975"/>
              <a:ext cx="17640" cy="144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0817CA6-71F8-0F57-054A-6E3E4711CA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74505" y="483855"/>
                <a:ext cx="29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C7546540-9936-9296-8792-5ACF5ED1943A}"/>
                  </a:ext>
                </a:extLst>
              </p14:cNvPr>
              <p14:cNvContentPartPr/>
              <p14:nvPr/>
            </p14:nvContentPartPr>
            <p14:xfrm>
              <a:off x="3491745" y="3495615"/>
              <a:ext cx="10800" cy="270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C7546540-9936-9296-8792-5ACF5ED194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85625" y="3489495"/>
                <a:ext cx="230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512806D8-74F7-E9F8-A4C0-F4A317C7680A}"/>
                  </a:ext>
                </a:extLst>
              </p14:cNvPr>
              <p14:cNvContentPartPr/>
              <p14:nvPr/>
            </p14:nvContentPartPr>
            <p14:xfrm>
              <a:off x="5541225" y="592935"/>
              <a:ext cx="147240" cy="2304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512806D8-74F7-E9F8-A4C0-F4A317C768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35105" y="586815"/>
                <a:ext cx="15948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69FE4191-FBA4-1491-51B7-BF3250B37C81}"/>
                  </a:ext>
                </a:extLst>
              </p14:cNvPr>
              <p14:cNvContentPartPr/>
              <p14:nvPr/>
            </p14:nvContentPartPr>
            <p14:xfrm rot="-750600">
              <a:off x="6386030" y="611509"/>
              <a:ext cx="121190" cy="78772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69FE4191-FBA4-1491-51B7-BF3250B37C8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rot="-750600">
                <a:off x="6379806" y="605132"/>
                <a:ext cx="133639" cy="91526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858492C-90BC-17EB-7B80-8D8F14BB505B}"/>
              </a:ext>
            </a:extLst>
          </p:cNvPr>
          <p:cNvGrpSpPr/>
          <p:nvPr/>
        </p:nvGrpSpPr>
        <p:grpSpPr>
          <a:xfrm>
            <a:off x="4629705" y="69855"/>
            <a:ext cx="3494880" cy="1890000"/>
            <a:chOff x="4629705" y="69855"/>
            <a:chExt cx="3494880" cy="189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9AEE814-143A-117E-BD22-8794D1DE0377}"/>
                    </a:ext>
                  </a:extLst>
                </p14:cNvPr>
                <p14:cNvContentPartPr/>
                <p14:nvPr/>
              </p14:nvContentPartPr>
              <p14:xfrm>
                <a:off x="5108865" y="356055"/>
                <a:ext cx="383400" cy="427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9AEE814-143A-117E-BD22-8794D1DE037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02745" y="349935"/>
                  <a:ext cx="39564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0C62CE9-95AB-8572-326F-FE7E99CA64C5}"/>
                    </a:ext>
                  </a:extLst>
                </p14:cNvPr>
                <p14:cNvContentPartPr/>
                <p14:nvPr/>
              </p14:nvContentPartPr>
              <p14:xfrm>
                <a:off x="4629705" y="159495"/>
                <a:ext cx="475200" cy="987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0C62CE9-95AB-8572-326F-FE7E99CA64C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23585" y="153375"/>
                  <a:ext cx="487440" cy="10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A16EA85-5C3F-D439-902C-E095F0F80C05}"/>
                    </a:ext>
                  </a:extLst>
                </p14:cNvPr>
                <p14:cNvContentPartPr/>
                <p14:nvPr/>
              </p14:nvContentPartPr>
              <p14:xfrm>
                <a:off x="5221545" y="1095855"/>
                <a:ext cx="654840" cy="140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A16EA85-5C3F-D439-902C-E095F0F80C0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15425" y="1089735"/>
                  <a:ext cx="6670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7F1A2A7-8B32-A49A-4AB1-79761EA24FE3}"/>
                    </a:ext>
                  </a:extLst>
                </p14:cNvPr>
                <p14:cNvContentPartPr/>
                <p14:nvPr/>
              </p14:nvContentPartPr>
              <p14:xfrm>
                <a:off x="5656425" y="1222215"/>
                <a:ext cx="28080" cy="308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7F1A2A7-8B32-A49A-4AB1-79761EA24FE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50305" y="1216095"/>
                  <a:ext cx="403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C746317-258A-337E-0EF3-53EE44547E9C}"/>
                    </a:ext>
                  </a:extLst>
                </p14:cNvPr>
                <p14:cNvContentPartPr/>
                <p14:nvPr/>
              </p14:nvContentPartPr>
              <p14:xfrm>
                <a:off x="5879625" y="1298895"/>
                <a:ext cx="353880" cy="186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C746317-258A-337E-0EF3-53EE44547E9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73505" y="1292775"/>
                  <a:ext cx="3661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FAE401C-0504-4E84-9881-B2B7A073F470}"/>
                    </a:ext>
                  </a:extLst>
                </p14:cNvPr>
                <p14:cNvContentPartPr/>
                <p14:nvPr/>
              </p14:nvContentPartPr>
              <p14:xfrm>
                <a:off x="6405225" y="1203855"/>
                <a:ext cx="14040" cy="14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FAE401C-0504-4E84-9881-B2B7A073F47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99105" y="1197735"/>
                  <a:ext cx="26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B14CD2D-1956-6B13-10F7-D0556F5AB572}"/>
                    </a:ext>
                  </a:extLst>
                </p14:cNvPr>
                <p14:cNvContentPartPr/>
                <p14:nvPr/>
              </p14:nvContentPartPr>
              <p14:xfrm>
                <a:off x="6174465" y="1121415"/>
                <a:ext cx="228240" cy="5922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B14CD2D-1956-6B13-10F7-D0556F5AB57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68345" y="1115295"/>
                  <a:ext cx="24048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D31DAE6-56B5-E1FB-9069-32563925CB3A}"/>
                    </a:ext>
                  </a:extLst>
                </p14:cNvPr>
                <p14:cNvContentPartPr/>
                <p14:nvPr/>
              </p14:nvContentPartPr>
              <p14:xfrm>
                <a:off x="6579105" y="1081455"/>
                <a:ext cx="117720" cy="492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D31DAE6-56B5-E1FB-9069-32563925CB3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72985" y="1075335"/>
                  <a:ext cx="12996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96025D2-BA2E-4EA3-D1D6-6A8E913DE5BD}"/>
                    </a:ext>
                  </a:extLst>
                </p14:cNvPr>
                <p14:cNvContentPartPr/>
                <p14:nvPr/>
              </p14:nvContentPartPr>
              <p14:xfrm>
                <a:off x="6826785" y="1401495"/>
                <a:ext cx="350280" cy="399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96025D2-BA2E-4EA3-D1D6-6A8E913DE5B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820665" y="1395375"/>
                  <a:ext cx="3625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E803923-21E0-76EC-42D5-B24FF89AD3AF}"/>
                    </a:ext>
                  </a:extLst>
                </p14:cNvPr>
                <p14:cNvContentPartPr/>
                <p14:nvPr/>
              </p14:nvContentPartPr>
              <p14:xfrm>
                <a:off x="6890865" y="858255"/>
                <a:ext cx="678960" cy="1101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E803923-21E0-76EC-42D5-B24FF89AD3A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884745" y="852135"/>
                  <a:ext cx="691200" cy="11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83E38E7-8785-83B1-3102-2120384681CD}"/>
                    </a:ext>
                  </a:extLst>
                </p14:cNvPr>
                <p14:cNvContentPartPr/>
                <p14:nvPr/>
              </p14:nvContentPartPr>
              <p14:xfrm>
                <a:off x="5866665" y="173535"/>
                <a:ext cx="595440" cy="617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83E38E7-8785-83B1-3102-2120384681C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60545" y="167415"/>
                  <a:ext cx="60768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319891C-664C-A90A-9EA8-6804AA9D2CA0}"/>
                    </a:ext>
                  </a:extLst>
                </p14:cNvPr>
                <p14:cNvContentPartPr/>
                <p14:nvPr/>
              </p14:nvContentPartPr>
              <p14:xfrm>
                <a:off x="6445185" y="526695"/>
                <a:ext cx="35640" cy="2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319891C-664C-A90A-9EA8-6804AA9D2CA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439065" y="520575"/>
                  <a:ext cx="4788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0F85013-61FE-ABF5-89A6-FEBC074AB132}"/>
                    </a:ext>
                  </a:extLst>
                </p14:cNvPr>
                <p14:cNvContentPartPr/>
                <p14:nvPr/>
              </p14:nvContentPartPr>
              <p14:xfrm>
                <a:off x="6766305" y="511575"/>
                <a:ext cx="191160" cy="243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0F85013-61FE-ABF5-89A6-FEBC074AB13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60185" y="505455"/>
                  <a:ext cx="2034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82B3F35-E19A-2E93-FCDA-A8F4C36C303E}"/>
                    </a:ext>
                  </a:extLst>
                </p14:cNvPr>
                <p14:cNvContentPartPr/>
                <p14:nvPr/>
              </p14:nvContentPartPr>
              <p14:xfrm>
                <a:off x="7174545" y="168135"/>
                <a:ext cx="318240" cy="404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82B3F35-E19A-2E93-FCDA-A8F4C36C303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68425" y="162015"/>
                  <a:ext cx="33048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4E65795-7028-149B-712E-949715CA2AC6}"/>
                    </a:ext>
                  </a:extLst>
                </p14:cNvPr>
                <p14:cNvContentPartPr/>
                <p14:nvPr/>
              </p14:nvContentPartPr>
              <p14:xfrm>
                <a:off x="7398825" y="69855"/>
                <a:ext cx="493920" cy="484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4E65795-7028-149B-712E-949715CA2AC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392705" y="63735"/>
                  <a:ext cx="50616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93A1EFC-AC5B-39B3-78C4-4B0137C74161}"/>
                    </a:ext>
                  </a:extLst>
                </p14:cNvPr>
                <p14:cNvContentPartPr/>
                <p14:nvPr/>
              </p14:nvContentPartPr>
              <p14:xfrm>
                <a:off x="5393625" y="891735"/>
                <a:ext cx="407160" cy="9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93A1EFC-AC5B-39B3-78C4-4B0137C7416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87505" y="885615"/>
                  <a:ext cx="4194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D06FD89-6A8F-E4F6-310A-7BEC4EF1F07D}"/>
                    </a:ext>
                  </a:extLst>
                </p14:cNvPr>
                <p14:cNvContentPartPr/>
                <p14:nvPr/>
              </p14:nvContentPartPr>
              <p14:xfrm>
                <a:off x="6440505" y="963015"/>
                <a:ext cx="282600" cy="87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D06FD89-6A8F-E4F6-310A-7BEC4EF1F07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434385" y="956895"/>
                  <a:ext cx="2948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DA409C2-E4AD-4EBF-F6D8-6227E9089FB1}"/>
                    </a:ext>
                  </a:extLst>
                </p14:cNvPr>
                <p14:cNvContentPartPr/>
                <p14:nvPr/>
              </p14:nvContentPartPr>
              <p14:xfrm>
                <a:off x="7504665" y="820095"/>
                <a:ext cx="619920" cy="61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DA409C2-E4AD-4EBF-F6D8-6227E9089FB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98545" y="813975"/>
                  <a:ext cx="63216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1A9065B-42EB-2197-6256-E3F2533477AD}"/>
              </a:ext>
            </a:extLst>
          </p:cNvPr>
          <p:cNvGrpSpPr/>
          <p:nvPr/>
        </p:nvGrpSpPr>
        <p:grpSpPr>
          <a:xfrm>
            <a:off x="628305" y="2239575"/>
            <a:ext cx="6603120" cy="3740760"/>
            <a:chOff x="628305" y="2239575"/>
            <a:chExt cx="6603120" cy="374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5B8909B-CBE3-060F-9B54-0EA28D59148B}"/>
                    </a:ext>
                  </a:extLst>
                </p14:cNvPr>
                <p14:cNvContentPartPr/>
                <p14:nvPr/>
              </p14:nvContentPartPr>
              <p14:xfrm>
                <a:off x="3421905" y="3552135"/>
                <a:ext cx="738360" cy="64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5B8909B-CBE3-060F-9B54-0EA28D59148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15785" y="3546015"/>
                  <a:ext cx="7506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9A01998-5106-0BC0-9F13-A1B526E92C2B}"/>
                    </a:ext>
                  </a:extLst>
                </p14:cNvPr>
                <p14:cNvContentPartPr/>
                <p14:nvPr/>
              </p14:nvContentPartPr>
              <p14:xfrm>
                <a:off x="3120225" y="4123455"/>
                <a:ext cx="761760" cy="61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9A01998-5106-0BC0-9F13-A1B526E92C2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14105" y="4117335"/>
                  <a:ext cx="7740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877B93E-4DE7-F781-B094-6DECB8C5809A}"/>
                    </a:ext>
                  </a:extLst>
                </p14:cNvPr>
                <p14:cNvContentPartPr/>
                <p14:nvPr/>
              </p14:nvContentPartPr>
              <p14:xfrm>
                <a:off x="3227865" y="3608295"/>
                <a:ext cx="159120" cy="40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877B93E-4DE7-F781-B094-6DECB8C5809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21745" y="3602175"/>
                  <a:ext cx="1713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77773F4-D78C-D302-5395-FDEE8E5B5A23}"/>
                    </a:ext>
                  </a:extLst>
                </p14:cNvPr>
                <p14:cNvContentPartPr/>
                <p14:nvPr/>
              </p14:nvContentPartPr>
              <p14:xfrm>
                <a:off x="3259545" y="3544215"/>
                <a:ext cx="27720" cy="38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77773F4-D78C-D302-5395-FDEE8E5B5A2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53425" y="3538095"/>
                  <a:ext cx="399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217F81F-63E1-334E-BF6E-E45EC342C980}"/>
                    </a:ext>
                  </a:extLst>
                </p14:cNvPr>
                <p14:cNvContentPartPr/>
                <p14:nvPr/>
              </p14:nvContentPartPr>
              <p14:xfrm>
                <a:off x="3989985" y="4495695"/>
                <a:ext cx="21600" cy="8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217F81F-63E1-334E-BF6E-E45EC342C98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83865" y="4489575"/>
                  <a:ext cx="338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7BFE7D3-CCED-6BCC-8E95-0C4855FED6CD}"/>
                    </a:ext>
                  </a:extLst>
                </p14:cNvPr>
                <p14:cNvContentPartPr/>
                <p14:nvPr/>
              </p14:nvContentPartPr>
              <p14:xfrm>
                <a:off x="3281145" y="4385535"/>
                <a:ext cx="666000" cy="43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7BFE7D3-CCED-6BCC-8E95-0C4855FED6C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75025" y="4379415"/>
                  <a:ext cx="6782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896CBE9-7C7A-41C1-1C91-500CFDAF028E}"/>
                    </a:ext>
                  </a:extLst>
                </p14:cNvPr>
                <p14:cNvContentPartPr/>
                <p14:nvPr/>
              </p14:nvContentPartPr>
              <p14:xfrm>
                <a:off x="3994305" y="4154055"/>
                <a:ext cx="747360" cy="359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896CBE9-7C7A-41C1-1C91-500CFDAF028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88185" y="4147935"/>
                  <a:ext cx="75960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4E6CCD2-9809-4CE5-A53A-2A7150CEAF1E}"/>
                    </a:ext>
                  </a:extLst>
                </p14:cNvPr>
                <p14:cNvContentPartPr/>
                <p14:nvPr/>
              </p14:nvContentPartPr>
              <p14:xfrm>
                <a:off x="4895385" y="3888375"/>
                <a:ext cx="56160" cy="277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4E6CCD2-9809-4CE5-A53A-2A7150CEAF1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889265" y="3882255"/>
                  <a:ext cx="684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579E3AA-1243-383D-A0C3-2277B695AC2B}"/>
                    </a:ext>
                  </a:extLst>
                </p14:cNvPr>
                <p14:cNvContentPartPr/>
                <p14:nvPr/>
              </p14:nvContentPartPr>
              <p14:xfrm>
                <a:off x="5016345" y="3486255"/>
                <a:ext cx="438120" cy="623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579E3AA-1243-383D-A0C3-2277B695AC2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010225" y="3480135"/>
                  <a:ext cx="45036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BA966E7-5A0A-F39B-9C23-E77FCDC7AFB8}"/>
                    </a:ext>
                  </a:extLst>
                </p14:cNvPr>
                <p14:cNvContentPartPr/>
                <p14:nvPr/>
              </p14:nvContentPartPr>
              <p14:xfrm>
                <a:off x="5635905" y="3708735"/>
                <a:ext cx="86040" cy="43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BA966E7-5A0A-F39B-9C23-E77FCDC7AFB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629785" y="3702615"/>
                  <a:ext cx="982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53E5466-BFB7-6F07-9A4F-A576B958D9D8}"/>
                    </a:ext>
                  </a:extLst>
                </p14:cNvPr>
                <p14:cNvContentPartPr/>
                <p14:nvPr/>
              </p14:nvContentPartPr>
              <p14:xfrm>
                <a:off x="3201225" y="4357815"/>
                <a:ext cx="15120" cy="4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53E5466-BFB7-6F07-9A4F-A576B958D9D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95105" y="4351695"/>
                  <a:ext cx="273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CE1094D-48B0-CFE7-C959-E115BB83B363}"/>
                    </a:ext>
                  </a:extLst>
                </p14:cNvPr>
                <p14:cNvContentPartPr/>
                <p14:nvPr/>
              </p14:nvContentPartPr>
              <p14:xfrm>
                <a:off x="3050385" y="4348815"/>
                <a:ext cx="137520" cy="151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CE1094D-48B0-CFE7-C959-E115BB83B36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44265" y="4342695"/>
                  <a:ext cx="1497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FD49128-334A-3A9B-1E7E-025E78884D67}"/>
                    </a:ext>
                  </a:extLst>
                </p14:cNvPr>
                <p14:cNvContentPartPr/>
                <p14:nvPr/>
              </p14:nvContentPartPr>
              <p14:xfrm>
                <a:off x="2352705" y="2679135"/>
                <a:ext cx="2584080" cy="3138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FD49128-334A-3A9B-1E7E-025E78884D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346585" y="2673015"/>
                  <a:ext cx="2596320" cy="31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BC926F-7413-4C4E-05AE-7B66FB5C6237}"/>
                    </a:ext>
                  </a:extLst>
                </p14:cNvPr>
                <p14:cNvContentPartPr/>
                <p14:nvPr/>
              </p14:nvContentPartPr>
              <p14:xfrm>
                <a:off x="3316785" y="3552855"/>
                <a:ext cx="511200" cy="87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BC926F-7413-4C4E-05AE-7B66FB5C623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310665" y="3546735"/>
                  <a:ext cx="523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7A98B7E-6B57-9A87-DEED-14E038512DD5}"/>
                    </a:ext>
                  </a:extLst>
                </p14:cNvPr>
                <p14:cNvContentPartPr/>
                <p14:nvPr/>
              </p14:nvContentPartPr>
              <p14:xfrm>
                <a:off x="3882705" y="4177455"/>
                <a:ext cx="123120" cy="42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7A98B7E-6B57-9A87-DEED-14E038512DD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76585" y="4171335"/>
                  <a:ext cx="1353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50B90EE-C90A-8B97-FD39-2F5FFB977056}"/>
                    </a:ext>
                  </a:extLst>
                </p14:cNvPr>
                <p14:cNvContentPartPr/>
                <p14:nvPr/>
              </p14:nvContentPartPr>
              <p14:xfrm>
                <a:off x="3896385" y="4116975"/>
                <a:ext cx="70200" cy="9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50B90EE-C90A-8B97-FD39-2F5FFB97705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90265" y="4110855"/>
                  <a:ext cx="824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C04E49A-512A-08FC-1868-B47239992F99}"/>
                    </a:ext>
                  </a:extLst>
                </p14:cNvPr>
                <p14:cNvContentPartPr/>
                <p14:nvPr/>
              </p14:nvContentPartPr>
              <p14:xfrm>
                <a:off x="4066665" y="4185015"/>
                <a:ext cx="15120" cy="7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C04E49A-512A-08FC-1868-B47239992F9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60545" y="4178895"/>
                  <a:ext cx="273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C514DE5-F163-E52A-0D5F-B817FED824F1}"/>
                    </a:ext>
                  </a:extLst>
                </p14:cNvPr>
                <p14:cNvContentPartPr/>
                <p14:nvPr/>
              </p14:nvContentPartPr>
              <p14:xfrm>
                <a:off x="3757425" y="4107255"/>
                <a:ext cx="208080" cy="18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C514DE5-F163-E52A-0D5F-B817FED824F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51305" y="4101135"/>
                  <a:ext cx="2203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AB2FBD2-74AE-8805-21EE-18DD9295E2DD}"/>
                    </a:ext>
                  </a:extLst>
                </p14:cNvPr>
                <p14:cNvContentPartPr/>
                <p14:nvPr/>
              </p14:nvContentPartPr>
              <p14:xfrm>
                <a:off x="3427665" y="3601095"/>
                <a:ext cx="1034640" cy="108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AB2FBD2-74AE-8805-21EE-18DD9295E2D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421545" y="3594975"/>
                  <a:ext cx="10468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E7F7E1F-6BB5-0D0C-C07D-78F727C83654}"/>
                    </a:ext>
                  </a:extLst>
                </p14:cNvPr>
                <p14:cNvContentPartPr/>
                <p14:nvPr/>
              </p14:nvContentPartPr>
              <p14:xfrm>
                <a:off x="3203385" y="4160535"/>
                <a:ext cx="1137600" cy="84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E7F7E1F-6BB5-0D0C-C07D-78F727C8365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97265" y="4154415"/>
                  <a:ext cx="11498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263CBB1-1DEA-7AF2-EA8B-FC0CFAE80E3A}"/>
                    </a:ext>
                  </a:extLst>
                </p14:cNvPr>
                <p14:cNvContentPartPr/>
                <p14:nvPr/>
              </p14:nvContentPartPr>
              <p14:xfrm>
                <a:off x="4202745" y="3049935"/>
                <a:ext cx="2103480" cy="565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263CBB1-1DEA-7AF2-EA8B-FC0CFAE80E3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196625" y="3043815"/>
                  <a:ext cx="211572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2256DD1-08E3-7D24-DEBF-96EB36420824}"/>
                    </a:ext>
                  </a:extLst>
                </p14:cNvPr>
                <p14:cNvContentPartPr/>
                <p14:nvPr/>
              </p14:nvContentPartPr>
              <p14:xfrm>
                <a:off x="6637785" y="2616135"/>
                <a:ext cx="593640" cy="498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2256DD1-08E3-7D24-DEBF-96EB3642082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631665" y="2610015"/>
                  <a:ext cx="60588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BF1A9D3-D3A0-D909-228D-3217AD47868D}"/>
                    </a:ext>
                  </a:extLst>
                </p14:cNvPr>
                <p14:cNvContentPartPr/>
                <p14:nvPr/>
              </p14:nvContentPartPr>
              <p14:xfrm>
                <a:off x="4032465" y="4146855"/>
                <a:ext cx="2264760" cy="75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BF1A9D3-D3A0-D909-228D-3217AD47868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026345" y="4140735"/>
                  <a:ext cx="2277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EBCCCD9-BCE5-98D1-0692-3F8651E688B3}"/>
                    </a:ext>
                  </a:extLst>
                </p14:cNvPr>
                <p14:cNvContentPartPr/>
                <p14:nvPr/>
              </p14:nvContentPartPr>
              <p14:xfrm>
                <a:off x="6850905" y="3870015"/>
                <a:ext cx="212040" cy="605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EBCCCD9-BCE5-98D1-0692-3F8651E688B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44785" y="3863895"/>
                  <a:ext cx="224280" cy="61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514B150-FFF7-5D09-40CB-63A7B1A96C6C}"/>
                    </a:ext>
                  </a:extLst>
                </p14:cNvPr>
                <p14:cNvContentPartPr/>
                <p14:nvPr/>
              </p14:nvContentPartPr>
              <p14:xfrm>
                <a:off x="3138585" y="4686855"/>
                <a:ext cx="296280" cy="28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514B150-FFF7-5D09-40CB-63A7B1A96C6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132465" y="4680735"/>
                  <a:ext cx="3085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39FEDCB-8C8E-C311-CAA8-4862695FBA81}"/>
                    </a:ext>
                  </a:extLst>
                </p14:cNvPr>
                <p14:cNvContentPartPr/>
                <p14:nvPr/>
              </p14:nvContentPartPr>
              <p14:xfrm>
                <a:off x="4097625" y="5226855"/>
                <a:ext cx="226800" cy="6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39FEDCB-8C8E-C311-CAA8-4862695FBA8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091505" y="5220735"/>
                  <a:ext cx="2390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BF8C742-E6C0-5E81-6EBF-20E767C943D2}"/>
                    </a:ext>
                  </a:extLst>
                </p14:cNvPr>
                <p14:cNvContentPartPr/>
                <p14:nvPr/>
              </p14:nvContentPartPr>
              <p14:xfrm>
                <a:off x="3095025" y="4694055"/>
                <a:ext cx="293400" cy="55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BF8C742-E6C0-5E81-6EBF-20E767C943D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088905" y="4687935"/>
                  <a:ext cx="3056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C838CFA-D75C-3F3C-8C35-AEF7B5A0F87F}"/>
                    </a:ext>
                  </a:extLst>
                </p14:cNvPr>
                <p14:cNvContentPartPr/>
                <p14:nvPr/>
              </p14:nvContentPartPr>
              <p14:xfrm>
                <a:off x="3223905" y="4661295"/>
                <a:ext cx="885240" cy="99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C838CFA-D75C-3F3C-8C35-AEF7B5A0F87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17785" y="4655175"/>
                  <a:ext cx="897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5DC7427-0515-EC08-6FF5-960E3BF1D1FC}"/>
                    </a:ext>
                  </a:extLst>
                </p14:cNvPr>
                <p14:cNvContentPartPr/>
                <p14:nvPr/>
              </p14:nvContentPartPr>
              <p14:xfrm>
                <a:off x="3029865" y="5447175"/>
                <a:ext cx="1393560" cy="42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5DC7427-0515-EC08-6FF5-960E3BF1D1F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23745" y="5441055"/>
                  <a:ext cx="14058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3AA34BD-64AC-212F-2D47-36CE5F312AA6}"/>
                    </a:ext>
                  </a:extLst>
                </p14:cNvPr>
                <p14:cNvContentPartPr/>
                <p14:nvPr/>
              </p14:nvContentPartPr>
              <p14:xfrm>
                <a:off x="4111305" y="5244495"/>
                <a:ext cx="282960" cy="61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3AA34BD-64AC-212F-2D47-36CE5F312AA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105185" y="5238375"/>
                  <a:ext cx="2952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859D2FE-DD65-EC28-4518-6E4EB33A0FE4}"/>
                    </a:ext>
                  </a:extLst>
                </p14:cNvPr>
                <p14:cNvContentPartPr/>
                <p14:nvPr/>
              </p14:nvContentPartPr>
              <p14:xfrm>
                <a:off x="4308945" y="5169975"/>
                <a:ext cx="30240" cy="43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859D2FE-DD65-EC28-4518-6E4EB33A0FE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302825" y="5163855"/>
                  <a:ext cx="424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AA0A8DD-793B-EB1E-0154-6C9594F15B01}"/>
                    </a:ext>
                  </a:extLst>
                </p14:cNvPr>
                <p14:cNvContentPartPr/>
                <p14:nvPr/>
              </p14:nvContentPartPr>
              <p14:xfrm>
                <a:off x="4182585" y="5192295"/>
                <a:ext cx="118440" cy="19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AA0A8DD-793B-EB1E-0154-6C9594F15B0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76465" y="5186175"/>
                  <a:ext cx="1306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50CDBDA-3A48-4C05-B243-F374554D35E8}"/>
                    </a:ext>
                  </a:extLst>
                </p14:cNvPr>
                <p14:cNvContentPartPr/>
                <p14:nvPr/>
              </p14:nvContentPartPr>
              <p14:xfrm>
                <a:off x="4027785" y="4677495"/>
                <a:ext cx="2209680" cy="458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50CDBDA-3A48-4C05-B243-F374554D35E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21665" y="4671375"/>
                  <a:ext cx="222192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3B87AAE-5A0D-922D-420E-E03C5FEF11C8}"/>
                    </a:ext>
                  </a:extLst>
                </p14:cNvPr>
                <p14:cNvContentPartPr/>
                <p14:nvPr/>
              </p14:nvContentPartPr>
              <p14:xfrm>
                <a:off x="6444105" y="4858575"/>
                <a:ext cx="449280" cy="414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3B87AAE-5A0D-922D-420E-E03C5FEF11C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437985" y="4852455"/>
                  <a:ext cx="4615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4D2B49A-06F2-A71F-D20F-45E7850E5F8E}"/>
                    </a:ext>
                  </a:extLst>
                </p14:cNvPr>
                <p14:cNvContentPartPr/>
                <p14:nvPr/>
              </p14:nvContentPartPr>
              <p14:xfrm>
                <a:off x="4588305" y="5254935"/>
                <a:ext cx="1789920" cy="547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4D2B49A-06F2-A71F-D20F-45E7850E5F8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582185" y="5248815"/>
                  <a:ext cx="180216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B2726F5-CC98-77A8-8FC8-44CE77385FF7}"/>
                    </a:ext>
                  </a:extLst>
                </p14:cNvPr>
                <p14:cNvContentPartPr/>
                <p14:nvPr/>
              </p14:nvContentPartPr>
              <p14:xfrm>
                <a:off x="6621225" y="5706015"/>
                <a:ext cx="85320" cy="274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B2726F5-CC98-77A8-8FC8-44CE77385FF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615105" y="5699895"/>
                  <a:ext cx="975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D7790F5-2842-4A2C-04BA-226DE1613327}"/>
                    </a:ext>
                  </a:extLst>
                </p14:cNvPr>
                <p14:cNvContentPartPr/>
                <p14:nvPr/>
              </p14:nvContentPartPr>
              <p14:xfrm>
                <a:off x="2737185" y="3184935"/>
                <a:ext cx="324000" cy="1125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D7790F5-2842-4A2C-04BA-226DE161332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731065" y="3178815"/>
                  <a:ext cx="336240" cy="11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17FE918-D587-D113-9A31-FD358D4456FA}"/>
                    </a:ext>
                  </a:extLst>
                </p14:cNvPr>
                <p14:cNvContentPartPr/>
                <p14:nvPr/>
              </p14:nvContentPartPr>
              <p14:xfrm>
                <a:off x="1356585" y="3629535"/>
                <a:ext cx="1480680" cy="64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17FE918-D587-D113-9A31-FD358D4456F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350465" y="3623415"/>
                  <a:ext cx="14929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918645B-2F6A-C23C-C82E-073771385B4E}"/>
                    </a:ext>
                  </a:extLst>
                </p14:cNvPr>
                <p14:cNvContentPartPr/>
                <p14:nvPr/>
              </p14:nvContentPartPr>
              <p14:xfrm>
                <a:off x="955545" y="3124455"/>
                <a:ext cx="478440" cy="890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918645B-2F6A-C23C-C82E-073771385B4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9425" y="3118335"/>
                  <a:ext cx="490680" cy="90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245C2B9-1700-B650-0A84-BA286F41D3AD}"/>
                    </a:ext>
                  </a:extLst>
                </p14:cNvPr>
                <p14:cNvContentPartPr/>
                <p14:nvPr/>
              </p14:nvContentPartPr>
              <p14:xfrm>
                <a:off x="2541705" y="4449255"/>
                <a:ext cx="338040" cy="1392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245C2B9-1700-B650-0A84-BA286F41D3A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535585" y="4443135"/>
                  <a:ext cx="350280" cy="14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080ABDA-8BD7-1A23-7EDB-25DA5CCBE431}"/>
                    </a:ext>
                  </a:extLst>
                </p14:cNvPr>
                <p14:cNvContentPartPr/>
                <p14:nvPr/>
              </p14:nvContentPartPr>
              <p14:xfrm>
                <a:off x="1338585" y="5207775"/>
                <a:ext cx="1239120" cy="277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080ABDA-8BD7-1A23-7EDB-25DA5CCBE43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332465" y="5201655"/>
                  <a:ext cx="12513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A9EE98E-CBEA-573E-3ECB-6B7B13A82DF9}"/>
                    </a:ext>
                  </a:extLst>
                </p14:cNvPr>
                <p14:cNvContentPartPr/>
                <p14:nvPr/>
              </p14:nvContentPartPr>
              <p14:xfrm>
                <a:off x="924585" y="5194095"/>
                <a:ext cx="126000" cy="415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A9EE98E-CBEA-573E-3ECB-6B7B13A82DF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18465" y="5187975"/>
                  <a:ext cx="13824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7075BA0-6077-77F5-D0FF-16B8B7828B0F}"/>
                    </a:ext>
                  </a:extLst>
                </p14:cNvPr>
                <p14:cNvContentPartPr/>
                <p14:nvPr/>
              </p14:nvContentPartPr>
              <p14:xfrm>
                <a:off x="3476985" y="3532695"/>
                <a:ext cx="93960" cy="37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7075BA0-6077-77F5-D0FF-16B8B7828B0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70865" y="3526575"/>
                  <a:ext cx="106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92D00B4-031F-B456-00B4-D423EACC7492}"/>
                    </a:ext>
                  </a:extLst>
                </p14:cNvPr>
                <p14:cNvContentPartPr/>
                <p14:nvPr/>
              </p14:nvContentPartPr>
              <p14:xfrm>
                <a:off x="628305" y="2335695"/>
                <a:ext cx="975960" cy="1741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92D00B4-031F-B456-00B4-D423EACC749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22185" y="2329575"/>
                  <a:ext cx="988200" cy="175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E25F2B3-C02B-2272-387A-A3A8285F7646}"/>
                    </a:ext>
                  </a:extLst>
                </p14:cNvPr>
                <p14:cNvContentPartPr/>
                <p14:nvPr/>
              </p14:nvContentPartPr>
              <p14:xfrm>
                <a:off x="1032945" y="3826815"/>
                <a:ext cx="11880" cy="4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E25F2B3-C02B-2272-387A-A3A8285F764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26825" y="3820695"/>
                  <a:ext cx="241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3D987AD-3DB3-ECF7-D4BE-2562BBC228BF}"/>
                    </a:ext>
                  </a:extLst>
                </p14:cNvPr>
                <p14:cNvContentPartPr/>
                <p14:nvPr/>
              </p14:nvContentPartPr>
              <p14:xfrm>
                <a:off x="3358905" y="3583095"/>
                <a:ext cx="146880" cy="5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3D987AD-3DB3-ECF7-D4BE-2562BBC228B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352785" y="3576975"/>
                  <a:ext cx="15912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2461781-D90A-9521-FEFF-21970DB534BE}"/>
                    </a:ext>
                  </a:extLst>
                </p14:cNvPr>
                <p14:cNvContentPartPr/>
                <p14:nvPr/>
              </p14:nvContentPartPr>
              <p14:xfrm>
                <a:off x="3812865" y="4123095"/>
                <a:ext cx="39240" cy="36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2461781-D90A-9521-FEFF-21970DB534B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806745" y="4116975"/>
                  <a:ext cx="514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2C8E0AF-A2A9-C3F4-231C-344F4649FCEF}"/>
                    </a:ext>
                  </a:extLst>
                </p14:cNvPr>
                <p14:cNvContentPartPr/>
                <p14:nvPr/>
              </p14:nvContentPartPr>
              <p14:xfrm>
                <a:off x="3506505" y="3217335"/>
                <a:ext cx="210600" cy="3524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2C8E0AF-A2A9-C3F4-231C-344F4649FCE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500385" y="3211215"/>
                  <a:ext cx="22284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FB6B884-F3FF-4A4A-CB5A-AF15187170D7}"/>
                    </a:ext>
                  </a:extLst>
                </p14:cNvPr>
                <p14:cNvContentPartPr/>
                <p14:nvPr/>
              </p14:nvContentPartPr>
              <p14:xfrm>
                <a:off x="1454865" y="3155055"/>
                <a:ext cx="122760" cy="673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FB6B884-F3FF-4A4A-CB5A-AF15187170D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448745" y="3148935"/>
                  <a:ext cx="1350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B472E74-1799-2BA0-0A07-3E1F7FC76DB6}"/>
                    </a:ext>
                  </a:extLst>
                </p14:cNvPr>
                <p14:cNvContentPartPr/>
                <p14:nvPr/>
              </p14:nvContentPartPr>
              <p14:xfrm>
                <a:off x="3096105" y="3294375"/>
                <a:ext cx="51480" cy="27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B472E74-1799-2BA0-0A07-3E1F7FC76DB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089985" y="3288255"/>
                  <a:ext cx="637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4C0364D-7204-C409-DAC3-10DE21974FA0}"/>
                    </a:ext>
                  </a:extLst>
                </p14:cNvPr>
                <p14:cNvContentPartPr/>
                <p14:nvPr/>
              </p14:nvContentPartPr>
              <p14:xfrm>
                <a:off x="6505665" y="2791095"/>
                <a:ext cx="95400" cy="32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4C0364D-7204-C409-DAC3-10DE21974FA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499545" y="2784975"/>
                  <a:ext cx="107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55F5CA3-0262-A6B4-E3EA-3FC5245CC64C}"/>
                    </a:ext>
                  </a:extLst>
                </p14:cNvPr>
                <p14:cNvContentPartPr/>
                <p14:nvPr/>
              </p14:nvContentPartPr>
              <p14:xfrm>
                <a:off x="3602265" y="3467895"/>
                <a:ext cx="1110600" cy="184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55F5CA3-0262-A6B4-E3EA-3FC5245CC64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596145" y="3461775"/>
                  <a:ext cx="11228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D0E03EC-C2B7-49B8-14AD-DB25F008339A}"/>
                    </a:ext>
                  </a:extLst>
                </p14:cNvPr>
                <p14:cNvContentPartPr/>
                <p14:nvPr/>
              </p14:nvContentPartPr>
              <p14:xfrm>
                <a:off x="3609465" y="2239575"/>
                <a:ext cx="331920" cy="9889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D0E03EC-C2B7-49B8-14AD-DB25F008339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603345" y="2233455"/>
                  <a:ext cx="344160" cy="10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827511B5-A75E-FA50-6655-F8EF35E0E7DF}"/>
                  </a:ext>
                </a:extLst>
              </p14:cNvPr>
              <p14:cNvContentPartPr/>
              <p14:nvPr/>
            </p14:nvContentPartPr>
            <p14:xfrm>
              <a:off x="4010865" y="1293135"/>
              <a:ext cx="271080" cy="42192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827511B5-A75E-FA50-6655-F8EF35E0E7DF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004745" y="1287015"/>
                <a:ext cx="283320" cy="43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959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8899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5475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55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Mono Lisa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2025-11-10T14:54:09Z</dcterms:created>
  <dcterms:modified xsi:type="dcterms:W3CDTF">2025-11-11T04:32:22Z</dcterms:modified>
</cp:coreProperties>
</file>