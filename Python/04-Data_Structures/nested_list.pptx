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4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1661 5793,'-17'13'1708,"14"-12"-1422,1 1 0,-1 0 1,1 0-1,-1 0 0,1 0 1,0 1-1,0-1 0,0 0 1,0 1-1,-3 5 0,2-2 286,0 1 0,1-1 0,0 1 0,0 0-1,-1 9 1,2-13 268,15 30 2270,9 15-998,-20-47-2039,-1 0 0,0 0 0,0 0 0,1 0 1,-1-1-1,0 1 0,1 0 0,-1-1 0,1 0 1,-1 1-1,1-1 0,-1 0 0,1-1 0,3 1 1,2-3-28,-1 0 0,1-1 1,0 1-1,-1-2 1,1 1-1,-1-1 0,-1 0 1,1 0-1,6-7 1,-1-1-8,-1 0 0,0 0 0,17-30 0,-3-5 9,35-94-1,-58 137-37,26-77-8,-4 0 0,26-170 0,-8-176-52,-40 399 33,4-530 5,-6 552 15,0 1 1,0 0 0,0 1-1,-1-1 1,1 1 0,-1-1 0,0 1 0,-1-1 0,1 1 0,-1 0 0,0 0 0,-4-6 0,6 10-2,-1 1 0,1-1-1,-1 1 1,0-1 0,1 1 0,-1-1 0,1 1 0,-1 0 0,0-1 0,1 1 0,-1 0 0,0-1 0,0 1-1,1 0 1,-1 0 0,0 0 0,1 0 0,-1 0 0,0 0 0,0 0 0,1 0 0,-1 0 0,0 0 0,0 0 0,1 0-1,-1 0 1,0 1 0,1-1 0,-1 0 0,0 1 0,1-1 0,-1 0 0,0 1 0,1-1 0,-1 1 0,1-1 0,-1 1-1,0-1 1,1 1 0,0-1 0,-1 1 0,1 0 0,-1-1 0,0 2 0,-25 36 52,22-33-44,-14 30 41,1 1 0,2 0 0,-21 75 1,13-38-11,-18 55 30,5 1 1,-34 238-1,63-307-59,3 0 1,3 0-1,2 0 0,2 0 0,4 0 1,2-1-1,2 0 0,33 97 0,-38-141-16,0 1 0,2-1 0,0-1-1,0 1 1,1-1 0,1-1-1,1 0 1,0 0 0,0-1 0,1 0-1,1-1 1,14 10 0,-15-13-36,-1-1 0,1-1 1,1 0-1,-1-1 0,1 0 1,0 0-1,0-2 0,0 0 0,0 0 1,1-1-1,-1-1 0,1 0 1,0-1-1,-1 0 0,18-3 1,-2-3-100,-1 0 0,0-2 0,0-1 0,-1-1 1,0-2-1,-1-1 0,-1 0 0,38-28 0,11-15-178,88-86-1,-93 79 427,-66 60-89,0 0-1,1 0 1,0 0-1,0 1 1,0 0-1,0-1 1,6-1-1,0 0 26,-10 3-43,1 1 0,0 0 1,-1 0-1,1 0 0,0-1 0,-1 1 0,1 0 1,0 0-1,-1 0 0,1 0 0,0 0 0,-1 0 1,1 1-1,0-1 0,0 0 0,-1 0 1,1 0-1,0 1 0,-1-1 0,1 0 0,-1 1 1,1-1-1,0 0 0,-1 1 0,1-1 0,-1 1 1,1-1-1,-1 1 0,1-1 0,-1 1 1,0-1-1,1 1 0,0 0 0,-1 0 10,4 3 6,-1 0-1,0 0 1,-1 0-1,1 0 1,-1 1-1,0-1 0,0 1 1,0-1-1,0 1 1,1 7-1,8 53-155,-9-50 5,-1-8-81,21 115-2493,5-38-5193,-9-41 1299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4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60 9793,'-19'-31'2440,"10"14"-1648,2 5 248,33 15-2916,-1 3-1692,7 5-2069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4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1 122 8501,'0'0'4254,"2"-2"-3008,10-11-500,0 2 0,1-1 0,0 1-1,1 1 1,0 1 0,1 0 0,29-14 0,-36 19-668,1 1 0,0 0 0,0 0 0,1 1 0,-1 0 0,0 0 0,1 1 0,-1 0 0,1 1 0,-1 0 0,1 0 0,-1 1 0,1 1 0,-1-1 0,15 6 0,-18-4-49,0 0 1,1 0 0,-1 1-1,-1 0 1,1 0-1,-1 1 1,1 0-1,-1 0 1,-1 0-1,1 0 1,-1 1 0,0 0-1,0-1 1,0 1-1,-1 1 1,0-1-1,0 1 1,-1-1-1,0 1 1,0 0-1,1 8 1,1 4 5,-2 0 1,0 1-1,-2-1 0,0 0 1,-1 0-1,-5 29 0,-1-13-8,-2 0-1,-2-1 0,0 0 1,-3-1-1,0-1 0,-22 34 1,-125 171-2288,139-206 337,-30 51 0,29-29-5358,16-33 1359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5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1 10669,'-1'1'116,"0"-1"0,0 1 1,0-1-1,0 1 0,0 0 0,0 0 1,1 0-1,-1-1 0,0 1 0,1 0 1,-1 0-1,1 0 0,-1 0 0,1 0 0,-1 0 1,1 0-1,-1 0 0,1 0 0,0 1 1,0-1-1,0 0 0,0 0 0,0 0 1,0 0-1,0 0 0,0 0 0,0 0 0,1 3 1,-3 26 1312,-19 39 251,-3-1 0,-50 101 0,31-76-1156,3-3-389,-99 233-2480,107-237-204,-38 163 0,40-83-3110,25-96 577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5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10749,'32'-37'1576,"-13"23"-184,13-9-268,6 8-188,6 4-211,17-3-137,12 2-392,15 1-756,11-3-449,12-1-427,13 4-2676,3-4-3073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6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1883 219 5204,'-6'-8'348,"1"0"-1,0 0 0,-7-15 0,2 1 393,6 17-589,-1-1 0,1 1 1,-1 0-1,0 0 0,0 1 1,-1 0-1,1 0 0,-1 0 1,0 0-1,-7-2 0,-3-4 207,-8-3-216,-1 0 0,-1 2 1,0 0-1,-1 2 0,0 1 0,0 1 1,0 2-1,-1 1 0,0 0 1,0 2-1,0 2 0,-49 4 0,58-1-17,-37 10 0,53-12-23,1 1-68,0 0 0,1-1-1,-1 1 1,1 0 0,-1 1-1,1-1 1,0 0 0,0 0-1,0 0 1,-1 4-1,-13 62 450,-3 0 0,-44 105 0,-75 127 649,89-199-910,-61 123 344,-83 182 539,32-34-524,-130 289-12,269-614-601,-103 231 105,100-215 10,2 1 1,-18 99-1,36-142-19,1-1 1,1 1 0,1 0-1,1-1 1,0 1-1,2 0 1,6 29-1,-6-40-39,1-1-1,0 1 1,0-1-1,1 0 1,0-1 0,1 1-1,0-1 1,0 0-1,1 0 1,0 0 0,1-1-1,-1 0 1,1 0-1,1-1 1,-1 1 0,1-2-1,0 1 1,9 4-1,4-1-10,-1-1 1,1 0-1,0-2 0,1 0 0,-1-2 0,1 0 0,0-1 0,0-2 0,24 0 0,25-4-906,105-18-1,-31-9-1841,-50 5-2024,-18 3-1946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7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1365 38 4308,'-17'-12'561,"-26"-13"5397,46 26-5495,54 13 78,88 9 1,-22-4-262,15 6-29,129 27 245,-188-33-213,102 39 0,-175-56-242,0 0-1,0 1 1,-1 0 0,1 0-1,-1 1 1,1-1 0,-1 1-1,-1 0 1,1 1 0,0-1-1,5 8 1,-10-11-37,1 0 0,-1 0 0,1-1 0,-1 1 0,0 0 0,1 0 0,-1 0 0,0 1 0,0-1 0,1 0 0,-1 0 0,0 0 0,0 0 0,0 0 0,0 0 0,-1 0 0,1 0 1,0 1-1,-1 4 9,1 0-3,0 0 0,-1 0 1,1 0-1,-1 0 0,-1 0 0,1 0 0,-1 0 1,0-1-1,-3 6 0,-30 52 38,13-24-30,-259 533 2171,22 13-130,92-203-1575,-21 82-127,50-115-125,54-142-138,-39 91 160,-23-10-36,105-221-129,-56 72 0,75-112-62,-1-1 1,-2-1 0,0-1 0,-2-1-1,-30 20 1,34-28-129,0-1 0,-2-1 0,1-1 0,-1-1-1,-1-1 1,0-1 0,0-2 0,-1 0 0,-28 2-1,30-7-606,0 0-1,0-2 0,1-1 0,-1-1 1,0-1-1,-26-8 0,-11-5-3917,9-1-2734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8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275 313 5308,'5'-7'349,"0"-1"0,0 1 0,1 0 0,0 0-1,1 0 1,-1 1 0,15-11 0,61-32 1493,-39 24-765,11-4-217,0 2 0,2 2 0,2 2 0,-1 4 0,108-23-1,-152 39-759,-1 1 0,1 1 0,-1 0 0,1 1 0,0 0 0,-1 0-1,24 5 1,-33-4-72,0 0 0,1 0 0,-1 1 0,0-1 1,0 1-1,0-1 0,0 1 0,0 0 0,0 0 0,-1 1 0,1-1 0,-1 0 0,1 1 0,-1-1 0,0 1 0,0 0 0,0 0 0,0 0 0,-1 0 0,1 0 1,-1 0-1,1 1 0,-1-1 0,0 0 0,-1 1 0,1-1 0,-1 0 0,1 1 0,-1-1 0,0 1 0,0-1 0,0 1 0,-1 3 0,-2 10 51,1 1 1,-2-1-1,0 0 0,-1-1 0,-1 1 0,-1-1 1,-12 23-1,-73 106 173,-114 115 13,-23-15-85,21-22-9,136-144-21,-106 126 770,170-195-827,0 1-1,1 0 1,0 0 0,1 0-1,-6 14 1,11-23-76,0 1-1,0-1 1,1 0-1,-1 1 1,0-1 0,1 0-1,0 1 1,0-1-1,-1 1 1,1-1-1,1 0 1,-1 1 0,0-1-1,1 1 1,-1-1-1,1 0 1,0 0 0,-1 1-1,1-1 1,0 0-1,0 0 1,1 0 0,-1 0-1,0 0 1,1 0-1,-1 0 1,1 0 0,0 0-1,0-1 1,-1 1-1,1-1 1,0 1-1,0-1 1,4 2 0,7 2-13,-1 0 0,1-1 0,-1 0 0,1-1 0,0 0 0,0-1 0,1-1 1,23 0-1,113-13-750,-130 10 600,325-63-4032,-118 7-1478,-182 46 4038,79-18-4730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47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3452,'0'0'2675,"1"-2"-1844,-1 0-628,0 1 0,0 0-1,0 0 1,0-1 0,1 1 0,-1 0 0,0 0-1,1 0 1,-1 0 0,1-1 0,0 1 0,-1 0-1,1 0 1,0 0 0,-1 0 0,1 0 0,0 0 0,0 0-1,0 1 1,2-2 0,-2 2-112,1 0 1,0 0-1,0 0 1,-1 0-1,1 0 0,-1 1 1,1-1-1,0 1 0,-1-1 1,1 1-1,-1 0 1,1 0-1,2 2 0,-1-2 63,69 13 851,1-6-704,-69-7-233,15 5-41,-2-3 28,-1-1 0,1 0 1,0-1-1,0-1 0,0 0 1,22-4-1,-17 2-4,0 1 1,28 2 0,-14 4 208,1 2 0,44 13 0,-65-16-214,1-2-1,0 0 1,0-1 0,0 0 0,-1-1-1,1-1 1,0-1 0,19-5 0,-8 3 42,37-1 1,-54 4-41,21-6-6,1 4-19,-30 3 66,0-1-109,26-6 3,-26 6 30,0 0 74,15-3-97,-10 3-19,1-1-1,0 0 1,0 0-1,-1-1 1,11-5-1,-13 5 30,38-5 33,-36 7-3,1-1 0,-1 0 0,16-7 0,-12 4-71,-9 4 58,-1 0 94,3-3-140,1 0 0,-1 1 0,1 0 0,0 0 0,0 1 0,0-1 0,0 1 0,9-1 0,-12 2 37,0 0 4,7-1-9,0-1 0,1 1-1,-1 0 1,0 1 0,1 1-1,-1-1 1,14 3-1,3-1 4,52-6 0,8-1 109,-31-2-201,-47 9 51,0 0 1,-1 1-1,16 5 1,4 1 87,-25-7-34,-1 0 41,2 2-75,0-1 1,0 0-1,0 0 0,0 0 1,1-1-1,-1 1 1,0-1-1,1 0 1,-1 0-1,1 0 0,-1-1 1,1 0-1,-1 0 1,1 0-1,-1 0 0,8-2 1,83-9-171,-92 11 198,29 5-499,-28-5 500,-1-1-95,26-1 362,-23 4-27,-20 4-198,11-4-58,0-1 0,-1 1 0,1 0 1,0 0-1,0 0 0,0 0 0,0 0 0,1 1 1,-1-1-1,0 1 0,1 0 0,0 0 0,-3 4 1,-18 44 88,1-1-11,11-29-51,1 2 0,2-1 0,-12 44 1,17-56-13,-41 112-1529,43-120 1234,1-1 1,-1 1 0,0 0 0,0-1-1,0 1 1,0-1 0,0 1 0,0-1 0,0 0-1,-1 1 1,1-1 0,0 0 0,-1 0-1,1 0 1,-1 0 0,1 0 0,-1 0-1,1 0 1,-1 0 0,0-1 0,-2 2-1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47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11 3820,'0'0'1045,"-2"-2"-71,1 2-839,1-1-1,-1 1 1,1-1 0,0 0-1,-1 1 1,1-1 0,-1 1-1,0-1 1,1 1-1,-1-1 1,1 1 0,-1 0-1,0-1 1,1 1-1,-1 0 1,0 0 0,1-1-1,-1 1 1,0 0 0,1 0-1,-1 0 1,0 0-1,0 0 1,1 0 0,-1 0-1,0 0 1,0 0-1,1 0 1,-1 0 0,0 0-1,1 0 1,-1 1 0,0-1-1,1 0 1,-1 0-1,0 1 1,0 0 0,-1 2 84,0 0 1,0 1-1,1-1 0,-1 1 1,1-1-1,0 1 1,0-1-1,-1 6 1,-4 26 144,-2 40 0,-3 20-619,-1-44-680,-4 25-3621,14-28-372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48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7 5400,'0'0'5244,"-3"-1"-4294,-3-1-1208,-12-1 3180,17 3-2841,1 0-1,-1 1 1,1-1 0,0 1-1,-1-1 1,1 0-1,-1 1 1,1-1 0,0 1-1,-1-1 1,1 1-1,0-1 1,0 1-1,0-1 1,-1 1 0,1-1-1,0 1 1,0 0-1,0-1 1,0 1 0,0-1-1,0 1 1,0-1-1,0 1 1,0 0-1,0-1 1,0 1 0,0-1-1,0 1 1,0-1-1,1 1 1,-1 0 0,5 35 677,-2-1 0,-2 56 0,-16 70-1854,7-50-2382,11-36-2329,5-32-20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49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9 4216,'-12'-3'364,"0"1"419,1-1 5772,10 3-6497,0 0 0,0 0 0,0 0-1,0 0 1,0 0 0,0 0 0,1 0-1,-1 0 1,0 1 0,0-1 0,0 0-1,0 1 1,1-1 0,-1 1-1,0-1 1,0 1 0,1-1 0,-1 1-1,0-1 1,1 1 0,-1 0 0,0-1-1,1 1 1,-1 0 0,1 0 0,-1-1-1,0 2 1,-9 23 937,-34 192 423,44-212-1447,-1 0 39,-6 30-2731,3 0 0,-1 57 0,12-58-2061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50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4032,'0'0'6914,"1"3"-6531,0-2-343,-1 1 1,1 0-1,0-1 1,0 1-1,0-1 0,0 1 1,0-1-1,0 0 1,0 1-1,1-1 1,-1 0-1,0 0 0,1 0 1,-1 0-1,1 0 1,-1 0-1,1 0 0,2 0 1,36 3 435,-19-4-348,130-2 331,215-32 1,-363 34-457,254-34 67,97-10 32,-244 32-85,440-41-756,-406 47 530,-141 6 192,20 0-77,-2 0 64,-17 0 50,0 0-279,125-11-32,-125 11 984,-20 4-617,-1 2-33,0 0 1,0 2 0,1 0-1,0 1 1,1 1 0,0 0-1,-22 20 1,29-22-25,0 1 1,0 0-1,1 0 0,0 1 1,1-1-1,0 2 0,1-1 1,0 1-1,0-1 1,1 1-1,1 0 0,0 1 1,-2 12-1,-20 234 586,3 39-722,18-214-664,0 2-1101,3-25-2638,1-34 617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51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39 3996,'-5'-5'1826,"-1"1"0,0 0 0,0 0 0,-11-5-1,-7-4 829,23 13-2601,0 0 0,0 0 1,0 1-1,0-1 0,0 0 1,0 1-1,0-1 0,0 0 1,0 1-1,0-1 0,0 1 1,1 0-1,-1-1 0,0 1 1,0-1-1,1 1 0,-1 0 1,0 1-1,0-2 65,-4 4 4,1 1 0,0-1-1,0 0 1,1 1 0,0 0-1,-1 0 1,1 0 0,1 0-1,-4 7 1,-14 54 389,11-34-312,-48 172-1453,18 3-7058,33-133 2025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52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0 309 2832,'0'0'4285,"13"4"-3036,16 10 1576,-20-9-2588,1 0-1,0-1 0,-1 0 1,1-1-1,1 0 0,-1 0 1,11 0-1,31 1 100,1-3-1,52-5 1,108-19 94,-183 20-388,1103-175 646,-930 138-663,367-53-175,-455 84-8,-1 5-1,1 5 1,129 18-1,-130-2 122,-15-2 146,152 5 0,-248-20-86,0 0 0,0-1 1,0 1-1,1-1 0,-1 0 1,0 0-1,0 0 0,0 0 1,0-1-1,-1 1 0,1-1 1,4-3-1,-5 4-14,0 1-51,28 8 54,-27-7 86,0-1-104,370-33 0,-341 28-12,39-6 23,30-4-80,-44 8 185,-53 6-68,-1 2-28,6 0-9,-7-2-4,-1 2 1,0-1-1,1 0 1,-1 0-1,0 0 0,1 1 1,-1-1-1,0 0 0,0 1 1,0-1-1,1 1 0,-1 0 1,0-1-1,2 3 1,1 0 9,-1 2 1,0-1 0,0 0 0,-1 1 0,1-1 0,3 11-1,0-3-26,-5-10 2,11 24 20,-14-23-16,1 25-3,2-23 15,0 0-1,0 0 1,1 0-1,-1 0 0,1 0 1,0 0-1,0 0 0,1-1 1,0 1-1,0-1 1,0 0-1,0 0 0,7 7 1,-7-8 25,-2-1 41,1 0-17,0-1 0,0 1 1,-1 0-1,1 0 0,-1 0 0,1 0 0,-1 0 0,0 0 1,1 0-1,-1 0 0,0 3 0,-5 6 12,-2 4 41,0 1 1,1 0-1,1 1 0,-5 28 1,11 12 115,0-36-186,-2 0 0,0-1 0,-1 1 0,-1 0 0,-5 21 0,-33 89 225,39-126-237,-1 0 1,1 0 0,1 0 0,-1 0 0,1 0 0,0 0 0,0 0 0,0 0 0,1 0 0,1 9 0,18 48 236,-17-53-204,0-1 11,-1 0-1,0 1 1,0-1-1,-1 1 1,0-1 0,-1 1-1,1 0 1,-3 13-1,2-18-76,-1-2 24,-2 14 38,1 1 0,0-1 0,1 0 0,3 28 0,-2-41-85,0 17-110,6 37 243,-5-49-93,1 1 0,-1 0 0,-1-1 0,1 1-1,-1 0 1,-1 0 0,0-1 0,-4 18 0,5-24-3,-1 1 0,0 0 0,1-1 0,0 1 0,-1 0 0,1 0 0,0-1 0,1 1 0,-1 0 0,1 4 0,1 16 1,-4 22-16,-10 53 0,12-95 26,-3 16-596,3-18 303,0 0 0,0 0-1,-1-1 1,1 1 0,0 0 0,0 0 0,0 0-1,-1-1 1,1 1 0,0 0 0,-1 0 0,1 0-1,0-1 1,-1 1 0,1 0 0,-1-1-1,1 1 1,-1-1 0,0 1 0,1 0 0,-1-1-1,0 1 1,1-1 0,-1 1 0,0-1 0,1 0-1,-1 1 1,0-1 0,0 0 0,0 0 0,1 1-1,-1-1 1,0 0 0,0 0 0,-1 0 0,-3 1 386,-15 4-5328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55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65 3956,'0'0'1060,"-2"-2"-76,-70-51 3620,69 51-4474,-56-6 223,46 9-336,0 0 0,1 0 0,-1 2 0,1-1 0,0 2 0,-24 8 0,18-4-29,-1 1 0,2 0 0,-1 2 0,1 0-1,1 0 1,-20 19 0,30-23 19,0-1 0,0 1 1,1 0-1,0 1 0,0-1 0,1 1 0,0 0 1,1 0-1,-1 0 0,1 1 0,1-1 1,0 1-1,0 0 0,1-1 0,0 1 0,0 15 1,3 175 30,-9 284 28,-9-124-75,17-336 14,1 1 0,1-1-1,1 0 1,9 31 0,-12-52 1,1 0-1,-1 1 1,1-1 0,-1 0-1,1 0 1,0 0-1,0 0 1,0-1 0,0 1-1,0-1 1,0 1 0,0-1-1,1 1 1,-1-1 0,0 0-1,1 0 1,-1 0-1,1-1 1,2 2 0,4-2 0,0 0 0,-1 0 0,1 0 0,0-1 0,0-1 0,-1 1 0,1-1 0,9-4 0,19-4-16,-3 3-12,92-15 12,-72 15-33,-29 4-164,49-2 1,-23 5-1458,62-10 0,-74 6-146,18-2-1100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56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182 116 5080,'-27'-20'1804,"21"15"-1255,0 0 1,1 1 0,-2 0 0,1 0 0,-12-5 0,1 2 470,0 0 0,1-1 0,0-1 0,-21-16 0,33 22-756,38-3 646,441 39 95,-447-30-939,8 1-47,9-1-31,-1 3-1,1 1 0,51 17 0,-92-23-3,-1 1-1,1 0 0,-1 0 1,1 0-1,-1 0 0,0 1 1,0-1-1,0 1 0,0 0 1,0 0-1,4 6 0,-2-3-88,-5-5 100,1 0 0,-1 0 0,0 0 0,0 1 0,1-1 0,-1 0 0,0 0 0,0 0 0,0 0 0,0 0 0,0 0 0,0 0 0,-1 1 0,1-1 0,0 0 0,-1 0 0,1 1 0,-1 2-8,-14 117-293,7-70 270,-2 72 0,8-78 35,-13 70 1,-1 22 7,-14 256 23,26-355-15,-1 0 1,-3 0 0,0-1-1,-3-1 1,-1 1 0,-1-2 0,-2 0-1,-2 0 1,-24 36 0,-82 94-287,70-100 140,16-16 95,13-16-107,-49 50 0,56-66-148,-1-1 0,0-1 0,-21 13 0,29-22-148,0-1 0,0 0 0,0-1 0,0 0 0,-1 0 0,0-1 0,0-1 0,-19 3 0,-20-1-2916,0 4-1370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59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1226 3308,'0'0'9778,"-3"-1"-9613,1 0-108,0-1 0,-1 0-1,1 1 1,0-1 0,0 0-1,0 0 1,0 0 0,0 0-1,0-1 1,1 1 0,-1 0 0,1-1-1,-1 1 1,1-1 0,0 0-1,0 1 1,0-1 0,1 0-1,-1 0 1,1 1 0,-1-1 0,1 0-1,0 0 1,0 0 0,1-5-1,6-43 362,1-6-188,-2 0 1,-2-91-1,-48-547-255,43 674-374,-1-58-468,3 71-528,0 0 1,1 0-1,0 0 0,3-9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8:59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293 253 2972,'-7'2'64,"4"-1"240,0-1-1,0 1 0,0 0 1,0-1-1,-1 0 0,1 0 1,0 0-1,0 0 0,0-1 0,0 1 1,0-1-1,0 1 0,0-1 1,-5-2-1,6 2 1653,-11 5-1311,12-4-631,1 0 1,-1 0-1,0 0 0,0 1 1,0-1-1,0 0 0,0 0 1,0 0-1,0 1 1,0-1-1,1 0 0,-1 1 1,0-1-1,0 1 0,0-1 1,1 1-1,-1-1 0,0 1 1,1 0-1,-1-1 0,0 1 1,0 1-1,-1 57 473,0-41-415,1-1-1,0 0 0,1 0 1,1 0-1,1 0 0,1 0 1,0 0-1,11 32 0,-11-41-24,1 0-1,0 0 1,0-1-1,1 1 1,-1-1-1,2 0 1,-1 0-1,1-1 1,0 1 0,0-1-1,1-1 1,0 1-1,0-1 1,0 0-1,1-1 1,0 0-1,-1 0 1,1 0-1,1-1 1,-1-1-1,0 1 1,1-1-1,-1-1 1,12 2-1,-7-3 10,-1 0-1,1 0 1,0-1-1,-1-1 1,1 0-1,-1-1 0,1 0 1,-1-1-1,0 0 1,-1-1-1,1 0 1,11-8-1,-15 8-21,-1-1 0,0 0 0,0 0-1,0 0 1,0-1 0,-1 0 0,0 0 0,-1-1-1,0 1 1,0-1 0,0 0 0,-1-1 0,-1 1-1,1-1 1,-1 0 0,-1 0 0,3-10 0,-2 1 14,-1 1-1,-1 0 1,0 0 0,-1 0 0,-1-1 0,-1 1 0,0 0 0,-1 0 0,-1 0 0,-1 1 0,0-1-1,-1 1 1,-1 0 0,0 0 0,-2 1 0,1 0 0,-2 1 0,0 0 0,-17-19 0,18 24-30,-1 0 1,0 0-1,0 1 1,-1 1-1,0-1 0,-1 2 1,0 0-1,0 0 1,-12-4-1,1 3 11,-1 0 0,1 1 0,-43-4 0,43 9-102,0 0-1,1 2 1,-1 0 0,1 2 0,0 0 0,0 2 0,0 0 0,0 2-1,-22 9 1,41-14-226,-1 0 1,1-1-1,-1 2 0,1-1 0,0 0 0,0 1 0,0-1 1,0 1-1,0 0 0,1 0 0,-1 0 0,1 0 0,0 1 1,0-1-1,0 0 0,0 1 0,1 0 0,0-1 0,-1 1 0,1 0 1,-1 7-1,-1 15-4808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00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1506 3264,'0'0'5407,"1"-3"-4816,1-4-593,-1 3 339,0 1-1,1-1 1,-1 1-1,0 0 1,1 0-1,0 0 1,0 0-1,0 0 1,3-4-1,6-2 120,-9 7 767,-2-1-1044,17-72 718,-9 48-573,-2 0 1,4-42-1,-2-6-104,-3 31-84,1-51 0,-14-133-415,-69-411 0,70 577-619,6 45-632,0 0 0,-8-30 0,0 35-1724,-3 0-1307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01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81 3752,'-5'-5'352,"4"4"-167,0 0 0,0 0 0,0 0 0,0-1 0,0 1 0,0 1 0,-1-1 0,1 0 0,-1 0 0,1 0 0,-3 0 0,4-19 1418,0 16-1340,-1 0 1,1 1-1,-1-1 0,1 1 0,-1-1 0,0 1 0,-1 0 0,1-1 0,0 1 0,-3-3 0,3 4 1887,-1 2-2084,0 0 0,0 0-1,0 0 1,0 1 0,-1-1 0,1 1 0,0-1 0,0 1 0,0 0 0,0 0 0,1-1 0,-1 2 0,0-1 0,0 0 0,0 0 0,1 1 0,-1-1 0,1 0 0,-1 1 0,1 0 0,0-1 0,-2 3 0,-1 3 26,0 1-1,1-1 0,0 1 0,-4 12 1,-2 8 139,-11 28-54,2 2 0,-17 92 0,1 122-3714,28-181-136,8 9-1840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02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1156 3544,'0'0'9836,"-24"-16"-7361,22 12-2300,0 0-1,0 0 0,1 0 0,-1 0 0,1 0 0,0-1 0,0 1 0,0 0 0,0-1 0,1-7 0,4-52 491,1 7-193,-13-272 192,3 158-581,-30-202 36,34 364-146,-1 1-1,0-1 1,0 1 0,-5-10-1,6 15-82,0 0-1,0 1 1,-1-1 0,0 0-1,1 1 1,-1-1-1,0 1 1,0-1 0,-1 1-1,1 0 1,0 0-1,-1 0 1,1 0 0,-5-2-1,6 4-12,0-1 0,0 1 0,0 0-1,0 0 1,0 0 0,0-1-1,0 1 1,0 1 0,0-1 0,-1 0-1,1 0 1,0 0 0,0 0 0,0 1-1,0-1 1,0 0 0,0 1-1,0-1 1,0 1 0,-2 1 0,-19 17-4214,15-13 2357,-9 11-4111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03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97 4296,'-1'-3'482,"0"1"-1,0-1 1,0 0-1,0 1 1,-1-1-1,1 1 0,-1 0 1,0 0-1,0-1 1,0 1-1,0 0 0,0 0 1,-3-1-1,7-8 366,-2 9-773,0 0-1,1 1 0,-1-1 0,0 0 0,1 0 1,-1 0-1,1 0 0,0 0 0,-1 1 0,2-4 0,3 2 89,0-1-1,1 1 0,-1 0 0,0 0 0,1 0 0,0 1 0,-1 0 0,9-2 0,-9 3-150,-2 1 21,1 0 0,-1 0 0,1 0 0,-1 1 0,0-1 0,1 1 0,-1 0 0,0 0 0,0 0 0,1 1 0,4 2 0,-4-1-21,-1-1 1,1 1 0,-1 0-1,0 0 1,0 0-1,0 1 1,0-1 0,-1 1-1,1 0 1,-1-1 0,0 1-1,0 0 1,2 8-1,15 56 107,-17-56-111,4 12 11,-2 0 1,0 1-1,-2-1 0,-1 1 0,-2 33 1,-1-44-15,0 0 0,-1-1 0,0 1 0,-1-1-1,-1 0 1,0 0 0,-1-1 0,0 1 0,-1-1 0,-15 21 0,-63 77 46,83-108 122,4 0-169,1 0 0,-1 0 1,0 0-1,1-1 1,0 1-1,-1 0 0,1-1 1,0 0-1,-1 0 1,1 0-1,0 0 0,4 1 1,6-2-7,-1-1 0,0 1 0,24-6 0,-12 1-18,418-79-4664,-320 57 811,-46 13 211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03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6 5781,'-54'0'8340,"38"-6"-10248,0 6-1660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09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4436,'0'0'2981,"4"1"-2449,33 1 358,-33-2 1970,-5 3-2917,-1 0-327,1-1 1,0 1 0,-1 0-1,1 0 1,-1-1 0,0 1 0,0-1-1,0 0 1,0 1 0,0-1-1,0 0 1,-4 2 0,-8 5-3292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0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6497,'-1'1'236,"1"0"1,0 0-1,0 0 1,0 0-1,0 0 1,1-1-1,-1 1 1,0 0-1,0 0 1,1 0-1,-1 0 1,0 0-1,1 0 1,-1 0-1,1 0 1,-1-1-1,1 1 1,-1 0-1,1 0 1,0-1-1,-1 1 1,1 0-1,0-1 1,-1 1-1,1-1 1,1 2-1,12 12 299,-13-14-761,-1 1 191,1-1 0,0 1 0,-1-1 0,1 0-1,0 1 1,0-1 0,-1 0 0,1 0 0,0 1-1,0-1 1,-1 0 0,1 0 0,0 0 0,0 0-1,0 0 1,0 0 0,-1 0 0,2-1 0,12 2-1487,-8 2-2596,2 4 219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11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10081,'-9'15'1524,"2"-1"1216,-2 0-1652,2-2-208,1-1-187,-3 6-121,2 3-464,-9 12-340,13-18-672,-3 9-561,-13 17-2903,3-9-3365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21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102 411 2448,'0'0'2132,"-13"-5"-1551,0 2-289,0 0 0,1 1 0,-1 0 0,-22 0 0,32 2 518,3 2-817,0-1 15,1 0 0,-1 1-1,0-1 1,1 0 0,-1 1-1,1-1 1,-1 0-1,1 0 1,-1 0 0,1 1-1,0-1 1,0 0 0,0 0-1,-1 0 1,1 0 0,0 0-1,0 0 1,0-1 0,1 1-1,-1 0 1,0 0-1,0-1 1,0 1 0,0-1-1,1 1 1,-1-1 0,0 1-1,2-1 1,41 6 226,-38-6-220,456 36 665,-140-36-564,-245-6 9,0-3 1,103-26-1,-174 34-115,114-31 246,167-67 0,-82 24-3,323-72 70,-414 125-538,2 4 0,200-3 0,-191 21-2024,178 24 0,-239-11 198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21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2368,'162'-26'592,"-86"18"-188,-9-4-264,0 7-1180,6-1 312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23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1659 166 5469,'57'-22'3283,"-54"21"-2276,0-1-677,0 0 1,0-1-1,-1 1 1,1-1-1,-1 1 1,1-1-1,-1 0 1,0 0-1,2-3 1,-3 4-116,39-49 2169,-40 51-2366,-1-1 0,1 0-1,0 0 1,0 0 0,0 1 0,-1-1-1,1 0 1,0 0 0,-1 1-1,1-1 1,-1 0 0,1 1-1,-1-1 1,1 0 0,-1 1-1,1-1 1,-1 1 0,0-1 0,1 1-1,-1-1 1,0 1 0,1 0-1,-1-1 1,-1 1 0,1-1 25,-3-2-15,0 0-1,-1 0 1,0 0-1,1 1 0,-1-1 1,0 1-1,-1 0 0,1 1 1,-9-3-1,-56-4-22,43 5-33,-35-2-135,-1 2-1,0 4 0,0 1 1,0 4-1,0 2 0,-70 20 1,96-20 95,13-3-35,1 1 0,-31 12-1,48-16 90,1 0-1,0 1 0,0 0 1,0 0-1,0 0 1,0 0-1,0 1 1,1 0-1,0 0 0,-1 0 1,2 0-1,-1 1 1,0 0-1,1-1 1,-3 7-1,0 17 31,4 4 57,-16 176 527,-5-83-252,-5-1 0,-6-1-1,-5-2 1,-102 215 0,-72 61 144,-92 205 114,301-592-585,-62 176 407,61-167-334,1 0 0,1 0 0,0 1 0,2-1 0,0 1 0,1-1 0,5 39 0,-4-52-69,0 1 1,1-1-1,0 0 0,0 0 0,1 0 0,-1 0 1,1 0-1,1 0 0,-1-1 0,1 1 0,0-1 1,0 0-1,0 0 0,9 7 0,-6-7-30,0 0-1,0-1 1,1 0-1,-1 0 1,1-1-1,0 0 1,0 0 0,0-1-1,1 0 1,8 1-1,15-1-510,0-1-1,0-1 0,0-2 1,55-10-1,-38 2-1314,1-3 0,50-19 0,-45 13-1439,11-4-2089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24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1430 43 4316,'7'-1'367,"-3"1"-168,0 0-1,0-1 0,0 1 1,0-1-1,-1 0 0,1 0 1,0-1-1,-1 1 0,1-1 0,-1 1 1,1-1-1,4-4 0,-4 3-26,1 0 1,-1 0-1,1 1 0,-1 0 0,1 0 0,0 0 0,0 0 0,0 1 0,0 0 0,0 0 0,8-1 0,62 3 866,-32 1-762,2 0-6,0 2 1,0 2-1,77 20 1,-115-24-255,0 0 1,0 0-1,0 1 1,0 0 0,-1 1-1,1-1 1,-1 1-1,0 0 1,0 1-1,0 0 1,5 5-1,-7-5 9,-1 0-1,1 0 0,-1 0 0,0 0 0,0 0 1,-1 1-1,0 0 0,0-1 0,0 1 0,0 0 0,-1 0 1,0 0-1,-1 0 0,1 7 0,0 30 193,-3-1 0,-1 1 0,-11 48 0,-37 128 594,24-111-380,-44 112 425,22-78-416,12-36 99,-5-2-1,-77 140 1,-66 50 827,-22-16-500,156-207-789,4 2 0,-48 98 0,93-167-75,-11 21 41,-23 37 1,29-53-41,0 0 0,0-1-1,-1 1 1,-1-2 0,1 1-1,-18 11 1,7-8-30,-1 0 0,0-1 0,-1-1 0,-1-1 1,-23 6-1,-114 21-349,92-22 170,-234 38-2195,102-32-5335,149-18 1724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25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6513,'15'0'9369,"3"13"-9599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25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8225,'0'0'272,"1"0"1,-1 1 0,1-1 0,-1 1-1,1-1 1,-1 0 0,1 1-1,0-1 1,-1 0 0,1 0-1,0 1 1,-1-1 0,1 0-1,0 0 1,-1 0 0,1 0-1,0 0 1,-1 0 0,1 0 0,0 0-1,-1 0 1,1 0 0,0-1-1,-1 1 1,1 0 0,0 0-1,-1 0 1,1-1 0,-1 1-1,1 0 1,-1-1 0,1 1-1,0-1 1,0 0 0,6-3-730,-5 3 2255,-16-20-12108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35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1027 95 3128,'0'0'5607,"-2"-1"-5466,-6-1-295,7 2 250,-1 0 1,1-1 0,-1 1-1,1 0 1,0-1 0,-1 1-1,1-1 1,0 1 0,-1-1-1,1 0 1,0 0 0,0 1-1,0-1 1,-1 0 0,1 0-1,0 0 1,0 0 0,0 0-1,1-1 1,-1 1 0,0 0-1,0 0 1,1-1 0,-1 1-1,0 0 1,1-1 0,-1 1-1,1 0 1,0-1 0,0 1-1,-1-1 1,1-2 0,-6 3 90,-19-6 2249,27 5-2397,0 0 1,0 0 0,0 0 0,0 0-1,1 0 1,-1 0 0,0 0 0,1 1 0,-1-1-1,1 1 1,-1 0 0,1 0 0,0 0-1,0 0 1,4-1 0,55-8 496,-22 4-105,7-1 20,-43 7-371,15 0 8,-18 0-84,0 0 1,0 0-1,-1 0 0,1 0 1,0 0-1,0 0 1,0 1-1,-1-1 0,1 0 1,0 1-1,-1-1 0,1 0 1,0 1-1,-1-1 1,1 1-1,0-1 0,-1 1 1,1-1-1,-1 1 1,1-1-1,-1 1 0,1-1 1,-1 1-1,1 0 0,-1-1 1,1 1-1,-1 0 1,0 0-1,1 0 0,-1 3 0,1-1-1,-1 0 0,1 0 0,-1 0 0,0 0 0,0 1 1,0-1-1,-1 3 0,-2 7 14,1-1 0,-2 1 0,-7 18 1,-1-4-25,-2 9 42,-2-1 0,-2-1 0,-1-1 0,-28 39 0,33-56-28,-1-1 1,0 0-1,-1-1 1,0-1-1,-1 0 1,-1-2-1,0 0 1,-25 11-1,11-7 6,-1-2 0,-1-2 0,0-1 0,-37 5 0,68-14 59,-12-1-70,-1-1 455,16 0-436,0 0 0,0 1 0,0-1 0,1 0 0,-1 0 0,0 0 0,1 1 0,-1-1 0,0 0 0,1 1-1,-1-1 1,1 0 0,-1 1 0,1-1 0,0 0 0,-1 1 0,1-1 0,0 1 0,-1-1 0,1 1 0,1-1 0,1-1 12,0 1 1,0-1 0,1 1 0,-1 0 0,0 0-1,1 0 1,-1 0 0,1 0 0,-1 1 0,6 0-1,-2-1 48,3 0 66,0 0-1,0 1 0,0 0 0,0 1 0,0 0 1,17 4-1,-22-4-72,1 1 0,-1 0 0,1 0 0,-1 1 0,0-1 0,0 1 1,0 0-1,-1 1 0,1-1 0,-1 1 0,1 0 0,6 9 0,-10-11-58,1 0 0,-2 0 0,1 1 0,0-1 0,0 0 0,-1 1-1,1-1 1,-1 1 0,0-1 0,1 1 0,-1-1 0,-1 1 0,1-1 0,0 1 0,0-1-1,-1 1 1,0-1 0,1 0 0,-1 1 0,0-1 0,0 0 0,-2 3 0,-1 3 19,0 0 0,-1 0 0,0 0 1,0 0-1,-7 6 0,-4 2-5,-1 0 1,0-2-1,-1 0 0,-1-1 1,0-1-1,-30 15 0,-131 47 42,168-70-100,-161 55 129,139-50-441,0-1 1,-1-2 0,-41 3 0,62-9-21,6 1 56,1 0 1,0-1 0,0 0-1,0-1 1,-11-1 0,16 1 115,0 1 0,0-1 0,0 0 0,-1 0 1,1 0-1,0 0 0,1 0 0,-1-1 0,0 1 0,0-1 0,0 1 1,1-1-1,-1 1 0,1-1 0,0 0 0,-1 0 0,1 0 1,0 0-1,0 0 0,0 0 0,0 0 0,-1-3 0,0-1-956,0-1 0,0 0 0,0 0-1,0-12 1,6-4-3944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15:09:37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32 2220,'-3'-29'100,"19"27"-480,6 4-708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6D70E-80D3-BA7F-4F53-6E8C3CD81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ECA99-1A87-7BA6-E3CE-3CFD5DBBB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B6EF5-6FCE-2938-AEC2-77F9F724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AEDDF-4751-0A5D-E371-0193B38E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886F2-2B80-9941-0BD4-8BA05E34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2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9713-8953-216B-FFFD-58B4F1CB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49FD9-8962-6186-6513-09A80EF8F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0415A-6838-8642-5265-E623EAD2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F8106-3D14-7595-490F-4A0E1067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6C8A0-72B8-B38F-3B31-00C80637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6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A743-814D-4415-7A4E-A51DE83D7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2E973-592E-C346-2A39-793B3E8CA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8A1F0-828F-2EBF-755E-737F6BC3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BEEE3-ECDE-DF11-C40F-4B5510D5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A85FD-3C00-3621-A4C6-7BCF0F72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66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D4C1-23D9-7A19-0657-B7B6A6577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32E65-A4CC-E9F6-0BC5-09AAE8F0C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264B8-FD81-DF0A-D1ED-029DA010D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7886C-51E9-5B82-F622-5277D051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60FF1-E1C1-DBF8-BA5C-BE1D38607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52C44-5C06-2D35-1F14-76EFCB4C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9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0BEA-9A40-D377-651A-F454BBCF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C1DE8-AD3C-BF7A-27AF-2E0561670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86820-5341-526B-246F-216322AC2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3E94A-0806-7C76-43EC-4E8B79010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4CE7E-EDBB-12FE-5FFC-280514EB21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3A292-1E05-64BB-C89A-921E8FAD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173D2-74A0-401C-40BC-2D5FA5476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30B94-BAF9-BB87-DD16-40828E20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40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F1EF-D3B1-BADF-C6B9-6FE9C7900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B435C-0BA9-2A48-E437-12F6D758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5146D-6BA1-6324-B7B8-98209810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E0379-4FBB-26B9-4DFD-558ABB439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150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E2473-EF42-658F-0A30-D93B5AFD5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5391D-D07A-75AE-DB7F-63484411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86D6E-DD4D-B955-8CB5-355945C8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558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773D-4338-DB4F-A4D6-F3260196C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74FF6-6F22-6252-B71B-A015120C8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0E493-0AFE-BEF2-5605-E15B9276A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89D24-7316-7D36-D435-184FD26DA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85405-A724-0662-6180-260F72BD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A231A-D65C-4BE3-D457-17D70F4C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02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1D7ED-DE67-7700-D9E1-BEAD4B5A4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1B163-D815-A7F6-932D-532722D92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1730B-1381-B61C-A4D3-B9F307B3E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ECA33-7169-64FE-BFDF-ACE2E67CC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6FC32-3B18-B635-034D-36488496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9A279-64B6-5163-BB96-AFDAB9BF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0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6315-77E2-8C58-E6B4-0761A299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5C29F-026E-AF4C-4BC5-14489D795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1A2F1-35CE-CA45-FC0F-DDEB232C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81953-F1CC-5E8D-80FC-4EF87C57A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A4866-BA82-0FD2-AFFC-B133C3F7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8F1A9-4334-EC95-F232-5C6948988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85F45-2EF5-13B9-A2F4-C4B0444B7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789A7-3356-B97E-6CA9-8B2DF902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133C5-8EAD-8084-E76A-B9D745C5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445ED-5712-DBAC-436E-EBEA8F0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73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82DD9-2655-A5CA-0A1F-AB6F54828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77E3C-7524-AB7E-DA7F-71E8448C9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8D04-937D-D757-08F3-BF80F9BF4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63577-64C1-405D-B06E-40794399FD71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2E6EC-0FD9-147D-E965-91EBEA778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5C0C-A5C1-5B9C-16D5-B9998DE68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28267-4477-424C-A88A-4AC1931F57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55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2247A2-BCA3-9F00-F6BF-C3B5888F8264}"/>
              </a:ext>
            </a:extLst>
          </p:cNvPr>
          <p:cNvSpPr txBox="1"/>
          <p:nvPr/>
        </p:nvSpPr>
        <p:spPr>
          <a:xfrm>
            <a:off x="809625" y="1374311"/>
            <a:ext cx="4248150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nb-NO" b="0" dirty="0">
                <a:solidFill>
                  <a:srgbClr val="E4B781"/>
                </a:solidFill>
                <a:effectLst/>
                <a:latin typeface="Mono Lisa"/>
              </a:rPr>
              <a:t>lst</a:t>
            </a:r>
            <a:r>
              <a:rPr lang="nb-NO" b="1" dirty="0">
                <a:solidFill>
                  <a:srgbClr val="DF769B"/>
                </a:solidFill>
                <a:effectLst/>
                <a:latin typeface="Mono Lisa"/>
              </a:rPr>
              <a:t>=</a:t>
            </a:r>
            <a:r>
              <a:rPr lang="nb-NO" b="0" dirty="0">
                <a:solidFill>
                  <a:srgbClr val="BECFDA"/>
                </a:solidFill>
                <a:effectLst/>
                <a:latin typeface="Mono Lisa"/>
              </a:rPr>
              <a:t>[[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1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2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3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4</a:t>
            </a:r>
            <a:r>
              <a:rPr lang="nb-NO" b="0" dirty="0">
                <a:solidFill>
                  <a:srgbClr val="BECFDA"/>
                </a:solidFill>
                <a:effectLst/>
                <a:latin typeface="Mono Lisa"/>
              </a:rPr>
              <a:t>]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BECFDA"/>
                </a:solidFill>
                <a:effectLst/>
                <a:latin typeface="Mono Lisa"/>
              </a:rPr>
              <a:t>[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6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7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8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9</a:t>
            </a:r>
            <a:r>
              <a:rPr lang="nb-NO" b="0" dirty="0">
                <a:solidFill>
                  <a:srgbClr val="BECFDA"/>
                </a:solidFill>
                <a:effectLst/>
                <a:latin typeface="Mono Lisa"/>
              </a:rPr>
              <a:t>]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BECFDA"/>
                </a:solidFill>
                <a:effectLst/>
                <a:latin typeface="Mono Lisa"/>
              </a:rPr>
              <a:t>[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1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49E9A6"/>
                </a:solidFill>
                <a:effectLst/>
                <a:latin typeface="Mono Lisa"/>
              </a:rPr>
              <a:t>"Hello"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3.14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nb-NO" b="0" dirty="0">
                <a:solidFill>
                  <a:srgbClr val="49E9A6"/>
                </a:solidFill>
                <a:effectLst/>
                <a:latin typeface="Mono Lisa"/>
              </a:rPr>
              <a:t>"c"</a:t>
            </a:r>
            <a:r>
              <a:rPr lang="nb-NO" b="0" dirty="0">
                <a:solidFill>
                  <a:srgbClr val="BECFDA"/>
                </a:solidFill>
                <a:effectLst/>
                <a:latin typeface="Mono Lisa"/>
              </a:rPr>
              <a:t>]]</a:t>
            </a:r>
          </a:p>
          <a:p>
            <a:pPr>
              <a:lnSpc>
                <a:spcPts val="1500"/>
              </a:lnSpc>
              <a:buNone/>
            </a:pPr>
            <a:r>
              <a:rPr lang="nb-NO" b="0" dirty="0">
                <a:solidFill>
                  <a:srgbClr val="E4B781"/>
                </a:solidFill>
                <a:effectLst/>
                <a:latin typeface="Mono Lisa"/>
              </a:rPr>
              <a:t>lst</a:t>
            </a:r>
            <a:r>
              <a:rPr lang="nb-NO" b="0" dirty="0">
                <a:solidFill>
                  <a:srgbClr val="BECFDA"/>
                </a:solidFill>
                <a:effectLst/>
                <a:latin typeface="Mono Lisa"/>
              </a:rPr>
              <a:t>[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0</a:t>
            </a:r>
            <a:r>
              <a:rPr lang="nb-NO" b="0" dirty="0">
                <a:solidFill>
                  <a:srgbClr val="BECFDA"/>
                </a:solidFill>
                <a:effectLst/>
                <a:latin typeface="Mono Lisa"/>
              </a:rPr>
              <a:t>][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0</a:t>
            </a:r>
            <a:r>
              <a:rPr lang="nb-NO" b="1" dirty="0">
                <a:solidFill>
                  <a:srgbClr val="BECFDA"/>
                </a:solidFill>
                <a:effectLst/>
                <a:latin typeface="Mono Lisa"/>
              </a:rPr>
              <a:t>:</a:t>
            </a:r>
            <a:r>
              <a:rPr lang="nb-NO" b="0" dirty="0">
                <a:solidFill>
                  <a:srgbClr val="7060EB"/>
                </a:solidFill>
                <a:effectLst/>
                <a:latin typeface="Mono Lisa"/>
              </a:rPr>
              <a:t>3</a:t>
            </a:r>
            <a:r>
              <a:rPr lang="nb-NO" b="0" dirty="0">
                <a:solidFill>
                  <a:srgbClr val="BECFDA"/>
                </a:solidFill>
                <a:effectLst/>
                <a:latin typeface="Mono Lisa"/>
              </a:rPr>
              <a:t>]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D4A5A18-2F4E-152E-795B-707E34733C40}"/>
              </a:ext>
            </a:extLst>
          </p:cNvPr>
          <p:cNvGrpSpPr/>
          <p:nvPr/>
        </p:nvGrpSpPr>
        <p:grpSpPr>
          <a:xfrm>
            <a:off x="7652265" y="745935"/>
            <a:ext cx="3151440" cy="1497600"/>
            <a:chOff x="7652265" y="745935"/>
            <a:chExt cx="3151440" cy="149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379BFE5-D0AC-BD44-1E12-50F929AFB5B5}"/>
                    </a:ext>
                  </a:extLst>
                </p14:cNvPr>
                <p14:cNvContentPartPr/>
                <p14:nvPr/>
              </p14:nvContentPartPr>
              <p14:xfrm>
                <a:off x="7652265" y="745935"/>
                <a:ext cx="473400" cy="663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379BFE5-D0AC-BD44-1E12-50F929AFB5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46145" y="739815"/>
                  <a:ext cx="48564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34567E-7BB8-5A6E-BFE8-87DA837B3DFE}"/>
                    </a:ext>
                  </a:extLst>
                </p14:cNvPr>
                <p14:cNvContentPartPr/>
                <p14:nvPr/>
              </p14:nvContentPartPr>
              <p14:xfrm>
                <a:off x="8194065" y="959055"/>
                <a:ext cx="30240" cy="21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34567E-7BB8-5A6E-BFE8-87DA837B3DF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87945" y="952935"/>
                  <a:ext cx="42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FEEB97-D1AB-1FBA-4CC2-1D2DDE88E8D4}"/>
                    </a:ext>
                  </a:extLst>
                </p14:cNvPr>
                <p14:cNvContentPartPr/>
                <p14:nvPr/>
              </p14:nvContentPartPr>
              <p14:xfrm>
                <a:off x="8444265" y="1173255"/>
                <a:ext cx="146520" cy="356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FEEB97-D1AB-1FBA-4CC2-1D2DDE88E8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38145" y="1167135"/>
                  <a:ext cx="1587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2FE8F5C-CF18-39B9-46B9-EAC82EDF053C}"/>
                    </a:ext>
                  </a:extLst>
                </p14:cNvPr>
                <p14:cNvContentPartPr/>
                <p14:nvPr/>
              </p14:nvContentPartPr>
              <p14:xfrm>
                <a:off x="8933505" y="1031775"/>
                <a:ext cx="177480" cy="519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2FE8F5C-CF18-39B9-46B9-EAC82EDF05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7385" y="1025655"/>
                  <a:ext cx="18972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41C4FD-9157-4047-BB40-5838652EB575}"/>
                    </a:ext>
                  </a:extLst>
                </p14:cNvPr>
                <p14:cNvContentPartPr/>
                <p14:nvPr/>
              </p14:nvContentPartPr>
              <p14:xfrm>
                <a:off x="8813625" y="1273695"/>
                <a:ext cx="305640" cy="69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41C4FD-9157-4047-BB40-5838652EB57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07505" y="1267575"/>
                  <a:ext cx="317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9F685E-85BE-F023-C8D0-9208FCEAD35C}"/>
                    </a:ext>
                  </a:extLst>
                </p14:cNvPr>
                <p14:cNvContentPartPr/>
                <p14:nvPr/>
              </p14:nvContentPartPr>
              <p14:xfrm>
                <a:off x="9211425" y="771135"/>
                <a:ext cx="677880" cy="1235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9F685E-85BE-F023-C8D0-9208FCEAD35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05305" y="765015"/>
                  <a:ext cx="690120" cy="12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F6E972-4979-793C-52FE-F09F0D33A13F}"/>
                    </a:ext>
                  </a:extLst>
                </p14:cNvPr>
                <p14:cNvContentPartPr/>
                <p14:nvPr/>
              </p14:nvContentPartPr>
              <p14:xfrm>
                <a:off x="9949785" y="773655"/>
                <a:ext cx="853920" cy="1469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F6E972-4979-793C-52FE-F09F0D33A1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43665" y="767535"/>
                  <a:ext cx="866160" cy="14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539E279-92DA-AF9C-228A-47A617428B03}"/>
                    </a:ext>
                  </a:extLst>
                </p14:cNvPr>
                <p14:cNvContentPartPr/>
                <p14:nvPr/>
              </p14:nvContentPartPr>
              <p14:xfrm>
                <a:off x="9750345" y="1198095"/>
                <a:ext cx="392760" cy="574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539E279-92DA-AF9C-228A-47A617428B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44225" y="1191975"/>
                  <a:ext cx="405000" cy="58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6142FA-C910-CE22-E363-1B27D6FA40D4}"/>
              </a:ext>
            </a:extLst>
          </p:cNvPr>
          <p:cNvGrpSpPr/>
          <p:nvPr/>
        </p:nvGrpSpPr>
        <p:grpSpPr>
          <a:xfrm>
            <a:off x="1039065" y="182175"/>
            <a:ext cx="3844080" cy="1643040"/>
            <a:chOff x="1039065" y="182175"/>
            <a:chExt cx="3844080" cy="164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85FFAE0-475D-061B-E220-3576E3553CE5}"/>
                    </a:ext>
                  </a:extLst>
                </p14:cNvPr>
                <p14:cNvContentPartPr/>
                <p14:nvPr/>
              </p14:nvContentPartPr>
              <p14:xfrm>
                <a:off x="1374945" y="1285935"/>
                <a:ext cx="691920" cy="167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85FFAE0-475D-061B-E220-3576E3553CE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68825" y="1279815"/>
                  <a:ext cx="704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B8FC9F-5767-C1F3-637E-C23EFF5DD255}"/>
                    </a:ext>
                  </a:extLst>
                </p14:cNvPr>
                <p14:cNvContentPartPr/>
                <p14:nvPr/>
              </p14:nvContentPartPr>
              <p14:xfrm>
                <a:off x="1376025" y="1299615"/>
                <a:ext cx="34560" cy="151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B8FC9F-5767-C1F3-637E-C23EFF5DD2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69905" y="1293495"/>
                  <a:ext cx="468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A703C94-1313-25F4-116A-B0AA6139B9F3}"/>
                    </a:ext>
                  </a:extLst>
                </p14:cNvPr>
                <p14:cNvContentPartPr/>
                <p14:nvPr/>
              </p14:nvContentPartPr>
              <p14:xfrm>
                <a:off x="2081625" y="1204575"/>
                <a:ext cx="16920" cy="205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A703C94-1313-25F4-116A-B0AA6139B9F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75505" y="1198455"/>
                  <a:ext cx="29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8536B60-CE47-AD46-B441-B0D72A238DD4}"/>
                    </a:ext>
                  </a:extLst>
                </p14:cNvPr>
                <p14:cNvContentPartPr/>
                <p14:nvPr/>
              </p14:nvContentPartPr>
              <p14:xfrm>
                <a:off x="2160825" y="1235535"/>
                <a:ext cx="46440" cy="165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8536B60-CE47-AD46-B441-B0D72A238D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54705" y="1229415"/>
                  <a:ext cx="58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9B1B3F-8077-A072-C934-155107F8A661}"/>
                    </a:ext>
                  </a:extLst>
                </p14:cNvPr>
                <p14:cNvContentPartPr/>
                <p14:nvPr/>
              </p14:nvContentPartPr>
              <p14:xfrm>
                <a:off x="2207985" y="1098735"/>
                <a:ext cx="795960" cy="379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9B1B3F-8077-A072-C934-155107F8A6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1865" y="1092615"/>
                  <a:ext cx="8082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9D6DEE2-F9ED-FD24-D8B6-49C8556202AB}"/>
                    </a:ext>
                  </a:extLst>
                </p14:cNvPr>
                <p14:cNvContentPartPr/>
                <p14:nvPr/>
              </p14:nvContentPartPr>
              <p14:xfrm>
                <a:off x="3015105" y="1107735"/>
                <a:ext cx="90720" cy="233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9D6DEE2-F9ED-FD24-D8B6-49C8556202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08985" y="1101615"/>
                  <a:ext cx="102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608A071-5F04-CA3E-074B-002147082D68}"/>
                    </a:ext>
                  </a:extLst>
                </p14:cNvPr>
                <p14:cNvContentPartPr/>
                <p14:nvPr/>
              </p14:nvContentPartPr>
              <p14:xfrm>
                <a:off x="3039225" y="966255"/>
                <a:ext cx="1582920" cy="518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608A071-5F04-CA3E-074B-002147082D6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33105" y="960135"/>
                  <a:ext cx="159516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1E6EB79-1754-5A4D-767B-8C7E36B21177}"/>
                    </a:ext>
                  </a:extLst>
                </p14:cNvPr>
                <p14:cNvContentPartPr/>
                <p14:nvPr/>
              </p14:nvContentPartPr>
              <p14:xfrm>
                <a:off x="1039065" y="904695"/>
                <a:ext cx="275400" cy="534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1E6EB79-1754-5A4D-767B-8C7E36B2117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2945" y="898575"/>
                  <a:ext cx="28764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53D255-02C5-D2F2-C520-25CFD89C5135}"/>
                    </a:ext>
                  </a:extLst>
                </p14:cNvPr>
                <p14:cNvContentPartPr/>
                <p14:nvPr/>
              </p14:nvContentPartPr>
              <p14:xfrm>
                <a:off x="4576065" y="582855"/>
                <a:ext cx="307080" cy="73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53D255-02C5-D2F2-C520-25CFD89C513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69945" y="576735"/>
                  <a:ext cx="31932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CF139F-D2AC-CDB0-6843-8A85F474531F}"/>
                    </a:ext>
                  </a:extLst>
                </p14:cNvPr>
                <p14:cNvContentPartPr/>
                <p14:nvPr/>
              </p14:nvContentPartPr>
              <p14:xfrm>
                <a:off x="1585545" y="817935"/>
                <a:ext cx="20520" cy="441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CF139F-D2AC-CDB0-6843-8A85F47453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79425" y="811815"/>
                  <a:ext cx="327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E1361AD-C959-35A3-C59F-8CBBE280AEAC}"/>
                    </a:ext>
                  </a:extLst>
                </p14:cNvPr>
                <p14:cNvContentPartPr/>
                <p14:nvPr/>
              </p14:nvContentPartPr>
              <p14:xfrm>
                <a:off x="1405545" y="352455"/>
                <a:ext cx="239760" cy="230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E1361AD-C959-35A3-C59F-8CBBE280AEA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99425" y="346335"/>
                  <a:ext cx="252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266E8C5-87F3-6889-2A49-A1ED38731776}"/>
                    </a:ext>
                  </a:extLst>
                </p14:cNvPr>
                <p14:cNvContentPartPr/>
                <p14:nvPr/>
              </p14:nvContentPartPr>
              <p14:xfrm>
                <a:off x="2407065" y="497175"/>
                <a:ext cx="44640" cy="542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266E8C5-87F3-6889-2A49-A1ED387317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00945" y="491055"/>
                  <a:ext cx="5688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F9E921-FA1C-388A-FC6C-5EA98ED768A1}"/>
                    </a:ext>
                  </a:extLst>
                </p14:cNvPr>
                <p14:cNvContentPartPr/>
                <p14:nvPr/>
              </p14:nvContentPartPr>
              <p14:xfrm>
                <a:off x="2228145" y="182175"/>
                <a:ext cx="79920" cy="298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F9E921-FA1C-388A-FC6C-5EA98ED768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22025" y="176055"/>
                  <a:ext cx="921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5A9E890-616A-E5D4-927F-7BAB0944E52C}"/>
                    </a:ext>
                  </a:extLst>
                </p14:cNvPr>
                <p14:cNvContentPartPr/>
                <p14:nvPr/>
              </p14:nvContentPartPr>
              <p14:xfrm>
                <a:off x="3492825" y="583935"/>
                <a:ext cx="70200" cy="416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5A9E890-616A-E5D4-927F-7BAB0944E5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86705" y="577815"/>
                  <a:ext cx="824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A22F4B-2954-172A-A395-4D195ACFFADF}"/>
                    </a:ext>
                  </a:extLst>
                </p14:cNvPr>
                <p14:cNvContentPartPr/>
                <p14:nvPr/>
              </p14:nvContentPartPr>
              <p14:xfrm>
                <a:off x="3424425" y="246255"/>
                <a:ext cx="294120" cy="224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A22F4B-2954-172A-A395-4D195ACFFA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18305" y="240135"/>
                  <a:ext cx="3063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CE3B9C-C446-25CF-100C-31AE85AB34AC}"/>
                    </a:ext>
                  </a:extLst>
                </p14:cNvPr>
                <p14:cNvContentPartPr/>
                <p14:nvPr/>
              </p14:nvContentPartPr>
              <p14:xfrm>
                <a:off x="3864345" y="372615"/>
                <a:ext cx="31320" cy="2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CE3B9C-C446-25CF-100C-31AE85AB34A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58225" y="366495"/>
                  <a:ext cx="435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CDAB71-13A0-9CAC-4DA7-7FCCACB379D3}"/>
                    </a:ext>
                  </a:extLst>
                </p14:cNvPr>
                <p14:cNvContentPartPr/>
                <p14:nvPr/>
              </p14:nvContentPartPr>
              <p14:xfrm>
                <a:off x="3086025" y="1649175"/>
                <a:ext cx="16200" cy="18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CDAB71-13A0-9CAC-4DA7-7FCCACB379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79905" y="1643055"/>
                  <a:ext cx="28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661156-2576-53CD-4313-887A90EA839C}"/>
                    </a:ext>
                  </a:extLst>
                </p14:cNvPr>
                <p14:cNvContentPartPr/>
                <p14:nvPr/>
              </p14:nvContentPartPr>
              <p14:xfrm>
                <a:off x="3453945" y="1575015"/>
                <a:ext cx="25560" cy="18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661156-2576-53CD-4313-887A90EA83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47825" y="1568895"/>
                  <a:ext cx="37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DDD3EF7-DF50-79A1-9276-DA2F3196E9C0}"/>
                    </a:ext>
                  </a:extLst>
                </p14:cNvPr>
                <p14:cNvContentPartPr/>
                <p14:nvPr/>
              </p14:nvContentPartPr>
              <p14:xfrm>
                <a:off x="4024185" y="1578255"/>
                <a:ext cx="41400" cy="87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DDD3EF7-DF50-79A1-9276-DA2F3196E9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18065" y="1572135"/>
                  <a:ext cx="536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FDFBC5C-EF64-18C5-FFB0-5466C4EFC7C4}"/>
                    </a:ext>
                  </a:extLst>
                </p14:cNvPr>
                <p14:cNvContentPartPr/>
                <p14:nvPr/>
              </p14:nvContentPartPr>
              <p14:xfrm>
                <a:off x="3196905" y="1537215"/>
                <a:ext cx="1216440" cy="167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FDFBC5C-EF64-18C5-FFB0-5466C4EFC7C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90785" y="1531095"/>
                  <a:ext cx="1228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E38F11B-7834-4DE4-8E2A-B29983EFE1E2}"/>
                    </a:ext>
                  </a:extLst>
                </p14:cNvPr>
                <p14:cNvContentPartPr/>
                <p14:nvPr/>
              </p14:nvContentPartPr>
              <p14:xfrm>
                <a:off x="3961545" y="1804335"/>
                <a:ext cx="160560" cy="20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E38F11B-7834-4DE4-8E2A-B29983EFE1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55425" y="1798215"/>
                  <a:ext cx="1728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C54AC5D-643D-BC53-94FB-7A43E5FF9799}"/>
              </a:ext>
            </a:extLst>
          </p:cNvPr>
          <p:cNvGrpSpPr/>
          <p:nvPr/>
        </p:nvGrpSpPr>
        <p:grpSpPr>
          <a:xfrm>
            <a:off x="10629465" y="1105215"/>
            <a:ext cx="1153080" cy="1187280"/>
            <a:chOff x="10629465" y="1105215"/>
            <a:chExt cx="1153080" cy="11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E12635-AEAB-962D-B0E0-8C1526856EFD}"/>
                    </a:ext>
                  </a:extLst>
                </p14:cNvPr>
                <p14:cNvContentPartPr/>
                <p14:nvPr/>
              </p14:nvContentPartPr>
              <p14:xfrm>
                <a:off x="10629465" y="1105215"/>
                <a:ext cx="643320" cy="995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E12635-AEAB-962D-B0E0-8C1526856EF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23345" y="1099095"/>
                  <a:ext cx="655560" cy="10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5CB3BB9-9F12-D0A6-0532-F14A60A6F8B1}"/>
                    </a:ext>
                  </a:extLst>
                </p14:cNvPr>
                <p14:cNvContentPartPr/>
                <p14:nvPr/>
              </p14:nvContentPartPr>
              <p14:xfrm>
                <a:off x="11045625" y="1295295"/>
                <a:ext cx="736920" cy="997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5CB3BB9-9F12-D0A6-0532-F14A60A6F8B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39505" y="1289175"/>
                  <a:ext cx="749160" cy="10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A5830B-2C47-0CA9-C7E6-F670C0A19823}"/>
                    </a:ext>
                  </a:extLst>
                </p14:cNvPr>
                <p14:cNvContentPartPr/>
                <p14:nvPr/>
              </p14:nvContentPartPr>
              <p14:xfrm>
                <a:off x="11272065" y="1545135"/>
                <a:ext cx="12240" cy="5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A5830B-2C47-0CA9-C7E6-F670C0A1982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65945" y="1539015"/>
                  <a:ext cx="244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E5EA790-F7E7-AB53-4427-EB6CA65DB72E}"/>
                    </a:ext>
                  </a:extLst>
                </p14:cNvPr>
                <p14:cNvContentPartPr/>
                <p14:nvPr/>
              </p14:nvContentPartPr>
              <p14:xfrm>
                <a:off x="11057145" y="1963455"/>
                <a:ext cx="11880" cy="11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E5EA790-F7E7-AB53-4427-EB6CA65DB72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51025" y="1957335"/>
                  <a:ext cx="24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0D506E-E5D6-CFCF-DD4D-361C70A730D7}"/>
                    </a:ext>
                  </a:extLst>
                </p14:cNvPr>
                <p14:cNvContentPartPr/>
                <p14:nvPr/>
              </p14:nvContentPartPr>
              <p14:xfrm>
                <a:off x="11064705" y="1631535"/>
                <a:ext cx="428760" cy="347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0D506E-E5D6-CFCF-DD4D-361C70A730D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58585" y="1625415"/>
                  <a:ext cx="441000" cy="35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9AFF288-AC7C-058D-69B3-560C051ADF16}"/>
                  </a:ext>
                </a:extLst>
              </p14:cNvPr>
              <p14:cNvContentPartPr/>
              <p14:nvPr/>
            </p14:nvContentPartPr>
            <p14:xfrm>
              <a:off x="9228345" y="2276655"/>
              <a:ext cx="14040" cy="115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9AFF288-AC7C-058D-69B3-560C051ADF1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222225" y="2270535"/>
                <a:ext cx="26280" cy="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062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20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Mono Lisa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2025-10-27T15:07:48Z</dcterms:created>
  <dcterms:modified xsi:type="dcterms:W3CDTF">2025-10-28T14:19:27Z</dcterms:modified>
</cp:coreProperties>
</file>