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27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 91 10785,'-1'0'485,"-1"-1"0,1 0 0,-1 0-1,1 0 1,0 0 0,-1 0 0,1-1 0,0 1 0,0 0-1,0-1 1,0 1 0,0 0 0,0-1 0,1 1 0,-2-3-1,-1-30 6786,4 16-5079,1 1 966,-6 34-1550,-19 155-1607,-14 86 0,14-128 0,-66 333 0,32-213 0,-141 669 0,196-904 0,-74 505 0,71-449 0,3 1 0,3-1 0,3 1 0,3-1 0,22 92 0,-24-143 0,2 0 0,0-1 0,13 26 0,-15-35 0,1 0 0,0 0 0,1-1 0,0 1 0,1-1 0,-1-1 0,15 13 0,-2-12 0,-11-12 0,-7 1 0,19-5 0,-19 2 0,-2 4 0,0 0 0,0 1 0,0-1 0,0 0 0,0 1 0,0-1 0,1 0 0,-1 0 0,0 1 0,0-1 0,1 0 0,-1 1 0,0-1 0,1 0 0,-1 1 0,0-1 0,1 1 0,-1-1 0,1 1 0,-1-1 0,1 1 0,-1-1 0,1 1 0,0-1 0,-1 1 0,1 0 0,-1-1 0,1 1 0,0 0 0,-1 0 0,2-1 0,1-2 0,2 0 0,22 0 0,-20 2 0,29 2 0,-1 4 0,-28-4 0,1 0 0,-1-1 0,0 0 0,0-1 0,0 1 0,0-2 0,0 1 0,11-4 0,54-24 0,-36 13 0,341-146 0,-371 160 0,-1-1 0,1 2 0,0-1 0,0 1 0,-1 0 0,10-1 0,19-2 0,-28 2 0,29 1 0,5 3-127,-36-2-556,-26 3-4218,5-3 2488,15-1 1390,0 0 0,-1 1 1,1-1-1,0 0 0,-1 0 0,1 0 0,0 0 0,0-1 0,0 1 0,0 0 0,-3-4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28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171 544 6517,'-1'-2'257,"0"0"0,0 0 0,1 0 0,-1 0 0,1 0 0,-1 0 0,1-1 0,0 1 0,0 0 0,0 0 1,0 0-1,0-1 0,1 1 0,-1 0 0,1 0 0,-1 0 0,1 0 0,0 0 0,-1 0 0,1 0 0,0 0 0,1 0 1,-1 0-1,0 0 0,0 1 0,3-4 0,-2 3 214,-1 0 1,0-1-1,0 0 0,0 1 0,0-1 1,0 0-1,0 1 0,-1-1 1,1 0-1,-1-3 0,1-1 717,0 5-604,-1-1 0,1 0-1,-1 0 1,0 0-1,1-1 1,-1 1-1,-1 0 1,1-4-1,-1 1 453,1 3 2459,-3-15-850,3 18-2636,0 0 0,0-1 1,0 1-1,0-1 0,0 1 0,0 0 1,0-1-1,0 1 0,0 0 1,0-1-1,0 1 0,0-1 1,0 1-1,0 0 0,0-1 1,0 1-1,0-1 0,0 1 0,-1 0 1,1-1-1,0 1 0,0 0 1,0-1-1,-1 1 0,1 0 1,0 0-1,0-1 0,-1 1 1,1 0-1,0 0 0,-1-1 0,1 1 1,0 0-1,-1 0 0,1 0 1,0-1-1,-1 1 0,1 0 1,-1 0-1,1 0 0,0 0 1,-1 0-1,1 0 0,-1 0 0,1 0 1,-1 0-1,-9 11 64,9-9-74,-16 20 1,2 1 0,1 1 0,-12 28 0,9-18 0,1 2 0,3 0 0,0 1 0,3 1 0,-7 43 0,13-60 0,1 1 0,1-1 0,1 1 0,0-1 0,2 1 0,1-1 0,0 1 0,2-1 0,0 0 0,13 37 0,-10-41 0,0 0 0,2 0 0,-1-1 0,2 0 0,0-1 0,1 0 0,1-1 0,0 0 0,1 0 0,0-1 0,1-1 0,30 20 0,-34-26 0,-1-1 0,1-1 0,-1 1 0,1-1 0,0-1 0,1 0 0,-1 0 0,1-1 0,-1-1 0,1 1 0,-1-2 0,1 0 0,0 0 0,0 0 0,10-3 0,-12 1 0,0 0 0,0-1 0,0 0 0,-1 0 0,1-1 0,-1 0 0,0 0 0,0-1 0,0 0 0,-1 0 0,1-1 0,-1 0 0,-1 0 0,1-1 0,-1 0 0,0 0 0,7-12 0,-5 6-2,-1-1 1,-1 0-1,0 0 0,-1-1 0,0 1 1,-1-1-1,-1 0 0,2-19 1,-3-2-46,-1 1 1,-5-54-1,0 60-90,-1 0 0,-1 1-1,-1-1 1,-1 2 0,-17-37-1,17 44 72,-2 0 0,0 1 0,-1 0 0,-1 1 0,-1 0-1,-1 1 1,-29-30 0,5 15-42,0 1-1,-46-26 1,44 31 20,-20-21 9,59 47 78,0-1-1,1 1 1,-1-1-1,0 1 0,0-1 1,1 0-1,-1 1 0,0-1 1,1 0-1,-1 1 0,1-1 1,-1 0-1,1 0 0,-1 0 1,1 0-1,0 0 0,-1 1 1,1-1-1,0 0 0,0 0 1,-1 0-1,1 0 1,0 0-1,0 0 0,0 0 1,0 0-1,0 0 0,1 0 1,-1 0-1,0 0 0,0 0 1,1 1-1,-1-1 0,0 0 1,1 0-1,-1 0 0,1 0 1,-1 1-1,1-1 0,-1 0 1,1 0-1,0 1 1,-1-1-1,1 0 0,0 1 1,-1-1-1,1 1 0,0-1 1,0 1-1,1-1 0,4-3-1,0 0 0,0 1 0,0 0 0,0 1 0,13-5 0,112-20 5,166-14 0,-290 41 0,212-20 28,-167 18-39,-1 2 1,63 8-1,-104-7 8,-1 1 0,1 0 0,-1 0 0,0 1 0,0 0 0,0 0 0,0 1 0,0 1 0,-1-1 1,9 7-1,-12-7 1,-1 0 0,1 1 0,-1-1 0,-1 1 0,1-1 1,0 1-1,-1 0 0,0 1 0,0-1 0,-1 0 0,1 1 1,-1 0-1,-1-1 0,1 1 0,-1 0 0,0 0 0,1 7 0,-2 17 3,0 1 0,-2-1-1,-2 1 1,0-1-1,-10 30 1,-7 62 4,18-96 3,1 1 1,1 0-1,2 0 0,0-1 0,2 1 0,8 32 1,-7-45-10,0-1 1,1 1 0,0-2-1,1 1 1,0 0 0,1-1-1,1 0 1,0-1 0,0 0-1,1 0 1,1-1-1,0 0 1,20 16 0,-23-21-1,0 0 0,0-1 0,0 0 1,1 0-1,-1-1 0,1 0 0,0 0 0,0-1 0,0 0 1,1 0-1,-1-1 0,0 0 0,13 0 0,-9-2-30,1 0-1,-1-1 0,1-1 0,-1 0 1,1 0-1,-1-1 0,0-1 0,12-6 1,4-5-339,1-2 0,-2 0 1,-1-2-1,0-1 1,43-47-1,-47 43 67,0-1 0,-2-1 0,-1 0 0,-1-2 0,-2 0 0,-1-1 1,-1-1-1,-1 0 0,-2 0 0,-1-2 0,-2 1 0,-1-1 0,-1 0 0,1-34 0,-7 54 242,-1 1-1,0 0 0,0-1 1,-1 1-1,-1 0 1,0 0-1,-1 0 0,0 0 1,0 1-1,-1 0 1,-12-19-1,7 16 29,0 1 0,-1-1 0,0 2 0,-1 0 0,-1 0 0,0 1 0,-25-16 0,6 8 39,0 3 1,-1 0 0,-1 2 0,0 2 0,-1 1 0,0 1 0,-50-6 0,61 11-1,0 2 0,0 1 0,-1 1 0,1 1 1,-1 1-1,1 1 0,-31 7 0,53-9-44,1 1 1,-1-1-1,0 0 1,1 1 0,-1 0-1,1-1 1,-1 1-1,1 0 1,-1 0-1,1 0 1,-1 0-1,1 0 1,0 0 0,0 0-1,-1 0 1,-1 3-1,3-4-33,0 1 0,0 0 0,0 0 0,0-1 0,0 1 0,0 0 0,0-1 0,0 1 0,0 0 0,0-1 0,1 1 0,-1 0 0,0-1 0,0 1 0,1-1 0,-1 1 0,0 0 0,1-1 0,-1 1-1,0-1 1,1 1 0,-1-1 0,1 1 0,-1-1 0,1 1 0,1 0 0,4 3-674,0 0-1,0 0 1,1-1-1,-1 0 0,9 3 1,26 7-4414,8 0-2761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28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 87 15865,'-11'-11'1018,"9"10"-798,0-1-1,1 1 1,-1-1 0,0 1 0,1-1 0,-1 0 0,1 1 0,0-1 0,-1 0 0,1 0 0,0 0 0,0 0 0,0 0 0,0 0-1,1 0 1,-1-1 0,1 1 0,-1 0 0,1 0 0,0-1 0,0 1 0,0 0 0,0-3 0,-7-19 5244,7 22-3204,-2 3-364,-1 0-1849,1 1 1,0 0-1,-1 0 1,1 0-1,0 0 1,0 0-1,0 0 1,0 0-1,1 0 1,-1 1-1,0-1 1,1 1-1,0 0 1,0-1-1,-2 4 1,-13 52 167,9-31-204,-212 799-11,130-485 0,8 60-1642,72-317 438,3 0 1,10 155-1,-2-218-1486,7 37 1,-7-51 1328,1 1 0,-1-1 1,1 0-1,7 11 0,-5-10-1718,0-1 0,1 0-1,12 12 1,-18-19 3049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29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26 109 15733,'-19'-31'2915,"18"30"-2723,0 0 0,1 0-1,-1 0 1,1 0-1,-1 0 1,1 0-1,-1-1 1,1 1 0,-1 0-1,1 0 1,0 0-1,0-1 1,0 1-1,0 0 1,0-1 0,0 1-1,0 0 1,0 0-1,0-1 1,1 1-1,-1 0 1,0 0 0,1 0-1,0-2 1,0 1 33,1 0 1,-1 0 0,1 1-1,0-1 1,0 0-1,0 1 1,-1-1 0,1 1-1,1-1 1,-1 1-1,3-2 1,6-1 337,-1 0 0,1 1 0,22-4 0,-6 3-107,0 2 0,0 1 0,0 1 0,0 1 0,1 2 0,49 10-1,-42-4-261,0 1-1,-1 2 0,0 1 0,52 29 0,-74-36-275,-1 1 0,1 1 0,-1 0 0,-1 0 0,1 1 0,-1 0 0,-1 1 0,0 0 0,0 1 0,-1 0 1,-1 0-1,0 1 0,0 0 0,-1 0 0,0 0 0,-1 1 0,-1 0 0,0 0 0,-1 0 0,0 0 0,-1 0 0,0 1 0,-1-1 0,-1 1 0,0 0 0,-3 21 0,-3-4-427,-11 37 0,10-48 80,2 1-1,0 0 0,1 0 1,-1 27-1,5-46 411,0-1 0,0 1-1,0-1 1,1 1 0,-1-1-1,0 1 1,1-1 0,-1 1 0,1-1-1,-1 1 1,1-1 0,0 0-1,-1 1 1,1-1 0,0 0 0,0 0-1,0 0 1,0 1 0,0-1-1,0 0 1,0 0 0,1 0 0,-1-1-1,0 1 1,0 0 0,1 0 0,-1-1-1,1 1 1,-1-1 0,0 1-1,1-1 1,-1 0 0,1 1 0,2-1-1,2 1-19,1-1 0,-1 0 0,1 0 0,0-1 0,8-1 0,-13 1 11,2 0 13,1 0 1,-1 0-1,0-1 0,0 1 1,1-1-1,-1 0 1,0-1-1,-1 1 0,1-1 1,4-3-1,4-2 12,1-1 53,0-1 1,0 0-1,-1 0 0,0-1 1,-1-1-1,0 0 1,-1 0-1,0-1 0,8-16 1,-8 11 165,-2 0-1,0 0 1,-1-1 0,-1 0 0,-1 0 0,-1 0 0,3-25 0,-4 19 542,10-38 1,-10 54-512,0 0 0,0 0 0,1 1-1,0-1 1,0 1 0,1 0 0,8-11 0,-11 17 92,2 2-320,1 1 0,-1-1 0,1 1-1,-1 0 1,0 0 0,0 1-1,0-1 1,0 1 0,0 0 0,0 0-1,0 1 1,0-1 0,-1 1 0,1 0-1,-1-1 1,0 1 0,0 1 0,0-1-1,0 0 1,0 1 0,2 5 0,6 8 35,0 1 1,-1 1-1,7 21 1,-8-19-55,-2 0 0,0 0 0,-2 0 0,0 1 0,-1-1 0,-2 1 0,1 28 0,-4-32 0,0-1 0,-1 1 0,-1-1 0,0 0 0,-1 0 0,-1 0 0,-1-1 0,-1 1 0,-14 26 0,7-20-39,-1-1 0,-2-1 1,1-1-1,-2 0 0,-1-1 0,-1-1 0,0 0 1,-1-2-1,0-1 0,-48 26 0,-9-4-331,-1-3 0,-85 23 0,101-36 95,-11 0-4150,70-20 697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29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35 126 16826,'-35'-111'11857,"48"105"-11673,3-2-672,0 22-629,9 9-315,-3 5-580,-3 10-420,-9 2-92,-1 14-3097,-2 6-4636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29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7389,'-6'32'1444,"16"-21"580,18-14-1620,-2 3-680,-14-3-1548,7-5-864,10 5-801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29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12473,'31'-51'3188,"-11"51"-207,-5-3-717,8-3-360,5 1-384,26-1-320,-3 3-312,16-3-620,9 3-944,6 1-444,10-1-812,4-9-848,5 4-3209,14 5-5216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0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1224 8901,'3'-4'252,"-1"0"1,1-1-1,-1 1 0,1 0 1,1 1-1,-1-1 1,0 1-1,1-1 0,0 1 1,0 0-1,0 0 1,0 0-1,0 1 1,0 0-1,9-4 0,10-7 457,189-127 4313,-190 124-4675,-1-2 0,-1 0 0,-1-2 0,0 0 0,-1-1 0,-2 0 0,0-2 1,-1 0-1,-1-1 0,-2 0 0,0-1 0,-1 0 0,-2-1 0,7-28 0,-12 33 78,-1-1 0,0 1 0,-2 0 0,-2-25 0,-11-87 1120,0 14-348,-2-22 344,5 65-611,9 71-789,-1-1 0,0 0 0,0 1-1,-1-1 1,-4-9 0,6 14-128,0 0 1,0 1-1,-1-1 1,1 0-1,0 1 1,-1-1-1,1 1 0,0-1 1,-1 1-1,1-1 1,-1 1-1,1-1 1,-1 1-1,1-1 1,-1 1-1,0-1 1,1 1-1,-1 0 1,1-1-1,-1 1 0,0 0 1,1 0-1,-1-1 1,0 1-1,1 0 1,-1 0-1,0 0 1,0 0-1,1 0 1,-1 0-1,0 0 1,1 0-1,-1 0 0,0 0 1,1 1-1,-1-1 1,0 0-1,1 0 1,-1 1-1,0-1 1,1 0-1,-1 1 1,1-1-1,-1 0 0,0 1 1,1-1-1,-1 1 1,0 0-1,-4 3-6,1 1 0,-1 0-1,1 0 1,0 1-1,0-1 1,0 1 0,1 0-1,-4 9 1,-17 56-15,14-40 5,-109 390 3,23-74 0,-76 195 0,-46 159 0,52 11 0,155-646 0,-19 132 0,26-157 0,1-1 0,6 74 0,-1-98 2,0-1 1,1 1-1,1-1 1,0 0-1,8 18 0,-11-28-5,1-1 0,1 1-1,-1-1 1,1 0-1,0 1 1,0-1-1,0 0 1,0-1 0,1 1-1,-1-1 1,1 1-1,0-1 1,0 0 0,0 0-1,1-1 1,-1 1-1,1-1 1,-1 0-1,1 0 1,5 1 0,1-2-179,-1 0 1,0-1-1,1 0 1,-1-1-1,1 0 1,-1 0-1,0-1 1,1 0-1,-1-1 1,0-1-1,-1 1 0,1-1 1,-1-1-1,14-8 1,3-3-442,0-2-1,-2 0 1,40-39 0,-39 30 303,0-2-1,-3 0 1,0-1 0,-2-1 0,-1-2 0,26-60 0,-23 38 44,-2-1-1,-3-1 1,15-91 0,-26 112 192,-2-1 0,-2 0 1,-1 0-1,-2-1 0,-9-59 0,6 72 69,-2 0 0,-1 0 0,-1 1 0,-1 0 1,-1 1-1,-1-1 0,-1 2 0,-1 0 0,-17-21 0,-5 2 141,-2 1 1,-2 2-1,-54-41 0,-44-44 1124,135 121-1225,0 0 0,0 0 0,0 0 0,1 0 0,-1-1 0,1 1 0,-1 0 1,1-1-1,0 1 0,0-1 0,0 1 0,1-1 0,-1 1 0,0-1 0,1 0 0,0 1 0,-1-1 0,1 0 0,0 1 0,1-1 0,-1 0 0,0 1 0,1-1 1,-1 0-1,1 1 0,0-1 0,0 1 0,0-1 0,2-2 0,2-3 5,0 0 0,1 1-1,-1-1 1,2 1 0,-1 1 0,12-10 0,81-62 119,-53 44-518,51-49 1,-74 61 99,1 1 0,1 2 0,0 0 0,2 2 0,0 0 1,44-18-1,-20 15-855,1 2 1,104-22-1,107-22-8808,-172 44 2477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1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162 175 14821,'3'-23'1019,"-1"10"-44,-1 0-1,0 1 1,-1-1 0,-2-14-1,2 20-114,1 0 0,-1 1-1,1-1 1,0 1 0,1-1 0,0 1-1,0-1 1,0 1 0,5-8 2518,-7 38-2440,-5 74-938,-18 107 0,9-103 0,-1 105 0,15-174 0,1 0 0,2 0 0,1 0 0,2 0 0,1 0 0,2-1 0,16 40 0,-21-61 0,1-1 0,0 0 0,1 0 0,0-1 0,1 1 0,0-2 0,1 1 0,-1-1 0,2 0 0,-1 0 0,1-1 0,0 0 0,0-1 0,15 8 0,-17-11 0,0 0 0,1 0 0,-1-1 0,1 0 0,0 0 0,0-1 0,-1 0 0,1 0 0,0 0 0,0-1 0,0-1 0,0 1 0,0-1 0,0-1 0,-1 0 0,1 0 0,0 0 0,-1-1 0,0 0 0,1 0 0,8-6 0,-9 5 0,-1 1 0,0-1 0,0 0 0,0 0 0,-1-1 0,1 0 0,-1 0 0,0 0 0,0-1 0,-1 1 0,0-1 0,0 0 0,0 0 0,-1-1 0,0 1 0,0-1 0,0 0 0,-1 0 0,0 0 0,0 0 0,-1 0 0,1-10 0,0 1 0,3-10 0,-1 0 0,-2 0 0,0 0 0,-2 0 0,-1 0 0,-1 0 0,-1 0 0,-8-32 0,1 24-99,-2 0 0,-1 1-1,-1 1 1,-2 0 0,-25-36 0,3 13-466,-83-92 1,97 123-258,0 1-1,-1 1 1,-46-31 0,46 37-1071,-1 2 1,-31-14 0,56 28 1409,-1-1 0,0 0 1,0 0-1,1 1 0,-1-1 1,0 1-1,0-1 0,0 1 1,0 0-1,0 0 0,0 0 1,1 0-1,-1 0 0,0 0 1,0 1-1,0-1 0,0 1 1,-2 0-1,3-1 136,-18 6-9228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1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14333,'4'-2'294,"0"0"-1,0 1 1,0 0 0,1 0-1,-1 0 1,1 0-1,-1 1 1,0-1-1,1 1 1,-1 0-1,1 1 1,-1-1 0,1 1-1,-1 0 1,0 0-1,0 0 1,1 1-1,-1-1 1,0 1-1,0 0 1,0 0 0,0 1-1,-1-1 1,1 1-1,-1-1 1,7 8-1,16 14 1070,0 1-1,-2 1 0,0 2 1,33 52-1,-38-49-1070,-1 0 0,-2 2 0,-1 0 0,-1 0 0,-2 1 0,-2 1 0,-1 0 0,5 41 0,-12-50-246,-1 1 1,-1-1-1,-1 0 1,-1 1-1,-2-1 1,-1 0-1,0 0 0,-2-1 1,-1 0-1,-1 0 1,-2-1-1,0 0 1,-1 0-1,-1-1 0,-1-1 1,-2-1-1,0 0 1,-1 0-1,-1-2 1,0 0-1,-2-2 1,-29 22-1,44-36-46,1 1 0,-1-1 0,0-1 0,0 1 0,0-1 0,0 0 0,-1 0 0,1 0 0,-1-1 0,1 0 0,-1 0 0,1 0 0,-11 0 0,15-1 0,0-1 0,0 1 0,0 0 1,0 0-1,0-1 0,0 1 0,0-1 0,0 1 0,0-1 0,0 1 0,0-1 1,0 1-1,0-1 0,1 0 0,-1 0 0,0 1 0,0-1 0,1 0 1,-1 0-1,0 0 0,1 0 0,-1 0 0,1 0 0,-1 0 0,1 0 0,-1 0 1,1 0-1,0 0 0,0 0 0,0 0 0,-1 0 0,1 0 0,0-1 1,0 1-1,0 0 0,1 0 0,-1 0 0,0 0 0,0 0 0,1-1 1,1-8-8,0 0 0,0 0 0,7-13 0,-9 23 7,10-25-232,1 1 0,1 1-1,2 0 1,17-24 0,73-81-1986,-79 97 1705,31-32-1583,2 2 1,97-80-1,-106 104-1156,2 1 0,59-31 1,-5 16-6576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1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566 6 9685,'29'-5'7353,"-39"30"-4741,1 1-300,-7 0-136,-7 19-208,-5-2-603,-10 0-141,-7 11-252,-6 6-212,4 3-616,-4 0-844,-6-3-1208,-3-14-1121,2 8-331,8 29-3021,-1-6-5828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2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191 107 12685,'-2'-2'10835,"-2"7"-6754,0 9-4794,-55 197 3206,-23 109 893,66-229-3594,4 1 1,4 1-1,5 94 1,3-184 160,0 0 0,0 0 0,1 0 0,-1 0 0,1 0 0,-1 0 0,1 0 0,0 0 0,0 0 0,1-1 0,-1 1 0,1 0 0,-1-1 0,1 1 0,0-1 0,3 4 0,-3-4 20,0-1 1,1 1 0,-1-1 0,0 0-1,1 0 1,-1 0 0,1 0 0,-1 0 0,1 0-1,-1-1 1,1 0 0,0 1 0,-1-1-1,1 0 1,3 0 0,9-3-24,-1 1 0,0-2 0,-1 0 0,1 0 0,20-11 0,-24 11 17,74-34-114,-56 23 125,1 1-1,0 2 0,2 1 0,-1 2 0,41-8 0,-12 12 74,1 3 0,78 7 0,68-1 103,-191-6-132,0 0-1,-1 0 0,1-1 1,0-1-1,-1-1 1,0 0-1,0-1 0,-1 0 1,1-1-1,-1 0 1,-1-1-1,1-1 1,-2 0-1,1-1 0,-1 0 1,12-14-1,-10 9 45,-2-1 0,1-1-1,-2 0 1,0 0 0,-1-1 0,-1 0-1,0-1 1,-2 1 0,0-1-1,-1-1 1,4-32 0,-5-13 1,-2 1-1,-8-67 1,1-36-1339,6 136 93,1-1 0,2 0 0,8-35 0,1 28-3164,0 16-3886,-1 8-1988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2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38 11489,'-1'-3'2424,"-7"-28"1694,8 28-2403,-4 7-84,-16 26-45,1 1-1,-27 60 0,-23 78 76,55-132-1371,-29 84 203,4 2-1,-31 178 1,52-146-524,17-150 32,1-1 1,0 1-1,0-1 1,0 1-1,1 0 0,-1-1 1,1 1-1,2 5 1,-2-8-1,0 0 0,-1-1 1,1 1-1,0 0 0,0 0 0,1-1 1,-1 1-1,0-1 0,0 1 1,1-1-1,-1 0 0,1 1 0,-1-1 1,4 2-1,-1-2-2,0 0 0,-1 0 0,1 0 0,0 0 0,0-1 0,0 1 0,0-1 0,0 0 0,-1-1 0,1 1 0,0-1 0,0 1 0,0-1 0,0 0 1,-1 0-1,1-1 0,-1 1 0,5-3 0,45-23 7,50-35-1,42-21 120,-128 74-70,1 2 0,1 0 0,-1 0 0,1 2 1,0 0-1,23-2 0,-34 8-16,1-1 1,-1 1 0,1 1-1,-1 0 1,1 0 0,-1 0-1,0 1 1,0 0 0,0 1-1,-1 0 1,1 0 0,-1 0-1,11 10 1,-4-3 23,-1 1 0,0 1 0,-1 0-1,13 18 1,-11-13-10,30 29 0,-37-40-40,1-1 0,-1 0 0,2 0 0,-1-1 0,1 0 0,-1 0 0,2-1 0,-1 0 0,0-1 0,1 0 0,-1 0 0,1-1 0,0 0 0,0-1 0,18 0 0,102-1 91,-77-1 546,101 10 1,-135-7-631,0 0 1,0-2-1,0 0 1,25-3-1,-35 2-19,0-1 0,0 1-1,-1-2 1,1 1 0,-1-1 0,1 0 0,-1-1 0,0 0-1,0 0 1,-1-1 0,10-6 0,-8 2-699,1 1 0,0 0 0,0 1 0,1 1 0,12-7 0,-20 12-942,-20 19-4929,4-2 3906,1 0-1,-17 30 1,9-16 1341,19-27 1798,0-7-375,0 0 0,1 0-1,0-1 1,0 1 0,0 0-1,0 0 1,2-6 0,3-4-100,1-1 1,0 1 0,1 1-1,16-24 1,44-52-2089,-35 48-1210,-10 17-683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3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3452,'-3'32'1300,"-7"-38"-2812,-3-2 1256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3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19 183 12333,'7'-48'2496,"-7"19"201,3 1-353,-13 8-232,4 0 1220,-1 3-2160,1-3 933,12 37-10910,10 17 2924,3-3-5040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3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578 37 13433,'0'-1'160,"1"0"0,-1 0 0,0 0 0,0 0 0,1 0 0,-1 0 0,0 0 0,0 0 0,0 0 0,0 0 0,0 0 0,0 0 0,0 0 0,-1 0 0,1 0 0,0 0 0,0 0 0,-1 0 0,1 0 1,-1 0-1,1 0 0,-2-1 0,-19-9 3510,16 9-2820,4 2-680,0 0 1,0 0-1,0 0 0,1 0 1,-1 0-1,0 1 0,0-1 1,0 0-1,0 0 0,1 1 1,-1-1-1,0 0 0,0 1 1,1-1-1,-1 1 0,0-1 1,1 1-1,-1-1 0,0 1 1,0 0-1,-2 2 397,-11 9 346,0 1-1,1 1 1,1 0-1,1 1 1,-20 32-1,16-24-367,-43 68-187,5 3 0,-59 138-1,27-10-2921,13 4-4779,50-143-95,5-5-5104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4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48 412 13589,'25'-12'1218,"55"-24"2808,93-28 0,16-4-2481,-161 55-1382,0 0 0,-1-2 0,-1-1 0,35-28 0,-56 40-151,-1 0 0,0 0 0,0 0 0,0 0 1,-1-1-1,1 1 0,-1-1 0,0 0 0,0 0 0,-1 0 0,1 0 0,-1 0 0,2-10 1,-4 13 10,0 0 0,0 0 1,0 0-1,0-1 0,0 1 1,0 0-1,-1 0 1,1 0-1,-1 0 0,1 0 1,-1 0-1,0 1 0,0-1 1,0 0-1,0 0 0,0 0 1,0 1-1,0-1 1,-1 1-1,1-1 0,-1 1 1,1-1-1,-1 1 0,1 0 1,-1 0-1,0 0 0,0 0 1,1 0-1,-1 0 1,0 0-1,0 0 0,0 1 1,0-1-1,0 1 0,0-1 1,0 1-1,-3 0 0,-7-1 156,0 0 0,-1 1 0,1 0 0,0 1 0,-1 0 0,1 1-1,0 1 1,0 0 0,0 0 0,0 2 0,-19 8 0,-6 6 511,1 1 1,-40 28-1,36-19-342,2 1 0,1 3 0,-48 52 0,62-59-201,1 2 0,1 0 0,2 1-1,1 1 1,-23 53 0,35-69-146,1 0 1,1 0-1,0 0 1,1 1-1,1-1 1,0 1-1,1 0 1,0 0-1,1 0 0,4 29 1,-1-33-7,-1-1 0,1 1 0,1-1 0,0 0 0,0 0 0,1 0 0,0 0 0,1-1 0,0 0 0,1 0 0,-1-1 0,2 1 1,-1-1-1,1-1 0,14 11 0,0-3-698,1-2 1,0 0 0,0-1-1,2-2 1,-1 0 0,1-2 0,1-1-1,37 7 1,21-3-5743,110 2 0,-74-10-4064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34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61 10869,'0'0'4376,"-15"-12"-2703,-5-2 1571,20-3-6892,4 0-1201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46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21 152 7245,'-2'1'-2092,"-17"14"19002,24-22-14072,-3 5-2771,-1 1 0,1-1 0,-1 1-1,1 0 1,0 0 0,-1-1 0,1 1 0,0 0 0,0 1 0,0-1 0,0 0-1,0 1 1,0-1 0,0 1 0,0-1 0,0 1 0,0 0 0,3 0 0,10-2 176,716-72 1491,-689 71-1766,1062-43-4452,-364 32-5648,-388 8-385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47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80 5300,'0'0'1087,"-2"2"167,-4 3-680,0-1 0,-1 0 0,1 0-1,-1-1 1,1 0 0,-1 0 0,-14 4 0,-57 10 3322,56-13-2318,5-2-176,33-10 414,17-1-1396,0 2 0,0 1 0,1 2 0,54 0 0,-24 0-135,879-11 1350,-579 16-1532,1116-43-445,-1278 27 259,284-9-449,-480 24 485,0 0 1,0 1-1,0 0 1,0 1 0,7 2-1,-3 4-429,-10-7 443,0-1-1,0 1 1,-1-1-1,1 1 1,-1-1-1,1 1 1,0-1-1,-1 1 0,1-1 1,-1 1-1,1-1 1,-1 0-1,1 1 1,-1-1-1,1 1 1,-1-1-1,1 0 1,-1 0-1,0 1 0,1-1 1,-1 0-1,1 0 1,-1 0-1,-1 0 1,-29 11-852,-66 19-1951,81-26 1040,-1-1 0,-20 0 1,6 0-2369,4 2-2077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48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818 1543 9029,'0'0'6850,"-1"-3"-5021,-1 0-1350,1 0 1,-1 0 0,1-1 0,0 1 0,0-1-1,0 1 1,0-1 0,1 1 0,-1-1-1,1 1 1,0-1 0,0 1 0,0-1-1,1 0 1,0-3 0,1 0-92,0 0 0,0 0 0,1 1 0,6-12 1,18-37 705,36-110 1,-31 53-804,30-216-1,-31 144-184,10-84-5,-7 34 492,-32 223-539,1-6 69,0 0 0,-1-19 1,-1 36-114,-1 0-1,0-1 1,0 1 0,0 0 0,0 0 0,0-1-1,0 1 1,0 0 0,0-1 0,0 1-1,0 0 1,0 0 0,0-1 0,0 1-1,0 0 1,0 0 0,0-1 0,0 1 0,0 0-1,0 0 1,-1-1 0,1 1 0,0 0-1,0 0 1,0-1 0,0 1 0,-1 0 0,1 0-1,0 0 1,0-1 0,0 1 0,-1 0-1,1 0 1,0 0 0,0 0 0,-1-1-1,1 1 1,-1 0 0,-8 9 311,-9 22 106,-15 47-322,3 1 0,-32 142 1,48-167-103,-199 750-3,48-57 0,50 9 0,49 46 0,60-560 0,8-190 0,2 1 0,15 80 0,-17-126-2,-1 0-21,1 0-1,0 0 1,0 0-1,5 9 1,-6-14 5,0 0 1,0 0-1,0 0 0,1 0 1,-1-1-1,0 1 0,1-1 0,0 1 1,-1-1-1,1 1 0,0-1 1,0 0-1,-1 0 0,1 0 1,0 0-1,0 0 0,0 0 1,0-1-1,5 2 0,-3-2-59,0 1-1,0-1 1,0 0 0,1 0-1,-1-1 1,0 1-1,0-1 1,0 0 0,0 0-1,0 0 1,0-1-1,0 1 1,5-4 0,-2 1-96,1-1 1,-1-1-1,1 1 1,-1-1-1,10-12 1,2-5-434,0-2 0,24-43 1,-18 22 154,-3 0 1,-1-1 0,-3-1-1,-1-1 1,-3 0 0,13-87 0,-19 76 233,-3-1 1,-2 0-1,-3 0 1,-3 0 0,-14-80-1,11 104 172,-2 1 0,-2 1 0,-1-1-1,-2 2 1,-2-1 0,0 2 0,-3 0 0,0 1 0,-2 1-1,-2 1 1,0 1 0,-2 0 0,-1 2 0,-2 1 0,0 1-1,-1 1 1,-2 2 0,0 1 0,-2 1 0,-37-17-1,-145-42-68,130 51 76,82 27 45,-1 0-1,0 0 0,0 0 1,0 0-1,0-1 0,1 1 0,-1-1 1,1 0-1,-1 1 0,1-1 0,-4-5 1,5 7-7,1-1 0,0 0 1,-1 1-1,1-1 0,0 0 0,0 1 1,-1-1-1,1 0 0,0 0 1,0 1-1,0-1 0,0 0 0,0 1 1,0-1-1,0 0 0,0 0 1,0 1-1,1-1 0,-1 0 0,0 0 1,0 1-1,1-1 0,-1 0 1,0 1-1,1-1 0,-1 1 0,1-1 1,-1 0-1,1 0 0,5-4-4,1 0 0,-1 0-1,1 0 1,0 1-1,0 0 1,12-4 0,351-128-2505,-117 49-3300,-164 55 1260,4 3-2461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49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0 11481,'-3'3'371,"1"1"1,0-1-1,-1-1 0,1 1 1,-1 0-1,0-1 0,0 1 1,0-1-1,0 0 0,0 0 1,-1 0-1,1 0 0,-6 1 1,4 0 103,-1-1 0,1 1 0,0 0 0,0 1 0,-8 6 0,-11 16 1084,0 1 0,2 1 0,-30 50 0,37-51-1224,1 0 0,1 1 0,1 1 1,2 0-1,0 0 0,2 1 0,-7 54 0,14-75-292,1-1-1,0 1 1,0 0-1,1 0 1,0 0-1,1 0 0,-1-1 1,2 1-1,-1-1 1,1 1-1,1-1 1,-1 0-1,1 0 1,6 8-1,-6-10-24,0-1 0,1 0 0,0 0 0,0 0 0,0 0 0,0-1 1,1 0-1,-1 0 0,1 0 0,0-1 0,1 1 0,-1-2 0,0 1 0,1-1 0,-1 0 0,1 0 0,0-1 0,9 2 0,-3-2-7,0-1 0,0 0 1,0 0-1,0-1 0,1-1 0,-1 0 0,-1-1 0,1-1 0,0 0 0,-1 0 0,0-1 0,0-1 0,0 0 0,0-1 0,-1 0 0,14-12 0,-17 12-9,0 0-1,-1-1 1,0 0-1,-1 0 1,0 0-1,0-1 0,0 0 1,-1 0-1,-1-1 1,0 1-1,0-1 0,0 0 1,-2 0-1,1 0 1,-1-1-1,-1 1 1,1 0-1,-2-1 0,0 1 1,0-1-1,-2-10 1,-2-1-44,0 1 1,-2 0-1,0 0 1,-2 0 0,0 1-1,-1 0 1,-1 1-1,-17-26 1,11 23-650,0 0 1,-1 1 0,-1 1-1,-1 1 1,-1 0-1,-29-21 1,5 12-7315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49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11289,'13'-11'497,"44"-30"3750,-54 39-3828,1 0 1,-1 0 0,1 0 0,0 1-1,-1-1 1,1 1 0,0 0 0,0 0-1,0 0 1,0 1 0,0-1 0,0 1-1,0 0 1,6 1 0,8 4 121,0 0 1,0 2 0,-1 0 0,0 1-1,0 1 1,-1 0 0,0 1-1,-1 1 1,24 21 0,-19-14-379,-1 2 1,-1 0-1,-1 1 1,0 1-1,-2 0 1,15 28-1,-23-34-163,0 0 0,-1 0 0,-1 0 0,0 1 0,-1 0 0,-1 0-1,-1 0 1,0 1 0,-1-1 0,-1 0 0,-4 29 0,3-34 4,-1 0 1,0 0-1,-1 0 0,-1-1 1,1 1-1,-2-1 0,0 0 1,0 0-1,-1 0 0,0-1 0,-1 0 1,0 0-1,-1-1 0,0 0 1,0 0-1,-1-1 0,-14 11 1,21-17 25,1-1 1,-1 1-1,0-1 1,0 0 0,-1 0-1,1 0 1,0 0-1,0 0 1,-1 0-1,1 0 1,0-1 0,-1 1-1,1-1 1,0 0-1,-1 1 1,1-1-1,-1 0 1,1 0 0,0-1-1,-1 1 1,1-1-1,-1 1 1,1-1-1,-4-1 1,4 0-8,0 0-1,0 1 1,1-1 0,-1 0 0,0 0-1,1 0 1,0 0 0,-1-1 0,1 1-1,0 0 1,0-1 0,1 1 0,-1 0-1,0-1 1,1 1 0,-1-1 0,1 1-1,0-1 1,0 1 0,0-1 0,0 1-1,1-5 1,1-7-20,1-1 0,0 2 1,1-1-1,1 0 0,0 1 0,0 0 0,2 0 1,11-19-1,74-94-1461,-90 123 1406,43-52-2356,80-75-1,-27 50-2122,-69 61 595,51-27 0,-14 14-4633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49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113 164 5597,'0'0'3542,"-3"0"-2407,-21 5 134,16-2 6783,-17-37-2215,22 31-5409,1-1 1,-1 1 0,0 0 0,0 1-1,0-1 1,0 0 0,-1 1 0,1 0 0,0-1-1,-5 0 1,-4-26 1781,10 18-1884,5-20-243,-5-1-176,2 29-632,4 4-2916,10 8 1050,0 12-20142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49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13785,'0'0'5081,"13"-11"-4205,0 2-544,3 1-836,-4 2-1032,1-20-873,12-2-2139,7 13-3545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0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11053,'7'20'2404,"-1"-40"-372,4 3-379,6 8-341,3 0-308,3 7-288,19-4-452,-25-3-592,9-2-796,23-6-824,-16 5-3085,3-5-3988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2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207 498 5889,'-19'-2'3816,"25"-8"1074,4-1-880,-8 7-3467,0 1 0,0-1 0,0 0-1,0 1 1,0 0 0,1-1 0,0 1 0,0 0 0,0 0 0,0 1-1,4-4 1,-3 2 1983,-4 2-2298,-9-18 115,9 20-333,0 0-1,0 0 1,-1 0 0,1 0 0,0 0-1,-1-1 1,1 1 0,0 0-1,0 0 1,-1 0 0,1 0 0,0 0-1,-1 0 1,1 0 0,0 0-1,-1 0 1,1 0 0,0 0 0,-1 0-1,1 0 1,0 1 0,0-1-1,-1 0 1,1 0 0,0 0 0,0 0-1,-1 0 1,1 1 0,0-1-1,0 0 1,-1 0 0,1 0 0,0 1-1,0-1 1,-1 0 0,-21 40 403,16-28-427,-44 86 192,-48 106 0,84-166-136,-14 69 1,26-104-39,1 0 0,1 1 0,-1-1-1,1 1 1,-1 0 0,1-1 0,0 1 0,0-1 0,1 1 0,-1-1-1,1 1 1,-1 0 0,1-1 0,0 0 0,1 1 0,-1-1 0,0 0-1,1 1 1,0-1 0,0 0 0,3 3 0,-2-3-2,0-1 0,0 0 1,1 0-1,-1-1 0,1 1 1,-1-1-1,1 0 0,0 1 1,0-2-1,-1 1 0,1 0 1,0-1-1,0 0 0,0 0 1,0 0-1,0 0 0,0 0 1,-1-1-1,8-2 0,56-13-9,101-40-1,-154 51 2,1 1-1,1 0 1,-1 1 0,0 0 0,1 2-1,19-1 1,5 4 30,42 7 1,-53-5-8,1-1-1,-1-1 1,1-1 0,32-4 0,-40 0-15,1-1 1,-2-1 0,1-1-1,-1-1 1,0 0-1,0-2 1,27-16 0,-37 19 2,-1-1 0,0 0 1,-1-1-1,0 0 0,0 0 0,0-1 1,-1 0-1,-1-1 0,0 0 0,0 0 1,-1 0-1,0-1 0,0 0 1,-1 0-1,4-17 0,-5 12 14,-1-1 0,0 1 0,-1-1 0,-1 1 0,-1-1 0,-2-24 0,-22-102-35,0 4-586,14 5-1633,4 44-3927,9 67 2997,6 9-2392,1 3-3571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3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9253,'5'9'518,"-1"0"0,0 0 0,-1 1 0,0-1 0,0 1 0,-1 0 0,-1 0 0,1 0 0,-1 14 0,-2 6 1466,-8 53-1,0-14-369,-23 135 892,16-112-1836,-2-7-144,11-60-387,2 0 0,0 1 0,2 0 0,1 0 0,2 51 0,0-75-132,0 0-1,0 0 0,0 0 1,0 0-1,1 0 1,-1 0-1,1 0 0,0 0 1,0 0-1,-1 0 0,1 0 1,1 0-1,-1 0 1,0 0-1,0-1 0,1 1 1,-1 0-1,0-1 0,1 1 1,0-1-1,-1 0 1,1 0-1,0 1 0,0-1 1,0 0-1,0 0 0,0-1 1,0 1-1,0 0 1,0-1-1,0 1 0,0-1 1,0 1-1,0-1 0,0 0 1,0 0-1,0 0 1,4-1-1,20-5 41,0-1 1,0-2-1,-1 0 1,36-19-1,-12 5-83,-1 1 34,-18 8 24,0 1-1,56-15 0,-75 25 57,0 1-1,-1 1 0,1 0 0,0 0 0,0 1 0,0 0 0,0 1 0,0 0 1,0 1-1,-1 1 0,1-1 0,15 7 0,-3 2 237,-1 1 0,35 24 0,-41-24-167,2 0-1,0-1 1,0-2 0,1 0 0,33 12 0,-31-16-89,0-1-1,1 0 1,-1-2-1,1 0 1,0-2 0,-1 0-1,1-1 1,-1-2 0,31-6-1,-36 5-35,1-2-1,-1 1 0,-1-2 1,1 0-1,-1-1 1,0 0-1,-1-1 1,0-1-1,0 0 0,-1-1 1,-1 0-1,16-19 1,41-63 56,-67 91-65,0 5-65,-1 0 50,1 0 0,0 0 0,0-1 0,1 1 0,-1-1-1,1 1 1,3 2 0,-5-4-3,5 3-6,-1 1-1,1-1 1,0 0-1,0-1 1,1 0 0,-1 0-1,1 0 1,0 0 0,0-1-1,-1 0 1,1-1-1,0 0 1,11 1 0,-6-1-8,0 0-1,0-1 1,16-2 0,-12 1 1,-1 0 1,0 2-1,0-1 1,1 2-1,-1 0 0,25 7 1,-26-6 25,-1-1 1,1-1-1,0 0 1,0-1-1,0 0 1,0-1-1,-1 0 1,20-5-1,10-6-17,53-19 0,8-4 67,-101 34-62,1 1 1,-1-1-1,0 1 0,0 0 0,1-1 0,-1 1 1,0 1-1,0-1 0,0 0 0,1 1 0,-1 0 1,0 0-1,0 0 0,0 0 0,5 2 0,-1 2 21,0 0-1,0 0 0,0 0 0,7 8 0,-10-9-10,0 1 0,1-1 0,-1-1 0,1 1 0,0-1 0,0 1 0,0-2 0,11 5 0,-7-4-3,1-2 0,0 0 0,0 0 0,0 0 0,1-1 0,-1-1 0,0 0-1,0 0 1,15-5 0,11-4 0,43-20 0,-49 19 2,20-8-10,-2-2 0,66-38 1,-105 52 1,-1 1 0,1-1 0,10-13 0,1 1-11,-18 17 37,-1 1-152,0 0 3,1 0 0,-1-1 1,0 1-1,0 0 0,0-1 0,0 1 0,-1-1 0,1 1 0,0-1 0,0-2 0,2-2-3065,-9 20 1032,6-13 1889,-1 0 1,0 1-1,1-1 1,-1 0-1,0 1 0,0-1 1,0 0-1,0 0 1,0 0-1,0 0 0,-1 0 1,1 0-1,0 0 1,0 0-1,-1-1 0,1 1 1,0 0-1,-1-1 0,1 1 1,-1-1-1,1 1 1,-1-1-1,1 0 0,-4 1 1,-10 2-3893,-1 3-3702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3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40 11549,'22'-33'3201,"-22"33"-3089,-1-1-1,1 1 1,0 0-1,0-1 1,0 1-1,0 0 1,0 0-1,0-1 1,0 1-1,0 0 1,0 0-1,0 0 1,-1-1-1,1 1 1,0 0 0,0 0-1,0-1 1,0 1-1,-1 0 1,1 0-1,0 0 1,0 0-1,0 0 1,-1-1-1,1 1 1,0 0-1,0 0 1,-1 0-1,1 0 1,0 0 0,0 0-1,-1 0 1,1 0-1,0 0 1,0 0-1,-1 0 1,1 0-1,0 0 1,0 0-1,-1 0 1,1 0-1,0 0 1,0 0-1,-1 0 1,1 0-1,0 0 1,0 0 0,-1 1-1,1-1 1,0 0-1,0 0 1,-1 0-1,1 0 67,-1 0 0,0 1 0,1-1 0,-1 0-1,1 0 1,-1 0 0,1 0 0,-1 0 0,0 1-1,1-1 1,-1 0 0,1 0 0,-1 1 0,1-1 0,-1 0-1,1 1 1,0-1 0,-1 1 0,1-1 0,-1 1 0,1-1-1,0 1 1,-1-1 0,1 1 0,0-1 0,0 1-1,-1-1 1,1 1 0,0-1 0,0 1 0,25 177 6415,10 182-6593,-21-254-148,51 194-1,-58-276-860,18 70-3494,-17-61-341,-1 1-3383,-3-10-2676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3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9365,'11'-8'447,"0"0"1,1 1-1,0 0 1,0 1 0,1 0-1,0 1 1,0 1-1,0 0 1,1 0-1,-1 2 1,1-1-1,0 2 1,0 0-1,-1 0 1,16 3 0,-9-1 259,1 0 1,-1 2-1,0 1 1,33 10 0,-47-11-592,0-1 0,0 1-1,0 0 1,-1 0 0,1 0 0,-1 1 0,0 0 0,0 0 0,0 0 0,-1 1 0,1-1 0,-1 1 0,0 0 0,-1 0-1,1 1 1,-1-1 0,0 1 0,0 0 0,1 6 0,2 7 450,5 39 1,-8-38-93,0 0-1,8 21 1,-9-35-349,1 0-1,-1 0 1,1 0 0,0-1-1,0 1 1,1-1-1,0 0 1,0 0-1,0 0 1,9 8-1,-1-4 15,0-1-1,1-1 0,0 0 0,0-1 0,0 0 0,1-1 0,0 0 0,20 3 0,16 2 118,53 2 0,34-5-31,-1-5-1,1-7 1,-1-5-1,187-39 1,-318 48-222,-1 0 0,0 0 0,1-1 0,-1 1 0,0-1 0,0 0 0,5-2 0,-9 4-7,1-1 1,-1 1-1,0 0 1,0 0-1,0 0 1,1 0-1,-1 0 1,0-1-1,0 1 1,0 0-1,0 0 1,1 0-1,-1-1 1,0 1-1,0 0 1,0 0-1,0-1 1,0 1-1,0 0 1,0 0-1,0-1 1,0 1-1,1 0 1,-1 0-1,0-1 1,0 1-1,0 0 1,0 0-1,-1-1 1,1 1-1,0 0 1,0 0-1,0-1 1,0 1-1,0 0 1,0-1-1,-16-6-281,-207-36-3529,-11-2-2530,154 24 383,3-1-3729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4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69 10933,'0'0'82,"-12"-21"2213,12 20-2143,0 0-1,-1 0 1,1 1-1,0-1 1,0 0 0,0 0-1,0 0 1,0 1 0,0-1-1,0 0 1,0 0-1,0 1 1,0-1 0,1 0-1,-1 0 1,0 1 0,0-1-1,1 0 1,4-6 7585,-15 38-2574,3 4-4920,1 0 1,2 1 0,2 0-1,1-1 1,2 1 0,1 0-1,2 0 1,9 38 0,-9-56-162,1 0 1,1-1-1,0 1 0,2-2 1,0 1-1,0-1 1,2 0-1,0-1 0,1 0 1,0-1-1,1 0 1,1 0-1,0-2 0,1 1 1,0-2-1,1 0 1,27 15-1,-34-21-82,-1-1 0,1-1 0,0 0 0,0 0 0,1 0 0,-1-1 0,1-1 0,-1 1 0,1-1 0,-1-1 0,1 1 0,0-1 0,-1-1 0,1 0 0,0 0 0,-1-1 0,0 0 0,1 0 0,-1-1 0,0 0 0,0 0 0,0-1 0,-1 0 0,1-1 0,-1 1 0,0-2 0,0 1 0,0-1 0,-1 0 0,8-10 0,0-1 3,-1 0 1,-1-1-1,-1-1 0,0 0 1,-2-1-1,0 0 0,-1 0 1,7-28-1,-6 7-40,-1-1-1,-3 1 0,2-58 1,2 3-1725,0 15-3812,-3 47 760,-5 33 4312,-1 0 0,1 0 0,0-1 0,-1 1-1,1 0 1,0 0 0,0 0 0,0 0 0,0 0 0,0 0-1,0 1 1,0-1 0,0 0 0,2-1 0,17 0-9479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4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103 342 10761,'-2'1'177,"0"-1"0,0 1 0,0-1-1,0 0 1,0 0 0,0 0 0,0 0 0,0 0 0,0 0-1,0 0 1,0 0 0,0-1 0,0 1 0,1-1 0,-1 1 0,0-1-1,0 0 1,0 0 0,-1-1 0,-1-1 413,-1 0-1,1 0 1,0 0 0,1-1-1,-1 1 1,0-1-1,-4-8 1,4 8-139,1 0 0,1-1 0,-1 1 0,1-1 0,-1 0 0,1 0 0,1 0 0,-1 0 0,1 0 0,0 0 0,0 0 0,0-1 0,1 1 0,-1 0 0,1 0 0,1-1 0,0-6 0,4 0-227,0 1 0,1-1 0,0 1 0,1 0 0,0 1 0,0 0 0,1 0 0,1 0 0,0 1 0,0 1 0,1-1 0,0 1 0,16-10 0,-13 10-16,0 1 0,0 0 1,0 1-1,1 0 0,0 1 0,0 1 0,1 0 0,-1 1 1,1 0-1,0 1 0,21 0 0,-31 3-208,1-1 0,0 0 0,-1 1 0,1 0 0,-1 1 0,0-1 0,1 1 0,-1 0 0,0 0 0,0 0 0,0 1 0,0 0 0,0 0 0,-1 0 0,0 1 0,1-1 0,-1 1 0,0 0 0,-1 0 0,1 1 0,3 5 0,-4-4 0,0 0 0,0 0 0,-1 0 0,1 1 0,-2-1 0,1 1 0,-1 0 0,0 0 0,0-1 0,0 1 0,-1 0 0,-1 0 0,1 0 0,-1-1 0,0 1 0,0 0 0,-3 6 0,-2 6-238,-1 0 0,-1-1 0,-1 0 0,-18 29-1,-54 63-2108,19-27 911,54-72 742,-21 32-3654,28-41 3524,0 0 0,0-1-1,0 1 1,0 0-1,0 0 1,1 0-1,-1 0 1,1 0-1,0 0 1,-1 4 0,10 4-9875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85 232 10049,'6'-3'162,"101"-54"1917,-44 18 1808,88-58 3010,-148 95-6575,0 0 1,0 0-1,-1-1 0,1 1 0,-1-1 1,1 0-1,2-5 0,1-1 448,-4 8 6,-9 1-568,0 1 0,0 0 0,0 1 0,0 0 0,0 0 0,1 0 0,-1 1 0,1 0 0,0 1 0,-1-1 0,1 1 0,-9 8 0,-7 6 314,-33 37 0,49-49-410,-14 15-16,-106 120 882,108-118-851,2-1 0,0 2 0,2 0 0,-19 42 0,29-55-237,0 0-1,0 0 1,1 0-1,0 1 1,1-1-1,1 1 1,-1 19-1,2-26 33,1 0 1,-1-1-1,1 1 0,0 0 0,0 0 0,1-1 0,-1 1 0,1-1 0,0 0 0,0 1 0,1-1 0,-1 0 0,1 0 0,0 0 0,0-1 0,0 1 0,1-1 1,-1 0-1,1 1 0,0-1 0,4 2 0,5 3-533,1-1 1,0-1-1,0 0 0,0-1 1,1-1-1,0 0 1,0-1-1,0 0 0,23 0 1,6-2-2854,-1-2 1,48-7-1,12-6-7224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5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52 9749,'-3'-40'7961,"15"31"-7621,1 7-896,16 10-933,9 9-3187,-3 0-3669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5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2 9765,'0'0'5503,"-4"0"-2523,1-1-2594,1 1 0,-1 0-1,1 0 1,-1 0 0,1 0 0,-1 0 0,1 0 0,-1 1 0,1-1 0,-1 1 0,1 0 0,-1 0 0,1 0 0,0 0-1,-1 0 1,-1 2 0,-2 2 426,1 0 0,0 0 0,0 0 0,-7 11-1,4-5-533,1 0-1,1 0 1,0 0-1,0 1 0,2 0 1,-6 16-1,-12 77 1365,11-47-1326,9-48-723,1 0 1,0 0-1,1 1 0,0-1 1,1 1-1,0-1 0,1 0 1,0 0-1,0 0 0,5 11 1,0-1-2336,1-1 0,1 0 0,18 27 0,-5-11-11600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5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0 14901,'-79'100'3429,"66"-71"-441,-3 5-120,-6 6-360,3-3-447,3 3-457,0 9-244,4 2-312,-1 4-1048,10-4 0,3 0-308,-4-2-1636,8-3-720,-4-23-1029,12 11-3411,14 20-6966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5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0 166 14753,'89'-63'2753,"-38"54"-449,3-2-496,16-3-356,9 5-444,13 6-916,13-3-536,0-2-860,-13-12-956,0 6 148,3 5-3265,-12 9-4312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6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13285,'29'5'2124,"-42"-16"-375,0-3 1575,17-3-2852,2 2-504,10 10-584,3-1-888,6-3-732,26 9-2637,-3 9-3836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6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23 224 10889,'-23'0'6117,"26"-18"-4793,4-2-360,15 0-448,13-11-932,3 2-900,0-5-953,16-6-2343,10 9-3601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39:57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1 261 11909,'41'-3'2272,"-3"-14"-312,7-3-119,6 3-401,9 0-280,3 0-256,14-1-156,11-2-376,11 0-336,-1 0-572,1-2-452,-7 2-688,-13 0-616,-3 2-2777,-6 7-4028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07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117 123 10265,'6'-16'50,"-6"15"390,1-1 0,-1 1 1,0-1-1,0 1 0,0-1 1,0 1-1,0-1 0,0 1 1,0-1-1,-1 1 0,1-1 0,0 1 1,-1-1-1,1 1 0,-1-1 1,1 1-1,-1 0 0,0-1 1,0 1-1,-1-2 0,-11-10 1047,11 11 576,0-2-1494,1 0 0,-1 0 0,-1 0 1,1 0-1,0 1 0,-1-1 0,0 1 0,0 0 0,-8-7 3698,12 7-4036,5-8-195,-3 9-36,-1 8 0,-1 13 0,-5 58 0,-26 140 0,1-9 0,24-156 0,-8 142 0,13-159 0,1 1 0,2-1 0,12 53 0,-13-78 0,0-1 0,1 1 0,1-1 0,0 0 0,0 0 0,1 0 0,0-1 0,0 1 0,1-1 0,0 0 0,11 10 0,-14-15 0,0 0 0,0-1 0,0 0 0,1 0 0,-1 0 0,1 0 0,0 0 0,-1-1 0,1 1 0,0-1 0,0 0 0,0 0 0,0 0 0,0-1 0,0 0 0,0 1 0,0-1 0,0-1 0,0 1 0,0-1 0,0 1 0,0-1 0,-1 0 0,1 0 0,0-1 0,0 1 0,-1-1 0,1 0 0,-1 0 0,6-4 0,6-6 0,0 0 0,0-1 0,-1-1 0,19-26 0,-24 28 0,1 0 0,0 1 0,1 0 0,0 0 0,0 1 0,1 1 0,0 0 0,1 1 0,22-12 0,-17 15 0,0 1 0,1 1 0,-1 1 0,1 0 0,-1 1 0,21 2 0,40-3 0,-58 1 0,0-2 0,0 0 0,-1-1 0,1-1 0,-1-1 0,32-15 0,-46 19 0,-1-1 0,1 0 0,-1-1 0,0 1 0,0-1 0,-1 0 0,1 0 0,-1-1 0,0 1 0,0-1 0,0 0 0,0 0 0,-1 0 0,0-1 0,0 1 0,-1-1 0,1 0 0,-1 0 0,0 0 0,-1 0 0,0 0 0,0 0 0,0 0 0,0 0 0,-1 0 0,-1-13 0,-5-17 0,-1 1 0,-2 0 0,-1 0 0,-22-48 0,-8-28 0,31 83-1247,-1 0 0,-20-37 0,28 62-1454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08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1 11261,'-8'1'760,"-1"1"0,1 1 0,0 0 0,0 0-1,0 0 1,0 1 0,1 0 0,-1 1 0,1-1 0,0 2 0,1-1 0,-1 1 0,1 0 0,-9 11-1,6-3-78,0 2 0,1-1 0,1 1 0,0 0 0,-4 18 0,-17 87 1067,21-87-1382,-69 370 1783,43-185-1671,27-169-415,5-37-44,0 0 0,1 1 0,0-1 0,1 1 0,2 15 0,-2-25-17,0 1 0,0-1 0,0 1 0,1-1 1,0 0-1,-1 0 0,1 0 0,1 0 0,-1 0 1,0 0-1,1 0 0,0-1 0,0 1 0,0-1 1,0 0-1,1 0 0,7 5 0,-5-6-9,0 0-1,0 0 1,0-1 0,0 0-1,1 0 1,-1 0-1,1-1 1,-1 0 0,0 0-1,1-1 1,8-1-1,-4 1-8,18-3 8,33-10 1,-41 9 27,1 0-1,0 1 1,43-2 0,-58 7-16,0-1 1,-1 1-1,1 0 1,-1 0-1,1 1 0,-1-1 1,0 1-1,0 1 1,0-1-1,0 1 0,0 1 1,0-1-1,-1 1 1,0-1-1,1 2 0,-1-1 1,7 9-1,19 23 107,-14-15-114,0 0 0,2-2-1,0 0 1,2-1 0,38 27 0,-55-43 2,0 1 1,1-1-1,-1 0 0,1-1 1,-1 1-1,1-1 1,0 0-1,-1 0 1,1 0-1,0-1 1,0 1-1,0-1 1,-1 0-1,1-1 1,0 1-1,0-1 1,-1 0-1,1 0 0,0-1 1,-1 1-1,1-1 1,-1 0-1,1 0 1,-1-1-1,8-5 1,-3 1 3,1-1 0,-1-1 0,0 0 0,-1 0 0,0 0 0,-1-1 0,0 0 0,12-23 1,-8 10 22,0-1 0,-2 0 1,0-1-1,-2 0 0,0-1 1,-2 1-1,3-38 0,-8 61-26,0 0 0,1 1 0,-1-1-1,0 1 1,0-1 0,0 1 0,0-1-1,0 0 1,-1 1 0,1-1 0,0 1-1,-1-1 1,1 1 0,-1-1 0,0 1-1,1 0 1,-1-1 0,0 1 0,0 0-1,0-1 1,0 1 0,0 0 0,0 0-1,0 0 1,0 0 0,-2-2 0,-15 16 128,14-10-131,1 0 1,0 1 0,0-1 0,0 1 0,0 0 0,0 0-1,1 0 1,0 0 0,0 1 0,0-1 0,0 0 0,1 1-1,-1-1 1,1 1 0,0 0 0,1-1 0,-1 1 0,1 0-1,0 0 1,0-1 0,0 1 0,1 0 0,0 0 0,2 7 0,-1-1 4,1 0 0,1 0 1,0-1-1,0 1 1,1-1-1,0 0 1,1-1-1,0 1 1,11 12-1,-6-9-2,0 0 0,1-1 0,1 0-1,0-1 1,0-1 0,1 0 0,26 14-1,-35-23 1,1 1-1,-1-1 1,1-1 0,0 1-1,-1-1 1,1 0-1,0 0 1,0 0-1,-1-1 1,7-1-1,3-1 18,0 0 0,21-9 0,-15 2 18,0-1 1,0 0-1,-1-2 1,20-16-1,-4 3-75,1 0 23,55-37 70,-79 56-26,-1 0 0,1 1 0,1 1 0,-1 0 0,22-5 0,-27 9-18,-1 1 0,1 0 0,-1 0-1,1 1 1,-1 0 0,1 0 0,-1 1 0,0 0 0,0 0 0,0 1 0,0 0-1,8 5 1,20 6 39,-17-10-43,0 0 1,0-1-1,1-1 1,-1 0-1,0-2 1,1 0-1,-1-1 1,1-1-1,-1 0 1,0-2-1,0 0 1,0-1-1,21-9 1,-1 3-6,-36 10 0,0 0 0,0 1 0,0-1 0,1 1 0,-1 0 0,0 0 0,0 0 0,0 0 0,1 0 0,-1 0 0,0 1 0,0-1 0,0 1 0,0-1 0,0 1 0,0 0 0,0 0 0,0 0 0,3 1 0,1 2 0,-4-3-17,0 0-1,0 1 1,0-1-1,0 0 1,0 1-1,-1 0 1,1-1-1,0 1 1,-1 0 0,1 0-1,-1 0 1,0 0-1,1 0 1,-1 0-1,0 0 1,0 0-1,-1 1 1,1-1-1,0 4 1,0-3-91,0 1-1,1-1 1,-1 0 0,0 1-1,1-1 1,0 0 0,0 0-1,0 0 1,0 0 0,4 3-1,21 14-3023,-13-12-246,0-1 1,0-1 0,24 7 0,4-3-8224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09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57 113 10869,'-24'-7'2628,"15"-1"1296,4-6-2899,5 12-304,-3-7 1308,1 0 0,0 0-1,1 0 1,-1-18 0,2 24-4,3-12-594,-5 19-1431,0-1 0,1 1 0,0 0 0,-1 0 0,1 0 0,1 0 0,-1 1 0,0-1 0,1 0 0,0 0 0,0 7 0,4 9 0,1 1 0,1-1 0,0 0 0,2 0 0,0-1 0,1 0 0,1-1 0,0 0 0,2 0 0,0-1 0,1 0 0,1-1 0,0-1 0,1 0 0,1-1 0,0-1 0,1 0 0,0-1 0,21 10 0,-4-4 0,1-1 0,1-2 0,0-1 0,1-2 0,0-2 0,1-1 0,0-2 0,0-1 0,1-3 0,0-1 0,-1-1 0,43-6 0,-69 3-35,1 0-1,-1-1 1,0 0-1,0-1 1,0-1-1,0 0 1,19-11-1,-24 11 18,0 0-1,-1 0 1,0 0 0,0-1-1,0 1 1,0-1-1,-1-1 1,0 1 0,0-1-1,-1 0 1,0 0-1,0 0 1,2-9 0,0-1 67,-1 0 0,0 0 0,-1 0 0,-1 0 1,-1-1-1,-1 1 0,0-1 0,-1 0 1,-1 1-1,-4-21 0,-1-4-49,-2-47 0,7 80 0,-3 9 0,-4 9 0,8-9 0,-7 12 0,1 0 0,0 0 0,1 0 0,0 1 0,1 0 0,-3 18 0,-11 89 0,13-75 0,-49 614 0,31-361 0,-62 306 0,-31-43 0,57-375 0,45-151 0,0-2 0,-3 0 0,-25 39 0,34-60 0,0-1 0,-1 0 0,0-1 0,-1 0 0,0-1 0,0 0 0,-1 0 0,-1-1 0,1-1 0,-23 12 0,26-16 0,1 0 0,0-1 0,-1 0 0,1 0 0,-1-1 0,0 0 0,1 0 0,-1 0 0,0-1 0,0-1 0,0 1 0,1-1 0,-1 0 0,0-1 0,1 0 0,-1 0 0,1-1 0,0 0 0,0 0 0,-10-6 0,6 2 0,1 0 0,0-1 0,0-1 0,0 0 0,1 0 0,1-1 0,-1 0 0,2 0 0,-1-1 0,1 0 0,1 0 0,0-1 0,1 1 0,0-1 0,1-1 0,0 1 0,1-1 0,0 1 0,1-1 0,-1-21 0,2 3 0,2 0 0,1 0 0,1 0 0,1 0 0,2 0 0,2 1 0,16-46 0,3 12-98,2 1 0,4 2 0,1 1 0,4 1 0,2 2 0,2 2 0,60-59 0,374-318-863,-422 387 934,25-21-67,315-255 875,-343 286-99,-49 35-661,-1 0 1,1 0-1,0 0 0,0 1 0,0-1 0,0 1 1,0-1-1,-1 1 0,1 0 0,0 0 0,-1 0 1,1 0-1,0 0 0,-1 0 0,1 0 0,-1 0 1,0 0-1,3 3 0,-3 2-21,-1-1 0,0 0 0,0 0 0,0 1 0,0-1 0,-1 0 0,0 0 0,-3 10 0,0 4 0,-1 10 0,2 0 0,1 1 0,1-1 0,1 1 0,2-1 0,5 32 0,-4-48 0,0 1 0,1-1 0,1 0 0,0 0 0,0 0 0,2 0 0,-1-1 0,1 0 0,1-1 0,0 0 0,1 0 0,0 0 0,1-1 0,21 17 0,-13-14 0,0-1 0,1 0 0,1-2 0,-1 0 0,28 9 0,-35-15 0,-1 0 0,1-1 0,0-1 0,-1 0 0,1-1 0,0 0 0,0 0 0,0-1 0,0-1 0,0 0 0,15-4 0,-24 5 0,-1-1 0,1 0 0,-1 1 0,0-1 0,1 0 0,-1-1 0,0 1 0,1 0 0,-1-1 0,0 1 0,0-1 0,0 1 0,0-1 0,0 0 0,-1 0 0,1 0 0,0 0 0,-1 0 0,0 0 0,3-5 0,-3 3 0,0 0 0,0 0 0,-1 0 0,0 0 0,1 0 0,-1 0 0,-1 0 0,1 0 0,0 0 0,-1 0 0,0 0 0,-2-5 0,-3-9 0,-2 1 0,0 0 0,-1 0 0,-17-24 0,-79-92 0,-2-6 0,94 120 0,1 0 0,1-2 0,1 1 0,1-1 0,-11-33 0,18 44-3,-1 0 1,2-1-1,-1 1 1,1 0-1,1 0 1,0-1-1,0 1 1,1 0-1,0 0 0,1-1 1,0 1-1,1 0 1,0 1-1,5-13 1,-1 9-6,1-1 0,0 2 0,1-1 0,0 1-1,1 0 1,0 1 0,1 0 0,0 1 0,13-9 0,15-10 4,2 2 0,0 2 1,2 2-1,1 2 0,0 2 0,1 2 0,77-19 0,-110 33-5,1 1 1,-1 0-1,1 1 1,-1 1-1,16 1 1,-25-1 5,-1 1 1,1-1 0,0 1 0,0 0-1,-1-1 1,1 1 0,-1 1-1,1-1 1,-1 0 0,1 1 0,-1-1-1,0 1 1,0 0 0,0-1-1,0 1 1,0 0 0,0 1 0,0-1-1,-1 0 1,1 0 0,-1 1-1,1-1 1,-1 1 0,0-1 0,0 1-1,1 2 1,0 3 5,0 1 0,-1-1 1,1 1-1,-2-1 0,1 1 0,-2 17 0,-3 11-23,1-22 12,2 1 0,0 0 1,2 25-1,1-21-2,2 16 8,9 37-1,-10-61-11,0 0 1,1-1-1,0 0 0,1 0 0,1 0 0,-1 0 0,10 11 0,-6-10-54,2 4-142,1 0 1,1 0-1,0-2 1,27 23 0,-37-34 187,0 0 0,1-1 0,-1 0 1,1 1-1,0-1 0,0-1 1,0 1-1,0 0 0,0-1 0,0 0 1,0 0-1,0 0 0,1-1 0,-1 1 1,0-1-1,1 0 0,-1 0 1,0-1-1,0 1 0,1-1 0,-1 0 1,0 0-1,0 0 0,0-1 0,0 1 1,0-1-1,0 0 0,4-3 0,24-19 342,-2-1 0,-1-1 0,0-2-1,32-41 1,25-25 245,-70 76-565,24-22 0,-38 38 0,0 0 0,0 0 0,0 0 0,0 1 0,0 0 0,1-1 0,-1 1 0,0 0 0,1 0 0,-1 0 0,1 0 0,-1 0 0,1 1 0,-1-1 0,5 1 0,-6 0 0,0 0 0,0 0 0,0 1 0,0-1 0,0 1 0,0-1 0,-1 1 0,1-1 0,0 1 0,0 0 0,0-1 0,-1 1 0,1 0 0,0 0 0,-1-1 0,1 1 0,-1 0 0,1 0 0,-1 0 0,1 0 0,-1 0 0,0 0 0,1 0 0,-1 0 0,0 0 0,0 0 0,1 1 0,1 30 0,-11 48-1347,6-60 331,0 0-1,1 1 1,1-1-1,1 1 1,1-1-1,4 23 1,5-15-6981,14 8-5327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0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38 11849,'23'-31'3516,"-18"25"-227,-17 10 2149,11-4-5246,0 0-1,1 0 0,-1 0 1,0 0-1,0 0 1,0 0-1,1 0 0,-1 0 1,0 1-1,0-1 1,1 0-1,-1 0 0,0 1 1,0-1-1,1 0 1,-1 1-1,0-1 0,1 1 1,-1-1-1,0 1 1,1-1-1,-1 1 0,1-1 1,-1 1-1,1 0 1,-1 0-1,2 32 464,-2-1-1,-2 1 1,0-1 0,-9 34-1,3-16-420,-63 365-234,69-395 0,-5 27 0,3 1 0,0 79 0,8-46 0,-3-48 0,1 0 0,2 0 0,1 0 0,13 50 0,-15-78 0,-1-1 0,1 0 0,-1 1 0,1-1 0,1 0 0,-1 0 0,0 0 0,1 0 0,0 0 0,0 0 0,0-1 0,1 1 0,-1-1 0,1 0 0,-1 0 0,1-1 0,0 1 0,0-1 0,1 1 0,-1-1 0,0-1 0,1 1 0,-1-1 0,1 1 0,-1-1 0,1 0 0,0-1 0,-1 1 0,1-1 0,0 0 0,0 0 0,-1-1 0,8-1 0,4-1 0,1-1 0,-2-1 0,1-1 0,-1 0 0,1-1 0,-2 0 0,1-1 0,18-14 0,2-5 0,-1-2 0,-2 0 0,43-52 0,69-111 0,-128 163 0,-13 29 0,-3 9 0,-2 23 0,1-15 0,1-7 0,0 1 0,1-1 0,0 1 0,0-1 0,1 0 0,1 1 0,-1-1 0,2 0 0,-1 0 0,2-1 0,-1 1 0,1-1 0,8 11 0,-4-8 0,1-1 0,0 0 0,0 0 0,1-1 0,1 0 0,0-1 0,0 0 0,22 10 0,-9-6 0,0-2 0,1-2 0,0 0 0,1-1 0,0-2 0,0-1 0,0-1 0,0-1 0,1-1 0,27-2 0,-38-1 0,1 0 0,1 0 0,23-6 0,-35 5 0,-1 0 0,1 0 0,0-1 0,-1 1 0,1-2 0,-1 1 0,0-1 0,0 0 0,9-8 0,-2 1 0,-6 7 0,-1-2 0,0 1 0,0-1 0,0 0 0,6-9 0,48-91 0,-21 35 0,-24 45 0,0 0 0,2 1 0,1 0 0,1 2 0,23-23 0,-24 30 0,-12 15 0,-2 0 0,-3 1 0,-1 0 0,1 0 0,-1 0 0,1 0 0,-1-1 0,1 1 0,-1 0 0,1 0 0,-1 0 0,1 0 0,-1 0 0,1 0 0,-1 0 0,1 0 0,-1 0 0,1 1 0,-1-1 0,1 0 0,-1 0 0,1 0 0,-1 1 0,1-1 0,-1 0 0,0 0 0,1 1 0,-1-1 0,1 0 0,-1 1 0,0-1 0,1 1 0,-1-1 0,0 0 0,1 1 0,-1-1 0,0 1 0,0-1 0,1 1 0,-1-1 0,0 1 0,0-1 0,0 1 0,0-1 0,0 1 0,0-1 0,0 1 0,0-1 0,0 1 0,0-1 0,0 1 0,0-1 0,0 1 0,0-1 0,0 1 0,0-1 0,-1 1 0,1-1 0,0 2 0,-2 19 0,-1 1 0,0 0 0,-1 0 0,-10 28 0,1-5 0,11-38 0,-1 6 0,-1-1 0,2 1 0,0 0 0,0 0 0,1 21 0,2-30 0,-1 0 0,1-1 0,0 1 0,-1-1 0,2 1 0,-1-1 0,0 1 0,1-1 0,0 0 0,-1 1 0,1-1 0,1 0 0,-1 0 0,0 0 0,1-1 0,-1 1 0,1-1 0,0 1 0,0-1 0,0 0 0,0 0 0,0 0 0,1 0 0,-1-1 0,4 2 0,-1-1 0,-1 0 0,1-1 0,-1 0 0,1 0 0,-1 0 0,1-1 0,0 0 0,-1 0 0,1 0 0,0-1 0,-1 1 0,1-1 0,0-1 0,9-3 0,6-3 0,-1-2 0,31-18 0,18-8 0,-57 31 0,-1 0 0,1 2 0,22-6 0,-30 9 0,-1-1 0,1 1 0,0 0 0,0 0 0,0 0 0,-1 1 0,1-1 0,0 1 0,0 0 0,-1 0 0,1 0 0,0 0 0,-1 1 0,1 0 0,-1-1 0,0 1 0,4 3 0,19 17 0,-16-12 0,1-1 0,1-1 0,0 1 0,15 7 0,-23-14 0,1 0 0,0 0 0,0-1 0,-1 0 0,1 1 0,0-2 0,1 1 0,-1-1 0,0 1 0,0-1 0,0-1 0,0 1 0,0-1 0,0 0 0,10-3 0,1-1 0,0-2 0,0 0 0,-1-1 0,0-1 0,24-17 0,62-61 0,-65 54 0,40-29 0,-41 36 0,-22 15 0,0 2 0,1-1 0,0 2 0,28-14 0,-40 21 0,0 1 0,0-1 0,0 1 0,0-1 0,1 1 0,-1 0 0,0 0 0,0 0 0,0 0 0,0 0 0,0 1 0,1-1 0,-1 1 0,0-1 0,0 1 0,0 0 0,0-1 0,0 1 0,0 0 0,-1 0 0,1 1 0,0-1 0,0 0 0,-1 1 0,1-1 0,-1 1 0,1-1 0,-1 1 0,0 0 0,0-1 0,2 4 0,4 7 0,-1 0 0,0 0 0,-1 0 0,4 14 0,-1-4 0,1-2 0,0-1 0,2-1 0,0 1 0,1-1 0,1-1 0,1-1 0,0 0 0,1 0 0,1-2 0,1 0 0,-1 0 0,27 14 0,-37-24 0,0-1 0,0-1 0,0 1 0,0-1 0,1 0 0,-1 0 0,1-1 0,-1 0 0,1 0 0,-1 0 0,1-1 0,0 0 0,-1-1 0,1 1 0,-1-1 0,1 0 0,-1-1 0,1 0 0,-1 0 0,0 0 0,0-1 0,0 1 0,0-1 0,0-1 0,-1 1 0,1-1 0,-1 0 0,0-1 0,0 1 0,0-1 0,-1 0 0,0 0 0,0 0 0,0-1 0,-1 1 0,4-8 0,0 0-10,-1 0-1,-1-1 1,0 0 0,-1 0-1,0 0 1,-1 0 0,-1-1 0,0 1-1,-1-1 1,-1-23 0,-2 27-18,1 0 1,-2 0 0,1 0-1,-1 0 1,-1 0 0,0 1 0,-1-1-1,0 1 1,0 0 0,-1 1-1,0-1 1,-1 1 0,0 0 0,-11-10-1,0 2-445,0 1 0,-1 1 0,-1 1 1,0 0-1,-1 2 0,-1 0 0,-25-10 0,29 15-998,0 1 0,-1 1 0,1 0 0,-1 1 0,-33-2-1,21 7-4838,12 7-4030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1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27 15013,'-16'-19'3596,"16"19"-3490,0 0-1,0-1 1,0 1 0,0 0-1,0 0 1,0 0 0,0 0-1,0-1 1,0 1 0,0 0-1,0 0 1,0 0 0,0-1-1,1 1 1,-1 0 0,0 0-1,0 0 1,0 0 0,0-1-1,0 1 1,0 0 0,1 0-1,-1 0 1,0 0 0,0 0-1,0 0 1,0-1-1,1 1 1,-1 0 0,0 0-1,0 0 1,0 0 0,0 0-1,1 0 1,-1 0 0,0 0-1,0 0 1,0 0 0,1 0-1,-1 0 1,0 0 0,0 0-1,0 0 1,1 0 0,-1 0-1,10-1 918,-9 1-855,0-1 0,0 1 0,0 0 1,0 0-1,-1 0 0,1 0 0,0 0 1,0 0-1,0 0 0,0 0 0,0 0 1,-1 1-1,1-1 0,0 0 0,0 0 1,0 1-1,-1-1 0,2 1 0,-4 15 2553,0-9-2724,-23 93 1184,-16 140-1,39-224-1180,0 1 0,1 0 0,1-1 0,1 1 0,0 0 0,1-1 0,1 1 0,9 30 0,-11-44 0,0-1 0,0 0 0,1 0 0,-1 0 0,0 1 0,1-1 0,0 0 0,-1-1 0,1 1 0,0 0 0,0 0 0,0-1 0,0 1 0,0-1 0,0 0 0,0 1 0,1-1 0,-1 0 0,0 0 0,1-1 0,-1 1 0,1 0 0,-1-1 0,1 0 0,-1 1 0,1-1 0,-1 0 0,1 0 0,4-1 0,8-1 0,0-1 0,0-1 0,-1 0 0,17-7 0,12-4 0,-32 14 0,0 0 0,-1 0 0,1 1 0,0 0 0,-1 1 0,1 0 0,0 1 0,-1 0 0,1 1 0,-1 0 0,19 9 0,-5-4 0,1-1 0,0-1 0,1-2 0,0-1 0,0 0 0,0-2 0,49-5 0,-27 0 0,89-20 0,-121 20 0,0-1 0,-1 0 0,0-1 0,0 0 0,0-2 0,-1 1 0,0-2 0,0 0 0,15-14 0,-25 19 0,0 0 0,0 0 0,-1 0 0,0-1 0,0 1 0,0-1 0,0 0 0,-1 0 0,0 0 0,0 0 0,0-1 0,-1 1 0,1 0 0,-1-1 0,-1 1 0,1-1 0,-1 1 0,0-1 0,0 1 0,0-1 0,-1 1 0,0-1 0,0 1 0,0-1 0,-1 1 0,0 0 0,0 0 0,-4-7 0,-3-6 0,-1 0 0,-1 1 0,-1 0 0,-1 0 0,0 2 0,-20-20 0,6 10-3129,-1 1 0,-56-37 0,65 53-4496,-4 12-5146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2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43 15785,'-22'-11'10145,"22"-3"-8752,3-4 95,9 33-2580,4-4-489,3 3-955,4-2-796,-4 14-2685,12 19-5252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2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9 17382,'-41'-8'3424,"38"25"-108,3 0-328,-13 9-399,-3 17-301,-3-12-1508,3 9-780,-6 3 0,3 8 0,3 4 0,7 2 0,-4-3 0,-3 3 0,3-2 0,4-4 0,2 1-2540,-27 82-24703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2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11925,'0'0'19771,"1"3"-19025,5 9-714,0 0-1,-1 1 0,-1 0 0,0 0 0,-1 0 1,0 0-1,-1 1 0,1 19 0,-3 14-9,-6 53 0,4-72-22,1-1 0,5-21 0,-1-2 0,-3-3 0,0-1 0,0 1 0,0 0 0,0-1 0,0 1 0,1 0 0,-1-1 0,0 1 0,0-1 0,1 1 0,-1 0 0,1-1 0,-1 1 0,0-1 0,1 1 0,-1-1 0,1 1 0,-1-1 0,1 0 0,-1 1 0,1-1 0,0 1 0,-1-1 0,1 0 0,-1 0 0,1 1 0,0-1 0,-1 0 0,1 0 0,0 0 0,-1 0 0,1 1 0,0-1 0,-1 0 0,1 0 0,0-1 0,-1 1 0,1 0 0,0 0 0,-1 0 0,1 0 0,0 0 0,-1-1 0,1 1 0,0 0 0,-1-1 0,1 1 0,-1 0 0,2-1 0,0-1 0,16-6 0,0-2 0,-1 0 0,0-1 0,-1-1 0,21-19 0,20-13 0,42-33 0,-54 41 0,92-57 0,-130 88 0,1 1 0,1 1 0,-1 0 0,0 0 0,1 0 0,0 1 0,-1 0 0,1 1 0,10 0 0,-15 0 0,0 1 0,0 1 0,0-1 0,0 1 0,0-1 0,0 1 0,0 1 0,0-1 0,0 0 0,0 1 0,0 0 0,-1 0 0,1 0 0,-1 0 0,1 1 0,-1-1 0,0 1 0,0 0 0,0 0 0,0 0 0,3 4 0,2 6 0,-1 0 0,0 0 0,-1 0 0,0 1 0,-1 0 0,4 18 0,11 86 0,-1-4 0,10-6-4273,-21-87 1669,0 0 0,1-1 0,13 21 0,9 12-12490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3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64 14885,'-2'-1'219,"0"1"0,0-1 0,0 0 0,0 0-1,0 0 1,0 0 0,0 0 0,1 0 0,-1 0-1,0-1 1,0 1 0,1-1 0,-1 1 0,1-1-1,0 0 1,-2-1 0,3 0 253,-1 0 1,1 0-1,0 0 0,0 0 0,1 0 0,-1 0 1,1 1-1,-1-1 0,1 0 0,2-5 1,-2 4 1810,-4 4-2043,1 1-1,0-1 1,-1 1 0,1-1 0,0 1-1,-1 0 1,1 0 0,0 0 0,0 0-1,0 1 1,0-1 0,0 0-1,0 1 1,0-1 0,0 1 0,1 0-1,-1 0 1,1 0 0,-1 0-1,1 0 1,0 0 0,0 0 0,-2 3-1,-3 8-11,1 0 0,-7 25 1,9-27-28,-16 63-196,3-1-1,3 2 1,4 0-1,3 0 1,3 1-1,3-1 1,4 1-1,3-1 1,23 103-1,-23-148-4,0-1 0,2 0 0,2-1 0,0 0 0,28 46 0,-34-66 0,1 0 0,0 0 0,0 0 0,1-1 0,0 0 0,0-1 0,0 0 0,1 0 0,12 7 0,-14-10 0,0 0 0,1-1 0,0 1 0,-1-1 0,1-1 0,0 1 0,0-1 0,0 0 0,0-1 0,0 0 0,0 0 0,0 0 0,0-1 0,10-2 0,8-5 0,-1-1 0,1 0 0,-2-2 0,0-1 0,0 0 0,28-22 0,-22 15 0,0 1 0,53-23 0,-74 38 0,1 0 0,0 1 0,0 0 0,0 0 0,0 1 0,1 0 0,-1 0 0,0 1 0,0 1 0,1 0 0,-1 0 0,0 0 0,0 1 0,0 1 0,12 4 0,5 5 0,0 1 0,-1 1 0,36 26 0,1 0 0,-56-36 0,0 0 0,0-1 0,1 0 0,0 0 0,-1-1 0,1 0 0,0 0 0,0 0 0,0-1 0,0 0 0,12 0 0,-14-2 0,0 1 0,0-1 0,0-1 0,0 1 0,0 0 0,0-1 0,-1 0 0,1-1 0,0 1 0,-1-1 0,0 1 0,0-1 0,0 0 0,0-1 0,0 1 0,0-1 0,2-4 0,42-53 0,-37 44 0,2 0 0,0 1 0,1 0 0,0 1 0,1 1 0,27-20 0,-38 31 0,1 1 0,-1 0 0,0 0 0,1 1 0,-1-1 0,1 1 0,0 0 0,-1 0 0,1 1 0,0-1 0,-1 1 0,1 0 0,0 1 0,0-1 0,-1 1 0,1-1 0,0 2 0,-1-1 0,1 0 0,-1 1 0,1 0 0,-1 0 0,0 0 0,0 0 0,0 1 0,6 5 0,7 6 0,0 1 0,-1 1 0,-1 0 0,18 24 0,-23-26 0,10 10 0,22 29 0,87 86 0,-115-127 0,0 0 0,1 0 0,0-1 0,0-1 0,1-1 0,0 0 0,1-1 0,0-1 0,1 0 0,-1-2 0,30 7 0,-37-11 0,-1 0 0,0-1 0,0 0 0,0 0 0,0-1 0,1 0 0,-1 0 0,0-1 0,0 0 0,-1-1 0,1 0 0,0-1 0,-1 0 0,0 0 0,0 0 0,0-1 0,0 0 0,-1-1 0,0 0 0,0 0 0,-1 0 0,1-1 0,-1 0 0,-1 0 0,1-1 0,6-12 0,-5 6 0,1-1 0,-2-1 0,0 1 0,-1-1 0,-1 0 0,0 0 0,-1-1 0,-1 1 0,0-1 0,-1 1 0,-1-1 0,-1 0 0,0 1 0,-4-17 0,1 16 0,-1 1 0,0 0 0,-1 1 0,-1 0 0,0 0 0,-1 0 0,0 1 0,-2 0 0,1 0 0,-2 1 0,0 1 0,0-1 0,-1 2 0,-22-17 0,13 13 0,-2 0 0,0 1 0,-1 1 0,0 2 0,-1 0 0,0 1 0,0 2 0,-37-7 0,46 12-843,1 1 1,-1 0-1,0 1 1,0 1-1,1 1 1,-31 4-1,38-3 101,0 0 0,0 0 0,0 0 0,0 1 0,1 0 0,-1 1 0,1 0 0,0 0 0,0 0-1,0 1 1,1 0 0,-1 0 0,1 1 0,-9 11 0,-5 14-12012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4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17310,'37'-21'3575,"-30"17"4615,-6 4-8099,0 0 1,0 1-1,0-1 1,0 1-1,0-1 1,0 1-1,0-1 1,0 1 0,-1-1-1,1 1 1,0 0-1,0 0 1,0-1-1,-1 1 1,1 0-1,-1 0 1,1 0-1,0 0 1,-1 0-1,1 0 1,-1 0 0,0 0-1,1 0 1,-1 2-1,7 26 1306,-7-27-1390,5 33-7,-2 1 0,-2 0 0,-5 59 0,-24 108 0,26-189 0,-1 5 0,1 0 0,0 26 0,2-38 0,0 0 0,1 0 0,0 0 0,0-1 0,1 1 0,0 0 0,0-1 0,0 1 0,7 11 0,-8-16 0,1-1 0,-1 1 0,1 0 0,-1 0 0,1-1 0,0 1 0,0-1 0,0 0 0,0 0 0,0 1 0,0-1 0,0 0 0,0-1 0,1 1 0,-1 0 0,0-1 0,0 1 0,1-1 0,3 1 0,41-3 0,-39 1 0,133-20 0,-92 17 0,95-20 0,-139 22 0,0 0 0,0-1 0,0 1 0,-1-1 0,1 0 0,0 0 0,-1-1 0,0 1 0,0-1 0,0 0 0,0 0 0,-1-1 0,1 1 0,-1-1 0,0 1 0,-1-1 0,1 0 0,-1 0 0,0 0 0,0 0 0,2-8 0,2-11 0,0-1 0,-2 1 0,2-35 0,-1-13-678,-4 0 1,-10-88-1,1 108-5383,1 23-2760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5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37 13365,'-2'-4'455,"1"4"-299,0-1 0,1 0 1,-1 1-1,0-1 0,1 0 0,-1 0 1,1 1-1,-1-1 0,1 0 1,-1 0-1,1 0 0,0 0 1,-1 0-1,1 0 0,0 0 0,0 0 1,0 0-1,0 0 0,-1 0 1,2 0-1,-1 0 0,0 0 0,0 0 1,7-11 13960,9 21-13038,-14-8-1079,0 1 0,0-1 0,0 1 0,-1-1 0,1 1 0,0 0 0,-1-1 0,1 1 0,-1 0 0,0 0 0,0 0 0,0 1 0,0-1 0,0 0 0,0 0 0,1 4 0,6 43 0,-4-26 0,-2-9 0,1 1 0,-1 28 0,-2-31 0,1 1 0,0 0 0,4 16 0,0-11 0,7 33 0,37 97 0,-48-145 0,0 0 0,1 0 0,-1 0 0,1-1 0,-1 1 0,1 0 0,0-1 0,0 1 0,0-1 0,0 1 0,3 2 0,14 5 0,-14-9 0,0 0 0,1-1 0,-1 1 0,0-1 0,1-1 0,-1 1 0,0-1 0,0 0 0,1 0 0,-1 0 0,0-1 0,0 0 0,0 0 0,5-3 0,12-7 0,36-25 0,-32 18 0,26-13 0,1 2 0,2 3 0,91-33 0,-141 58 0,0 0 0,0 0 0,0 1 0,0 0 0,1 0 0,-1 0 0,1 0 0,-1 1 0,0 0 0,1 0 0,-1 1 0,1-1 0,-1 1 0,0 0 0,1 1 0,-1-1 0,0 1 0,0 0 0,0 0 0,0 1 0,-1-1 0,1 1 0,-1 0 0,1 1 0,-1-1 0,0 1 0,0-1 0,0 1 0,-1 0 0,0 1 0,1-1 0,4 10 0,-3-6 0,0 2 0,1 0 0,0 0 0,1-1 0,15 16 0,-19-23 0,0 1 0,0-1 0,1 1 0,-1-1 0,1 0 0,-1 0 0,1-1 0,0 1 0,0-1 0,-1 0 0,1 0 0,0 0 0,0-1 0,0 1 0,0-1 0,1 0 0,-1 0 0,4-1 0,4 0 0,-1-2 0,1 1 0,-1-2 0,1 1 0,-1-1 0,12-7 0,65-40 0,-26 15 0,-17 10 0,-20 11 0,52-22 0,-68 33 0,0 1 0,0 1 0,1-1 0,-1 2 0,1-1 0,-1 1 0,1 1 0,-1 0 0,1 0 0,10 2 0,109 23 0,47 7 0,-105-24 0,97 0 0,-145-8 0,0-2 0,-1 0 0,1-2 0,-1 0 0,1-2 0,-2 0 0,1-1 0,32-16 0,-46 18 0,0 0 0,0 0 0,0-1 0,-1 0 0,1 0 0,-1 0 0,-1-1 0,7-9 0,2-10 0,-16 17 0,0 4 0,1 4 0,0-1 0,-1 1 0,1-1 0,0 1 0,0-1 0,-1 1 0,1 0 0,-1-1 0,0 1 0,1 0 0,-1-1 0,0 1 0,0 0 0,0 0 0,0-1 0,0 1 0,0 0 0,0 0 0,0 0 0,0 0 0,0 0 0,-1 1 0,1-1 0,0 0 0,-1 1 0,1-1 0,0 0 0,-1 1 0,1 0 0,-1-1 0,1 1 0,-1 0 0,1 0 0,-1 0 0,1 0 0,-1 0 0,1 0 0,-2 0 0,-9 1 0,0 0 0,1 0 0,-23 7 0,23-5 0,0 1 0,0 0 0,1 1 0,-1 0 0,1 1 0,0 0 0,1 0 0,-14 12 0,5 0 0,15-11 0,2-1 0,0-5 0,0 0 0,0 1 0,0-1 0,1 1 0,-1-1 0,0 1 0,1 0 0,0-1 0,-1 1 0,1 0 0,0-1 0,0 3 0,5 2 0,-4-5 0,1 2 0,1 0 0,-1 1 0,1-1 0,0 0 0,0 0 0,0-1 0,0 1 0,0-1 0,1 1 0,-1-1 0,1 0 0,7 3 0,-9-4 0,37 29-2076,-33-24 1351,1 0 1,0 0-1,0-1 0,1 0 0,-1 0 1,1-1-1,12 5 0,59 11-9702,-33-13-1055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5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14517,'32'-5'3134,"-25"4"4593,-8 1-7565,1-1-1,-1 0 1,1 1-1,0-1 1,-1 0 0,1 1-1,-1-1 1,1 1-1,-1-1 1,0 1-1,1-1 1,-1 1-1,0-1 1,1 1-1,-1 0 1,0-1 0,1 1-1,-1 0 1,0-1-1,1 1 1,-1 0-1,-2 0 1,-4-4 2374,20-1-1399,7 2-1137,-15 6 0,-4-1 0,4 0 0,-1 0 0,0 0 0,0 1 0,-1-1 0,1 1 0,-1 0 0,1 0 0,-1 0 0,0 0 0,0 0 0,0 1 0,0 0 0,-1-1 0,5 9 0,-5-6 0,0 0 0,0 0 0,-1 0 0,0 0 0,0 0 0,0 0 0,-1 0 0,1 1 0,-2-1 0,1 0 0,-2 7 0,0 6 0,1-10 0,0 1 0,0-1 0,-1 0 0,0 1 0,-1-1 0,0 0 0,-5 9 0,-65 121 0,64-126 0,23-31 0,3-5 0,36-36 0,221-161 0,-265 214 0,-1 1 0,1 0 0,0 0 0,0 1 0,0 0 0,1 0 0,11-2 0,-20 5 0,0 1 0,0 0 0,0 0 0,0 0 0,1 0 0,-1 0 0,0 0 0,0 0 0,0 0 0,0 0 0,0 0 0,0 0 0,0 1 0,0-1 0,0 0 0,0 1 0,0-1 0,0 1 0,0 0 0,0-1 0,0 1 0,0-1 0,0 1 0,0 0 0,1 1 0,-1 1 0,0-1 0,1 0 0,-1 1 0,0 0 0,0-1 0,0 1 0,-1-1 0,1 1 0,-1 0 0,1 3 0,-1 7 0,0 0 0,-1 1 0,-2 15 0,2-27 0,-10 59 40,7-48-122,1 0 1,1 0-1,0 1 1,1-1 0,0 0-1,1 1 1,0-1-1,1 1 1,5 20-1,-4-25-1046,1-1-1,0 0 1,0 1-1,1-1 1,0 0 0,1-1-1,0 1 1,0-1-1,0 0 1,1 0-1,0-1 1,0 1-1,1-1 1,12 8-1,28 11-10952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5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767 1 15793,'-48'5'3037,"39"-4"2150,5 21-1136,-1 1-3369,3-15-373,-1 1 0,2-1 0,-1 1 0,1 0 0,0 0 0,1 0 0,0 0 0,0 0 0,1 0 0,0-1 0,1 1 0,2 9 0,1-7-367,-1-1 0,2 1 0,-1-1 1,1 0-1,1 0 0,0-1 0,0 0 0,1 0 0,0 0 0,0-1 1,1 0-1,0-1 0,1 0 0,0-1 0,0 0 0,0 0 1,0-1-1,1 0 0,0-1 0,0 0 0,0-1 0,1 0 0,-1-1 1,1 0-1,19 0 0,-22-1 116,0-1-1,0-1 1,0 0 0,0 0-1,0-1 1,0 0 0,0 0-1,-1-1 1,1 0 0,-1-1-1,0 0 1,0 0 0,0-1-1,-1 0 1,1 0 0,-1-1 0,0 0-1,-1 0 1,1 0 0,-1-1-1,-1 0 1,9-13 0,4-8 119,-18 27-177,0 1 0,1 0 0,-1-1 0,0 1 0,1 0 0,-1-1 0,0 1 0,1 0 0,-1 0 0,0-1 0,1 1 0,-1 0 0,1 0 0,-1 0 0,0-1 0,1 1 0,-1 0 0,1 0 0,-1 0 0,1 0 0,-1 0 0,0 0 0,1 0 0,-1 0 0,1 0 0,-1 0 0,1 0 0,-1 0 0,1 0 0,-1 1 0,0-1 0,1 0 0,-1 0 0,1 0 0,-1 1 0,0-1 0,1 0 0,-1 0 0,0 1 0,1-1 0,-1 0 0,0 1 0,1-1 0,-1 0 0,0 1 0,0-1 0,1 0 0,-1 1 0,0-1 0,0 1 0,0-1 0,0 0 0,0 1 0,1-1 0,-1 1 0,0-1 0,0 1 0,0-1 0,0 1 0,0-1 0,0 1 0,0 0 0,2 4 0,-1 0 0,0 0 0,0 0 0,0 0 0,0 1 0,-1-1 0,0 0 0,0 0 0,0 0 0,-2 9 0,-16 58 0,6-29 0,1 5 0,-158 628 0,80-344 0,-69 237 0,99-388 0,-89 189 0,121-313 0,-111 216 0,120-244 0,0-1 0,-2 0 0,-1-2 0,-2-1 0,0 0 0,-50 40 0,67-61 0,-1 1 0,0-1 0,1 0 0,-1-1 0,0 1 0,-1-1 0,1-1 0,0 1 0,-14 1 0,18-3 0,1-1 0,0 0 0,-1 0 0,1 0 0,-1-1 0,1 1 0,0-1 0,-1 1 0,1-1 0,0 0 0,0 0 0,-1 0 0,1 0 0,0 0 0,0 0 0,0 0 0,0-1 0,0 1 0,0-1 0,1 0 0,-1 1 0,1-1 0,-1 0 0,1 0 0,-1 0 0,1 0 0,0 0 0,0-1 0,0 1 0,0 0 0,0 0 0,1-1 0,-1 1 0,0-3 0,-2-9 0,1 0 0,1 0 0,0 1 0,0-1 0,2 0 0,2-25 0,23-84 0,-6 58 0,2 0 0,3 2 0,42-77 0,125-170 0,-86 174-3069,175-176 1,-154 178 886,-106 111 1326,139-136-9135,-63 83-626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6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38 10313,'38'-37'17368,"-25"52"-13501,-11-9-3803,0 1 1,0-1 0,0 1 0,-1-1 0,0 1 0,0 0 0,0-1-1,-1 1 1,0 0 0,-1 0 0,1-1 0,-1 1 0,-3 10 0,-5 18 84,-17 43 0,16-48-136,-14 40-13,-65 208 0,82-249-1122,0 2 1,2-1-1,1 1 0,2-1 1,1 43-1,3-52-155,0 0-1,2 0 0,0 0 0,2 0 1,0-1-1,1 0 0,1 0 1,17 31-1,6 3-10276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6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0 206 12321,'0'-1'155,"0"-1"-1,0 1 1,0 0-1,0-1 1,0 1-1,1 0 1,-1-1-1,0 1 1,1 0-1,-1 0 1,0-1-1,1 1 1,0 0-1,-1 0 1,1 0-1,0 0 1,-1 0-1,1 0 1,0 0-1,0 0 1,0 0-1,0 0 1,0 0-1,0 1 1,0-1-1,0 0 1,1 1-1,1-2 1,40-12 2057,-35 13-1869,78-15 2934,129-7 1,-138 17-2649,405-51 1434,-46 4-736,-425 51-1275,0 1-1,0 1 1,-1 0 0,1 0 0,0 1 0,0 1 0,0 0-1,-1 0 1,1 1 0,-1 0 0,0 1 0,0 0-1,0 0 1,0 1 0,-1 1 0,1 0 0,-2 0 0,1 0-1,-1 1 1,0 1 0,0-1 0,0 1 0,-1 1 0,-1-1-1,10 17 1,49 92-781,-7-12-4453,-55-100 4351,-1 0-1,0 1 1,0-1-1,0 1 1,-1 0 0,0 0-1,0-1 1,0 1-1,-1 0 1,1 6-1,0 6-2701,3 4-6171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6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9193,'57'-69'1868,"-25"55"2044,-26 28-7612,3 1 372,-5 16-1633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1 340 12365,'3'7'9690,"-2"0"-3922,-1 5-2772,-2 6-3340,0 13 378,9 96 890,-4-43-1323,5-32 97,-7-52 299,0 1 0,0-1 0,-1 1-1,1-1 1,0 1 0,0-1 0,0 1 0,0-1 0,-1 0-1,1 1 1,0-1 0,0 0 0,0 0 0,0 0-1,0 1 1,0-1 0,0 0 0,0 0 0,1-1 0,0 1-7,3 1 1,1-1-1,-1-1 1,1 1 0,-1-1 0,1 0 0,-1 0 0,0 0 0,0-1-1,1 0 1,4-2 0,53-30-20,-35 17 45,56-29 21,93-50 174,-172 92-209,2 0 0,22 1 1,-18 3 7,0 0 0,0 2-1,0-1 1,0 1 0,-1 1-1,13 4 1,-13-3-14,1-1 1,-1-1-1,0 1 0,1-2 1,-1 1-1,1-2 0,14 1 1,34-10 190,82-24 0,-130 31-132,1 0-1,-1 0 1,1 1 0,-1 1-1,1 0 1,-1 0 0,1 1-1,-1 1 1,1 0 0,13 4-1,12 6 133,61 30-1,-66-27-137,1-2-1,44 14 1,-52-22-46,0-1-1,0-1 1,1-1 0,-1-2-1,0 0 1,1-2 0,-1 0-1,0-2 1,0 0 0,-1-2-1,1-1 1,33-14 0,-8-3-13,-1-2 1,-1-2 0,53-40-1,50-61-151,-131 109 128,-2-1 0,0 0-1,-1-1 1,-2-1 0,17-30 0,-30 48 38,0 1 0,0-1 0,-1 1 0,0-1 0,0 0 0,0 0 0,-1 1 0,1-1 0,-1 0 0,0 0 0,-1 0 0,1 1 0,-2-8 0,1 9-45,-34-2 88,32 4-99,-19 39-774,17-27 769,4-8 32,2-6-60,1-4 79,0 1-1,-1-1 0,0 0 1,0 0-1,0 0 0,-1-12 1,-32 11 66,31 8-52,0 0 1,0 0 0,0 0 0,0 0-1,0 1 1,0-1 0,0 0 0,0 1-1,-1-1 1,1 1 0,0-1 0,0 1-1,1-1 1,-1 1 0,0 0 0,0-1 0,0 1-1,-1 1 1,-4 3 45,-15 11 95,1 0-1,0 1 1,-30 36 0,-49 71 621,56-67-644,21-29-127,0 2 0,-21 41 0,37-60 0,1 0 0,0 0 0,1 0 0,0 1 0,1-1 0,0 1 0,1 0 0,0 0 0,1 0 0,0 23 0,2-29 0,1 1 0,0 0 0,0-1 0,0 1 0,1-1 0,0 0 0,0 0 0,1 0 0,-1 0 0,1 0 0,1-1 0,-1 0 0,1 0 0,0 0 0,0 0 0,0-1 0,1 0 0,-1 0 0,1 0 0,12 5 0,4 2 0,0-2 0,1 0 0,0-1 0,38 7 0,-16-8 0,0-1 0,0-3 0,0-2 0,0-1 0,1-3 0,-1-1 0,-1-3 0,1-1 0,-1-3 0,0-1 0,-1-2 0,-1-2 0,74-40 0,-73 32-76,-2-3 0,-1-1 0,67-62 0,-51 35 8,81-103 1,-106 113 506,-30 42-439,1 1 0,-1 0 0,1 0 0,0 1 0,0-1 0,0 0 0,0 1 0,0-1 0,0 1 0,0-1 0,3 0 0,-4 2 0,-1-1 0,1 1 0,0 0 0,0 0 0,0 0 0,0 0 0,0 0 0,0 0 0,0 0 0,0 0 0,0 0 0,0 0 0,0 0 0,-1 0 0,1 1 0,0-1 0,0 0 0,0 1 0,1 0 0,1 2 0,0-1 0,0 1 0,-1 0 0,1 0 0,-1 0 0,0 0 0,0 0 0,0 0 0,2 5 0,0-1 0,4 11 0,0 0 0,-1 1 0,-1-1 0,0 1 0,5 39 0,-1-8 0,-7-34 0,0 0 0,-1 1 0,-1 0 0,0-1 0,-1 1 0,-1 0 0,0-1 0,-2 1 0,0-1 0,0 0 0,-2 1 0,0-2 0,0 1 0,-2 0 0,0-1 0,-1-1 0,0 1 0,-1-1 0,-16 18 0,4-7-43,-2-1-1,-1-1 1,0-1-1,-2-1 1,0-1-1,-2-2 1,0 0-1,-1-2 1,0-2-1,-33 12 1,49-21-1018,0-2-1,0 0 1,0 0 0,-22 0-1,-20-5-8866,29 0-4142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9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46 9465,'1'-1'634,"1"-1"0,-1 1-1,0-1 1,0 1 0,1-1 0,-1 1 0,0-1 0,-1 0 0,1 0 0,0 1 0,0-1-1,0-2 1,-2 2-265,1 1 0,-1-1-1,1 1 1,-1-1 0,1 1 0,-1-1-1,0 1 1,0 0 0,-7-9 10227,-8 22-9449,7-5-1147,0 0 0,1 1 0,0 0 0,0 0 0,1 1 0,-8 11 0,13-17 0,0 0 0,0 0 0,0 0 0,0 1 0,0-1 0,1 1 0,0-1 0,-1 1 0,1 0 0,1-1 0,-1 1 0,0 0 0,1 0 0,0-1 0,0 1 0,0 0 0,0 0 0,1 0 0,0-1 0,-1 1 0,4 7 0,1-3 0,0 0 0,1-1 0,0 0 0,0 0 0,1 0 0,0 0 0,0-1 0,0-1 0,1 1 0,0-1 0,0 0 0,0-1 0,17 7 0,12 3 0,75 16 0,-108-29 0,56 13 0,2-3 0,0-3 0,0-2 0,0-4 0,0-1 0,89-12 0,-138 9 0,0-1 0,0 0 0,0 0 0,0-2 0,-1 1 0,1-1 0,-1-1 0,0-1 0,-1 1 0,0-2 0,0 0 0,0 0 0,-1 0 0,0-2 0,-1 1 0,16-22 0,-19 23 0,0 0 0,0 1 0,13-13 0,-6 7 0,-13 12 0,1 1 0,-1-1 0,0 1 0,1-1 0,-1 1 0,1-1 0,-1 1 0,0 0 0,1-1 0,-1 1 0,1 0 0,-1-1 0,1 1 0,-1 0 0,1-1 0,-1 1 0,1 0 0,-1 0 0,1 0 0,-1 0 0,1-1 0,0 1 0,-1 0 0,1 0 0,-1 0 0,1 0 0,-1 0 0,1 0 0,0 0 0,-1 1 0,1-1 0,-1 0 0,1 0 0,-1 0 0,1 1 0,-1-1 0,1 0 0,-1 0 0,1 1 0,-1-1 0,1 0 0,-1 1 0,1-1 0,-1 1 0,0-1 0,1 1 0,-1-1 0,0 1 0,1-1 0,-1 1 0,0-1 0,0 1 0,1-1 0,-1 1 0,0-1 0,0 1 0,0 0 0,1 0 0,2 5 0,0-1 0,-1 1 0,1 0 0,-1 0 0,0 0 0,0 1 0,-1-1 0,1 9 0,2 60 0,-3-36 0,3 274 0,-38 337 0,23-545 0,-4 0 0,-5-1 0,-5-1 0,-51 136 0,66-215 0,-1 0 0,-1-2 0,-1 1 0,-1-2 0,-1 1 0,-1-2 0,-1 0 0,0-1 0,-2-1 0,0-1 0,-1 0 0,0-2 0,-27 16 0,23-17 0,-1-1 0,0-2 0,-1 0 0,-1-2 0,0 0 0,0-2 0,0-1 0,-1-2 0,1 0 0,-1-2 0,0-1 0,-29-2 0,41 0 0,0-1 0,0-1 0,1 0 0,-1-1 0,1-1 0,0 0 0,-18-9 0,28 12 0,1-1 0,-1 1 0,1-1 0,-1 0 0,1-1 0,0 1 0,0-1 0,1 1 0,-1-1 0,1 0 0,-1-1 0,1 1 0,1-1 0,-1 1 0,1-1 0,-1 0 0,1 0 0,1 0 0,-1 0 0,1 0 0,0 0 0,0 0 0,0 0 0,1-1 0,0-8 0,1 2-1,1-1 1,1 0-1,0 0 0,1 1 0,0 0 1,1 0-1,1 0 0,0 0 0,0 1 1,12-16-1,13-14-14,49-49 1,-56 64 4,213-226-37,113-125-92,-34-23-19,-285 354 122,36-72-1,-58 97 69,0 0 0,-1 0 0,-1-1 1,-1 0-1,-1 0 0,3-26 0,-7 42-4,-1 0 1,0 1-1,0-1 0,-1 1 0,0-1 0,0 1 0,-1-6 0,1 8-25,-6-16 8,0 16-8,1 11-6,5-6 3,-1 0 0,1 0 0,0 0 0,0 1 0,0-1 0,0 0 0,0 1 0,0-1 0,1 0 0,-1 1 0,1-1 0,0 1 0,-1-1 0,1 1 0,0-1 0,0 1 0,1-1 0,-1 1 0,1-1 0,-1 1 0,1-1 0,0 1 0,0-1 0,1 3 0,4 12 0,2 1 0,11 17 0,-14-24 0,4 4 0,1 0 0,1 0 0,0-1 0,1 0 0,0-1 0,1 0 0,0-1 0,1-1 0,1 0 0,30 17 0,-33-21 0,1 0 0,1-1 0,-1-1 0,1 0 0,0-1 0,1 0 0,-1-1 0,0-1 0,1 0 0,0-1 0,-1-1 0,1 0 0,26-4 0,-37 3-9,-1 1 0,0-1 0,1 0 0,-1-1 0,0 1 0,0-1 0,1 1 0,-1-1 0,0 0 0,-1 0 1,1 0-1,0-1 0,-1 1 0,1-1 0,-1 1 0,3-4 0,-4 4-2,0 0 0,0-1 0,0 1 1,0 0-1,0 0 0,0-1 0,-1 1 0,1 0 1,-1-1-1,1 1 0,-1-1 0,0 1 0,0-1 1,0 1-1,-1 0 0,1-1 0,0 1 0,-1-1 1,0 1-1,1 0 0,-1 0 0,0-1 0,-2-2 1,-3-5-57,-1 1-1,1-1 1,-2 1 0,0 0 0,0 1 0,0 0 0,-1 0 0,0 1 0,0 0 0,-1 1 0,-21-11 0,-10-2-221,-81-24 0,17 7-258,66 20 290,35 15 164,7-1-40,8-7 99,-8 7 27,-1-1 1,2 1-1,-1 0 0,0 0 1,0 0-1,1 0 0,-1 1 1,1-1-1,-1 1 0,1 0 1,5-1-1,46-13-46,-1-2 1,63-29-1,-21 8 399,-94 37-338,-1 0 0,1 1 0,0-1 0,-1 1-1,1-1 1,-1 1 0,1 0 0,0-1 0,0 1 0,-1 0 0,1 0 0,0 0-1,-1 1 1,1-1 0,0 0 0,-1 1 0,1-1 0,-1 1 0,1-1-1,0 1 1,-1 0 0,1-1 0,-1 1 0,0 0 0,1 0 0,-1 0 0,0 0-1,1 0 1,-1 1 0,0-1 0,1 2 0,2 4 9,0 0 0,-1 0 0,1 0 0,-2 1 0,4 12 0,7 18 15,0-11-17,2-2-1,0 0 0,2-1 1,0-1-1,2 0 0,0-2 0,27 24 1,-30-32-13,0 0 0,0-1 1,2-1-1,-1 0 0,1-2 1,1 0-1,-1-1 0,2 0 1,-1-2-1,40 8 0,-53-13 5,1 0-1,0-1 0,-1 0 1,1 0-1,-1 0 0,1-1 1,0 0-1,-1 0 1,0-1-1,1 0 0,-1 0 1,0 0-1,0-1 0,0 0 1,0 0-1,0-1 1,-1 1-1,0-1 0,7-6 1,3-6 269,-1 0 0,0-1 0,-1-1 0,15-26 0,-10 16 289,-16 32-479,-5 18-1053,-2 33-2437,12 21-1348,5-21-3916,3-13-3372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19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0 11185,'4'3'1283,"1"-1"-1,0 1 1,-1 0-1,1 0 1,-1 0 0,6 6-1,1 15 3905,-9-2-6350,-1-1 1416,-2 0-1,0-1 1,-1 1-1,-2 0 1,0-1 0,-1 0-1,-11 30 1,-5-4-213,-1-1 1,-2-1-1,-37 49 1,42-66-83,7-11 79,0 0-1,-24 24 1,95-107 744,107-67-162,-69 59-468,85-59-1546,-164 121 573,0-2 1,24-26-1,-6 6-4273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0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204 215 6745,'18'-26'2482,"-14"21"3918,-7-15-2991,2 16-2977,0 1-1,0-1 0,0 1 1,0 0-1,-1-1 0,0 1 1,0 0-1,1 0 0,-2 0 1,1 0-1,0 1 0,-1-1 1,1 1-1,-1-1 0,0 1 1,0 0-1,-4-3 0,-8-7 1151,13 10-197,0 1-122,-9-7-199,11 8-1040,-1 0 0,1-1 0,-1 1 0,1 0 0,-1-1 0,1 1 0,0 0 0,-1 0 0,1-1 0,-1 1 0,1 0 0,-1 0 0,1 0 0,-1 0 0,0 0 0,1 0 0,-1-1 0,1 1 0,-1 0 0,1 1 0,-1-1 0,1 0 0,-2 0 0,-1 4-13,0 0-1,-1 0 0,2 0 0,-1 1 0,0-1 1,1 1-1,0-1 0,0 1 0,-1 6 0,-1-2-15,-7 23 5,1 1 0,2 0 0,-5 44 0,1-4 0,-3 1 0,4 0 0,3 0 0,3 1 0,6 106 0,1-163 0,1-1 0,0 0 0,1 0 0,1 0 0,0-1 0,2 0 0,0 0 0,17 29 0,-18-35 0,1 0 0,1-1 0,0 1 0,0-2 0,0 1 0,1-1 0,1 0 0,-1-1 0,1 0 0,0-1 0,1 0 0,0 0 0,17 6 0,-7-7 0,-1 0 0,1-1 0,0-1 0,0-1 0,0-1 0,1 0 0,-1-2 0,0-1 0,0 0 0,0-2 0,0 0 0,0-1 0,-1-1 0,31-14 0,-27 9 0,0-1 0,-1-1 0,0-1 0,-1 0 0,0-2 0,-2-1 0,0 0 0,0-2 0,-2 0 0,-1-1 0,20-28 0,-26 31 0,0-1 0,-2 0 0,0 0 0,-1-1 0,-1 0 0,0-1 0,-2 1 0,0-1 0,-1-1 0,-1 1 0,-1 0 0,-1-1 0,-1 1 0,0-1 0,-2 1 0,0 0 0,-2 0 0,0 0 0,-1 0 0,-1 0 0,-1 1 0,-14-30 0,4 19-156,-1 1 0,-1 2 0,-1-1 0,-1 2 1,-2 1-1,0 1 0,-2 1 0,0 1 0,-2 1 0,-37-23 0,27 22-161,-1 2-1,0 2 1,-2 1 0,0 3-1,0 1 1,-1 1 0,-75-10-1,101 21-319,0-1 0,-1 2 1,1 0-1,-1 0 0,-20 5 0,27-3-282,1 0-1,-1 1 1,0 0-1,1 0 1,-16 9 0,23-12 595,1 1 0,-1-1 0,0 1 0,1-1 0,-1 1 1,0-1-1,1 1 0,-1-1 0,0 1 0,1 0 0,-1-1 0,1 1 1,-1 0-1,1 0 0,0-1 0,-1 1 0,1 0 0,-1 1 1,0 23-9716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1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158 547 12325,'-16'-62'3362,"16"61"-3154,0 1 0,0-1 0,0 0 0,-1 1 1,1-1-1,0 0 0,0 1 0,-1-1 0,1 1 0,0-1 1,-1 0-1,1 1 0,-1-1 0,1 1 0,-1-1 0,1 1 1,-1-1-1,1 1 0,-2-1 0,-9 4 636,10-3-322,-4 2-204,-1 0 0,1 1 0,0-1 0,-1 1 0,1 1 0,0-1 0,1 1 0,-1-1 0,0 1 0,1 1 1,0-1-1,0 0 0,1 1 0,-1 0 0,1 0 0,0 0 0,0 0 0,0 1 0,-3 10 0,-1 6 980,0 0-1,1 1 1,-5 40-1,9-46-1297,2 1 0,0-1 0,1 1 0,0-1 0,1 0 0,1 1 0,1-1 0,1 0 0,9 24 0,-11-34 0,-2-5 0,0 1 0,0 0 0,0-1 0,1 0 0,-1 1 0,1-1 0,0 0 0,-1 0 0,1 0 0,0 0 0,0 0 0,0 0 0,1-1 0,-1 1 0,0-1 0,0 1 0,4 0 0,-5-1 0,0 0 0,1 0 0,-1 0 0,0 0 0,0-1 0,1 1 0,-1-1 0,1 1 0,-1-1 0,0 1 0,1-1 0,-1 0 0,1 0 0,-1 0 0,1 1 0,-1-2 0,1 1 0,-1 0 0,1 0 0,-1 0 0,1-1 0,1 0 0,1-1 0,-1 0 0,1 0 0,-1-1 0,0 1 0,0-1 0,5-5 0,17-14 0,-16 17 0,0 0 0,0 0 0,1 1 0,-1 1 0,1 0 0,0 0 0,0 1 0,0 0 0,0 0 0,1 1 0,-1 1 0,0 0 0,20 2 0,10 4 0,0 1 0,49 17 0,-40-10 0,45 10 0,103 13 0,-159-33 0,0-1 0,0-2 0,1-1 0,-1-2 0,68-13 0,-91 12 0,-1-1 0,0-1 0,0 0 0,-1-1 0,1 0 0,-1-1 0,0-1 0,-1 0 0,0-1 0,17-15 0,-14 9 0,-1-1 0,-1 0 0,0-1 0,-1 0 0,-1-1 0,16-35 0,9-30 0,47-170 0,-9-95 0,-65 301 0,-19 80 0,-24 81 0,-17 205 0,30-175 0,-3 48 0,22-156 0,1-1 0,2 0 0,7 50 0,-6-76-526,0 0 1,1-1-1,0 1 1,0-1-1,0 0 0,1 0 1,0 0-1,1 0 0,7 9 1,-9-13-46,1 0 0,-1-1 0,1 1 0,-1-1 0,1 0 1,0 0-1,0 0 0,0 0 0,1-1 0,-1 0 0,1 1 0,-1-2 0,1 1 1,0 0-1,-1-1 0,1 0 0,0 0 0,9 0 0,16-3-13109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1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16 158 14193,'-16'-11'8133,"45"2"-6101,15 0-388,7 7-392,13-7-407,18 0-669,20-2-908,6-3-473,6-3-759,10-3-696,12 2 336,10 4-3449,16 0-4860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2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12445,'-3'28'6224,"-1"9"-2872,4 41-1994,-3 0 0,-14 82 0,-40 157 3645,11-78-3334,40-203-3032,1 2 0,2-1 0,1 0 0,6 57 0,-3-81 504,2 1 0,0-1 0,0 0 0,1 0 0,1-1 0,11 24 0,-12-29 398,1 1 1,0-1 0,1 0-1,-1-1 1,1 1 0,1-1 0,-1 0-1,1-1 1,0 1 0,0-1 0,13 6-1,18 7-10970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2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0 732 10233,'26'-7'1428,"0"1"0,0 1 0,1 1 0,32 0 0,-47 4-1086,-1 0 0,1 0-1,0 1 1,-1 1 0,1 0 0,-1 1-1,0 0 1,0 0 0,0 1-1,0 1 1,0 0 0,11 7-1,-19-10-276,0 1-1,0-1 1,0 0 0,0 1-1,-1-1 1,1 1-1,-1 0 1,0 0-1,0 0 1,0 0-1,0 0 1,0 0-1,-1 1 1,1-1 0,-1 1-1,0-1 1,0 1-1,0-1 1,0 1-1,-1 5 1,0-2-14,-1 1 1,0 0-1,-1 0 0,0-1 1,0 1-1,0-1 0,-1 0 0,-4 8 1,-4 5 26,-1-1 0,-1 0 1,-1-1-1,0 0 0,-2-1 1,-17 15-1,-26 31 98,60-62-168,0 0 0,0 0 0,0 0 1,0 0-1,0 0 0,0 0 0,0 0 0,0-1 0,0 1 1,0 0-1,1-1 0,-1 1 0,0-1 0,1 1 0,-1-1 1,0 0-1,1 1 0,-1-1 0,2 0 0,13-3-61,-1 0-1,1-1 1,25-10-1,-27 9 15,66-28-222,64-35-235,-98 45 302,-1-1-1,-1-3 1,56-44 0,-94 66 159,0-1 0,-1 0 0,1 0 0,-1-1 0,-1 1 0,7-12 0,-2 4-2,-7 12 95,27-19 209,-27 19-180,36 10 123,-36-7-200,1 1 0,-1-1 1,0 1-1,0 0 1,0 0-1,0 0 0,0 0 1,0 0-1,-1 0 0,1 0 1,-1 0-1,1 1 0,-1-1 1,0 1-1,0-1 0,1 5 1,0-3 13,4 11-3,0 0-1,4 24 0,-6-25 14,-1-1 0,2 1-1,6 14 1,-8-24-40,-1 1 0,1-1 0,0 1 0,0-1 1,1 0-1,-1 0 0,1 0 0,0-1 0,0 1 0,0-1 0,0 0 0,7 3 0,-2-1-23,1-1 0,-1 0 0,1 0-1,0-1 1,1-1 0,-1 0 0,0 0 0,1-1-1,-1 0 1,1-1 0,15-1 0,-12 0 15,0-2 1,0 1 0,0-2-1,0 0 1,-1-1 0,1 0-1,-1-1 1,14-8-1,-6 2 123,79-52 680,-86 55-409,1-1 0,0 2 0,1 0 0,0 1-1,0 1 1,17-5 0,107-20 951,1 0-751,-107 20-531,-1-1 1,0-1 0,-1-2 0,0-2-1,-1-1 1,-1-1 0,-1-1-1,-1-2 1,-1 0 0,-1-2 0,0-1-1,-2-2 1,-1 0 0,-2-1 0,0-1-1,31-62 1,88-217 3474,-122 275-3513,-9 26-12,-9 7 1,1 0 0,-1 1 0,0-1 0,1 0 0,-1 1 0,0-1 0,1 1 0,-1-1 0,0 0 0,0 1 0,1-1 0,-1 1 0,0-1 0,0 1 0,0-1-1,0 1 1,0-1 0,0 1 0,0-1 0,0 1 0,0-1 0,0 0 0,0 1 0,0-1 0,0 1 0,0 0 0,-2 28 0,-2-1 0,0 0 0,-10 32 0,-2 10 0,-29 253-379,43-283 153,2 0-1,1 0 0,2-1 1,2 1-1,1-1 0,14 46 0,-17-75-640,1 1 0,1 0 0,-1-1 0,2 0 0,11 18 0,-11-21-1059,0 0 1,0 0-1,0-1 0,13 10 1,19 8-11062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2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0 181 13725,'111'0'3373,"-66"-12"-569,12 1-524,13 2-428,9-2-460,7 0-252,12-1-600,17-2-1140,15-9-396,3 0-948,13 0-992,10 6-3181,12 3-5412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3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12 11713,'-4'-2'7025,"-14"-7"441,25 44-4750,-1-9-1955,-2 1 0,0 0 0,-2 0-1,-1 44 1,-12 43-721,2-45-39,3 0 0,4 0-1,10 118 1,-7-179-38,0-1 0,1 0 0,0 0 0,0 0 0,1 0 0,0-1 0,0 1 0,0-1 0,1 1-1,0-1 1,0 0 0,7 6 0,-8-9 13,0 0 0,0 0 0,0-1 0,1 1 0,-1-1 0,1 0 0,0 0 0,0 0 0,0 0 0,0-1 0,0 1 0,0-1 0,0 0 0,0-1 0,0 1 0,1-1 1,-1 1-1,0-1 0,0-1 0,1 1 0,-1 0 0,7-3 0,16-5-54,0-2 0,-1 0 0,0-2 0,25-16 0,61-26-7,-99 49 109,1 0 0,0 1 1,1 1-1,-1 0 0,0 1 0,24-1 0,-5 5 112,0 2 1,61 13 0,12 3 240,-72-16-298,0-1 0,0-2 0,58-6 0,-79 3-61,1 0 0,-1 0 0,0-1 1,0-1-1,-1 0 0,1-1 0,-1-1 0,0 1 0,0-2 1,-1 0-1,0 0 0,16-14 0,-19 12-18,0-1 0,0 0 0,-1 0 0,0-1 0,-1 0 0,0 0 0,-1-1 0,0 0 0,-1 1 0,4-18 0,2-17 0,6-64 0,-15 103 0,21-178 0,-22 181-306,0 0 0,0 0 0,1 1 0,0-1 0,-1 0 0,1 1 1,0-1-1,1 0 0,-1 1 0,1 0 0,0-1 0,-1 1 0,1 0 0,1 0 0,-1 0 0,0 0 0,5-4 1,-5 6 48,0 0 0,0 0 0,0 0 1,0 0-1,0 1 0,0-1 0,0 1 1,0-1-1,0 1 0,1 0 0,-1 0 1,0 0-1,0 0 0,0 0 1,0 0-1,1 1 0,-1-1 0,0 1 1,0-1-1,0 1 0,0 0 0,0 0 1,0 0-1,0 0 0,-1 0 0,1 0 1,0 1-1,0-1 0,-1 1 1,3 1-1,16 20-6092,15 12-3620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3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11601,'0'0'9497,"6"20"-8397,-2-3-508,-1 3-488,-3 3-428,-3 0-636,3-1-852,-10 1-660,1 0-2653,5 0-4092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3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1 464 8033,'16'-126'2304,"0"74"-372,-7 7-348,-2 2-284,-1 9-272,7 2-283,2 3-309,-2 1-548,0 2-777,9 6-507,-9 12-876,3-4-1424,0 4-2317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1565 10121,'-1'2'256,"0"-1"1,0 1-1,0 0 1,0-1-1,0 1 0,0-1 1,0 0-1,0 1 1,0-1-1,-1 0 1,1 1-1,-1-1 0,1 0 1,-1 0-1,1 0 1,-1-1-1,0 1 1,1 0-1,-1 0 0,0-1 1,1 1-1,-1-1 1,0 0-1,0 1 1,0-1-1,1 0 0,-1 0 1,0 0-1,0 0 1,0-1-1,1 1 1,-1 0-1,0-1 0,0 1 1,1-1-1,-1 0 1,0 1-1,1-1 1,-1 0-1,0 0 0,1 0 1,-4-5 5528,13-4-4490,-1 2-458,0-1 1,-1 1-1,-1-2 1,7-12 0,5-8-305,13-24-488,22-58 0,-10 21-60,24-58 15,49-171 0,-84 223 0,-5-3 0,-4 0 0,-4-1 0,5-121 0,-23 199 0,0 1 0,-5-34 0,5 55 0,0 0 0,0-1 0,0 1 0,0 0 0,0-1 0,-1 1 0,1 0 0,0-1 0,-1 1 0,1 0 0,-1 0 0,1-1 0,-1 1 0,0 0 0,1 0 0,-1 0 0,0 0 0,0 0 0,0 0 0,0 0 0,0 0 0,0 0 0,0 0 0,0 0 0,0 1 0,0-1 0,-1 0 0,1 1 0,0-1 0,0 1 0,-1 0 0,1-1 0,0 1 0,-1 0 0,1 0 0,-2-1 0,0 2 0,1 0 0,0-1 0,-1 1 0,1 0 0,0 0 0,0 0 0,0 1 0,0-1 0,0 1 0,0-1 0,0 1 0,0-1 0,0 1 0,1 0 0,-1 0 0,1 0 0,-1 0 0,-1 4 0,-11 21 0,2 1 0,1 0 0,-14 55 0,-10 94 0,30-152 0,-6 37 0,2 0 0,4 0 0,2 90 0,4-128 0,2 0 0,1 0 0,1-1 0,1 0 0,9 24 0,-9-33 0,0 0 0,1 0 0,1-1 0,0 1 0,1-2 0,0 1 0,1-1 0,20 18 0,-19-20-63,0-1 1,1 0-1,1 0 1,-1-2-1,1 1 1,1-2-1,-1 1 1,1-2-1,0 0 0,0-1 1,16 3-1,-19-5 3,1-1 0,-1 0 0,1-1 0,0-1-1,-1 0 1,1 0 0,-1-1 0,1 0 0,-1-1-1,0 0 1,0-1 0,0-1 0,-1 1 0,18-12 0,-12 5-5,0-1 0,-2-1 0,0 0 0,0-1 0,-1-1 1,-1 0-1,0-1 0,-1 0 0,-1 0 0,0-1 1,-1 0-1,7-24 0,1-4 129,-3 0-1,-1-2 1,11-87-1,-16 60 685,-3 0-1,-9-144 0,4 213-747,-1 0 0,0 0 0,0 0 0,0 0 0,0 0 0,-1 0 0,0 0 0,0 1 0,-3-6 0,5 9 0,-1 0 0,1 0 0,-1 0 0,0 1 0,0-1 0,1 0 0,-1 1 0,0-1 0,0 1 0,0-1 0,1 1 0,-1-1 0,0 1 0,0-1 0,0 1 0,0 0 0,0 0 0,0-1 0,-2 1 0,1 0 0,0 1 0,1-1 0,-1 0 0,0 1 0,0-1 0,0 1 0,0 0 0,1 0 0,-1 0 0,0-1 0,1 2 0,-1-1 0,-2 2 0,-2 3 0,0 0 0,0 0 0,1 0 0,0 1 0,0-1 0,1 1 0,-1 0 0,-4 13 0,-21 65 0,28-80 0,-26 105 0,5 0 0,-12 145 0,32-227-456,1 1 0,2 0 0,0 0 0,2-1 0,11 55 0,-9-67-14,1 1 0,1-1 1,0-1-1,1 1 0,0-1 1,2 0-1,0-1 0,0 1 0,1-2 1,1 0-1,18 18 0,-9-14-2204,0-1-1,27 17 1,55 25-10713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5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202 281 10537,'24'-44'1351,"39"-78"5283,-47 75-1939,-14 39-3970,1 0 1,0 0 0,0 0-1,0 0 1,1 1 0,6-10 0,-7 14 1632,-5 3-2232,1 1-1,0-1 1,0 0 0,0 1 0,0 0 0,0-1-1,0 1 1,0 0 0,0-1 0,0 1-1,0 0 1,0 0 0,-1 2 0,0-1 21,-20 25-105,1 2 1,2 0-1,1 1 1,-18 40-1,17-33-50,14-27 8,-111 230 0,103-208 0,2 0 0,1 1 0,2 0 0,1 0 0,-5 61 0,11-83 0,1 1 0,0-1 0,1 1 0,0-1 0,1 1 0,0-1 0,1 0 0,0 0 0,1 0 0,0 0 0,1 0 0,0-1 0,0 0 0,1 0 0,1 0 0,0-1 0,0 0 0,0 0 0,1-1 0,1 0 0,-1 0 0,1-1 0,1 0 0,-1-1 0,1 0 0,0 0 0,13 4 0,0-1-32,0-1 1,0-1-1,1-1 1,0-1-1,0-1 1,0-1-1,1-1 0,-1-1 1,1-2-1,-1 0 1,0-2-1,34-7 1,-18 0 9,0-1 1,0-2 0,-1-2 0,-1-2 0,-1-1-1,53-35 1,-47 24 286,-24 14-191,1 2-1,1 1 1,28-13-1,-46 24-73,1 0 0,0 0 0,-1 1 0,1-1 0,-1 1 0,1 0 0,0 0 0,-1 0 0,1 0 0,0 1 0,-1-1 0,1 1 0,-1 0 0,1 0 0,-1 1 0,1-1 0,4 3 0,8 5 0,0 1 0,19 15 0,-9-7 0,42 31 0,-36-25 0,36 21 0,-40-29 0,-11-5 0,1-1 0,-1-1 0,2 0 0,-1-2 0,1 0 0,39 9 0,-54-16 0,-1 1 0,1-1 0,-1 0 0,1 0 0,-1 0 0,1 0 0,-1-1 0,0 1 0,7-3 0,-9 3 0,0 0 0,0-1 0,-1 1 0,1-1 0,0 1 0,0-1 0,-1 1 0,1-1 0,0 0 0,-1 1 0,1-1 0,-1 0 0,1 1 0,-1-1 0,1 0 0,-1 0 0,1 0 0,-1 1 0,0-1 0,1 0 0,-1 0 0,0-1 0,0-2 0,0 1 0,0 0 0,-1 0 0,1-1 0,-1 1 0,0 0 0,0 0 0,0 0 0,0 0 0,-1 0 0,-2-5 0,-8-10 0,-1 0 0,-1 0 0,0 2 0,-30-28 0,-75-53 0,112 91 0,-56-42-3156,-109-63 0,145 97 1742,0 1 0,0 1 0,-1 1-1,0 1 1,-1 2 0,0 1 0,-44-5-1,8 10-10742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5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43 11257,'-7'13'2978,"8"-17"-539,4-14 13649,4 34-16086,-1 0-1,-1 1 0,9 27 0,-11-28 0,1-1-1,0 0 0,1 0 0,0 0 0,13 17 0,-16-27 0,0-1 0,0 1 0,0-1 0,1 0 0,-1-1 0,1 1 0,0-1 0,0 0-1,0 0 1,1 0 0,-1-1 0,1 0 0,-1 0 0,1 0 0,0-1 0,0 0 0,0 0 0,-1 0 0,9-1 0,3 0 0,-1-1 0,1-1 0,-1 0 0,0-1 0,0-1 0,0-1 0,21-8 0,108-58 0,-84 38 0,-22 11 0,-28 15 0,1 1 0,0 0 0,23-8 0,-31 12 0,1 1 0,0 0 0,0 1 0,0-1 0,0 1 0,0 0 0,0 0 0,0 1 0,0-1 0,0 1 0,0 0 0,0 0 0,9 4 0,27 16 0,-34-16 0,0-1 0,0 0 0,1-1 0,-1 0 0,1 0 0,0 0 0,0-1 0,14 2 0,2-3 0,-1-1 0,1-2 0,-1 0 0,0-1 0,38-11 0,-34 10-133,-1 2 1,0 0-1,1 2 0,-1 0 1,41 7-1,-55-6-8,19 2-501,90 10-2237,212-4 1,-294-12 2678,0 0 0,0-3 0,64-18 1,61-34 2843,-113 41-5196,-51 16 2335,1 1 1,0-1-1,0 0 0,-1 0 1,1 0-1,0 0 1,-1 0-1,1 0 1,-1 0-1,1 0 1,-1 0-1,1 0 0,-1 0 1,0 0-1,0 0 1,1-2-1,-1 2-392,0 0 515,1 1-63,-1-1 1,1 1-1,-1 0 0,0-1 1,1 1-1,-1-1 0,0 1 1,0 0-1,1-1 0,-1 1 1,0-1-1,0 1 0,0-1 1,1 1-1,-1-1 0,0 1 1,0-1-1,0 1 0,0-1 1,0 1-1,0-1 1,0 1-1,0-1 0,0 1 1,0-1-1,0 1 0,-1-1 1,1 1-1,0-1 0,0 1 1,0-1-1,-1 1 0,1 0 1,0-1-1,0 1 0,-1-1 1,1 1-1,0 0 0,-1-1 1,1 1-1,-1 0 0,1-1 1,0 1-1,-1 0 1,1 0-1,-1-1 0,1 1 1,-1 0-1,1 0 0,-1 0 1,1-1-1,-1 1 0,1 0 1,-1 0-1,1 0 0,-1 0 1,-18-8-8270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6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181 209 10301,'-7'3'1301,"1"1"1,-1-1 0,-1 0-1,1 0 1,0 0-1,0-1 1,-1-1-1,1 1 1,-15 0-1,5 0 234,13-1-1335,0 0 1,0 0-1,0 0 1,0 0-1,1 1 1,-1 0-1,0-1 1,1 1-1,-1 1 1,1-1-1,0 0 1,0 1-1,0 0 1,0 0-1,0 0 1,1 0-1,-1 0 1,1 0-1,0 1 1,0-1-1,-3 7 1,4-8-85,0 1 1,0 0 0,0 0 0,1-1 0,-1 1 0,1 0-1,-1 0 1,1 0 0,0 0 0,0 0 0,0 0 0,1 0 0,-1 0-1,1 0 1,-1 0 0,1-1 0,0 1 0,0 0 0,1 0 0,-1-1-1,0 1 1,1-1 0,0 1 0,-1-1 0,1 0 0,0 0-1,0 1 1,0-1 0,4 2 0,6 4-117,0-1 0,1 0 0,0-1 0,0 0 0,0-1 0,1-1 0,0 0 0,0-1 0,0 0 0,0-1 0,0-1 0,25-1 0,13-2 0,1-2 0,57-13 0,-47 5 0,0-3 0,-1-2 0,0-3 0,-2-3 0,60-31 0,-102 44 0,0-1 0,0-1 0,25-22 0,-35 27 0,-1 0 0,0 0 0,-1-1 0,1 1 0,-2-2 0,1 1 0,-1-1 0,0 0 0,4-12 0,-8 18 0,0 0 0,0 0 0,-1 1 0,1-1 0,-1 0 0,0 0 0,0 1 0,0-1 0,0 0 0,0 0 0,-1 1 0,1-1 0,-1 0 0,0 0 0,0 1 0,0-1 0,0 1 0,0-1 0,0 1 0,-1-1 0,0 1 0,1 0 0,-1 0 0,0-1 0,0 1 0,0 1 0,0-1 0,-5-3 0,1 1 0,0 0 0,-1 0 0,1 1 0,-1-1 0,0 2 0,0-1 0,0 1 0,-1 0 0,-10-1 0,0 2 0,0 1 0,0 0 0,0 2 0,0 0 0,0 1 0,0 1 0,1 0 0,-27 11 0,7 0 0,0 2 0,-58 37 0,44-19 0,2 1 0,2 3 0,1 2 0,2 1 0,2 3 0,-62 86 0,84-102 0,2 1 0,-28 62 0,39-77 0,2 1 0,0 0 0,0 0 0,2 0 0,0 0 0,1 0 0,0 0 0,2 24 0,0-33-53,1 0 0,0 0-1,1 0 1,0 0 0,0-1 0,1 1 0,-1-1-1,1 1 1,1-1 0,-1 0 0,1 0 0,6 7 0,-1-3-189,-1-2 0,1 1 1,1-1-1,0 0 1,0-1-1,16 9 0,5-1-779,2-1 0,0-1 0,65 16 0,-21-12-4621,78 6-1,-29-10-6388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26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32 12381,'-6'-7'1963,"-16"-12"-1194,6 13 15871,20 24-16750,0-4-2711,9 18-11880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4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171 335 3516,'0'0'3358,"0"-3"-2907,2-25 361,-1 25-154,-2 0-303,-23-57 3744,24 58-3957,-1 1 0,1-1 0,0 0 0,-1 0 0,1 0 0,0 1 0,0-1 0,0 0 0,1 0 0,-1 0 0,0 1 0,1-1 0,-1 0 0,1-2 0,4-20 1927,-18-131 5327,11 151-6853,0 0 1,-1-1 0,1 1 0,-1 1-1,-4-6 6,4 10-150,-4 2-231,5-2-124,1-1 0,-1 1 1,1-1-1,-1 1 0,1 0 0,-1 0 0,1 0 1,0 0-1,-1 0 0,1 0 0,0 0 0,0 0 1,0 0-1,-1 0 0,1 1 0,1-1 1,-1 0-1,0 1 0,0-1 0,0 1 0,1-1 1,-1 1-1,1-1 0,-1 1 0,1-1 0,0 1 1,-1 0-1,1 2 0,-5 63 710,2 0 0,9 88 0,-1-26-209,-16 208-545,3-195 0,-25 185 36,4-79-225,23-99-2133,7-124 1168,1 1 0,0-1 0,12 44 0,-12-62 633,0 0-1,0-1 1,1 1-1,0 0 1,6 9-1,10 3-2841,-17-18 2616,0 0 0,1 1 0,-1-1 0,1 0 0,-1 0 0,1 0 0,-1-1 0,5 1 0,34 3-8730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4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1 302 11161,'30'-32'966,"-10"9"176,1 2 0,1 0 0,1 1 0,26-17 1,-20 20-589,1 2 1,0 1-1,1 1 1,61-16 0,135-13 412,-147 31-1148,-1 5 0,157 6 0,-197 3-396,-1 2 0,0 1 0,0 2 0,0 2-1,-1 1 1,-1 2 0,0 2 0,41 22 0,-65-30 23,0 1 0,-1-1-1,0 2 1,0-1 0,-1 2 0,0-1 0,-1 1 0,0 1 0,0 0 0,-1 0 0,-1 1 0,0 0 0,10 23-1,10 41-4544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4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138 443 9049,'-13'8'528,"-13"7"2695,-39 18-1,63-33-2830,0 1-1,0-1 1,0 0 0,0 1-1,0-1 1,0 0 0,0 0-1,0 0 1,1 0-1,-1-1 1,0 1 0,-3-1-1,-1-5 721,15-2 543,49-19 539,109-36-1,71-4-1462,-184 53-514,762-180-5665,-713 171 3791,35-11-2080,-47 7-1577,18-9-4761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5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55 8753,'-21'5'866,"17"-4"-605,1 0 0,-1 0 0,0 0 0,0-1 0,0 1 1,0-1-1,0 0 0,0 0 0,0 0 0,0 0 0,0-1 0,0 0 0,-4-1 0,6 2 36,0 0-1,0 0 1,0 0 0,0 0 0,0 0 0,-1 0-1,1 1 1,0-1 0,0 1 0,0-1-1,0 1 1,0 0 0,-2 1 0,-3 0 4305,176 4-560,95-16-2340,-170 5-1176,1066-37 1262,-601 33-6779,-440 7 596,-41-2-2995,-15 1-2939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5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69 12097,'-13'-3'671,"9"3"-402,1-1 1,-1 0-1,0 0 0,1 0 1,-1 0-1,1-1 0,-1 0 1,1 1-1,0-1 1,0 0-1,0-1 0,0 1 1,0 0-1,0-1 0,-2-3 1,0 2 357,0 1 0,0-1 0,0 1 0,0 0 0,0 1 1,0-1-1,-1 1 0,0 0 0,-6-2 0,7 3-123,1 0 1,0 0-1,-1 0 0,1 0 0,0 1 0,-1 0 0,1-1 1,-1 2-1,1-1 0,-1 0 0,1 1 0,-8 2 0,11-2-347,-1 1-1,0-1 0,0 0 0,1 1 0,-1 0 0,1-1 0,-1 1 1,1 0-1,0 0 0,-1-1 0,1 1 0,0 0 0,0 0 1,0 4-1,-9 31 318,9-32-449,-10 58-12,-2 81-1,7-63-15,-41 250 3,41-303-25,-56 282-2646,47-213 817,-3 118-1,15-175-290,-1 15-2093,9-21-2282,9-4-3955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6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258 101 11309,'0'-4'196,"0"3"-69,1-1 1,-1 1-1,0-1 1,0 1-1,0-1 1,0 1-1,0 0 1,0-1-1,-1 1 1,1-1-1,0 1 1,-1-1-1,1 1 1,-1-1-1,1 1 1,-1 0-1,0-1 1,0 1-1,1 0 1,-1 0-1,0 0 0,0 0 1,0-1-1,0 1 1,0 0-1,-1 1 1,1-1-1,0 0 1,0 0-1,-2 0 1,1 0 42,1 0 0,-1 0 0,1 0-1,-1 0 1,1 0 0,0 0 0,-1 0 0,1 0 0,0 0 0,0-1 0,0 1 0,0 0 0,0-1 0,0 1 0,0-1 0,1 1 0,-1-1-1,0 1 1,1-1 0,-1-2 0,-4-8 1246,4 10 1300,4 0-1714,1 0-874,0 0-1,0 1 1,-1-1 0,1 1 0,0 0-1,0 0 1,0 0 0,0 0-1,0 1 1,1 0 0,-1 0 0,0 0-1,0 0 1,5 2 0,7 1 122,1 1 0,20 9 0,-15-6-66,696 283 1375,-705-284-1553,35 18 25,53 32 0,-90-49-27,0 1-1,0 0 0,0 1 1,-1 0-1,-1 0 0,1 1 0,-2 0 1,1 1-1,13 23 0,-20-30-11,0 0-1,-1 0 0,1 0 1,-1 0-1,0 1 0,0-1 1,0 1-1,0-1 0,-1 1 1,0-1-1,0 1 0,0-1 1,0 1-1,-1-1 1,0 1-1,0-1 0,-2 5 1,0-2-30,0 0 0,0-1 0,-1 0 1,0 0-1,0 0 0,-1 0 0,0 0 0,0-1 1,-10 8-1,-6 3-139,-1-1 0,-1-1 0,-1-1 0,-41 17-1,-42 8-814,-1-4-1,-130 22 0,143-35 88,-138 26-1636,54-12-1194,62-8-1729,33-1-3179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6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36 128 12129,'0'1'110,"-1"-1"1,1 1-1,0 0 1,0-1-1,0 1 0,-1 0 1,1-1-1,0 1 0,-1-1 1,1 1-1,-1 0 0,1-1 1,-1 1-1,1-1 0,-1 1 1,1-1-1,-1 0 0,1 1 1,-1-1-1,1 1 1,-1-1-1,0 0 0,1 1 1,-1-1-1,0 0 0,1 0 1,-1 0-1,0 0 0,1 1 1,-1-1-1,0 0 0,0 0 1,1 0-1,-1 0 0,0-1 1,1 1-1,-1 0 1,0 0-1,1 0 0,-1 0 1,0-1-1,1 1 0,-1 0 1,0-1-1,1 1 0,-1 0 1,1-1-1,-1 1 0,1-1 1,-1 1-1,1-1 0,-1 1 1,0-2-1,-2 0 430,1 1 1592,7-1-226,35-11-779,2 3-1,-1 1 0,2 2 1,69-3-1,-36 4-487,41-6 68,323-29-316,-412 39-525,385-17-2567,-33 32-2743,-129 7-3089,-106-8-1706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683 605 7261,'-8'-36'2135,"7"27"-1409,-1 0 1,0 0-1,0 0 1,-1 0-1,-1 0 1,1 1-1,-1-1 1,-1 1 0,1 0-1,-11-12 1,2 1 258,6 9-441,0 1-1,0 0 1,-1 0 0,0 1 0,-1 0 0,0 0 0,-14-9-1,5 4 139,6 4 116,-1 1 1,-21-11-1,29 16-596,-1 1 1,1 0-1,-1 1 0,0-1 1,0 1-1,1 0 0,-1 0 1,0 1-1,0 0 1,-8 1-1,3 1-14,0 0 0,0 1 0,0 1 0,1 0 0,-1 0 0,1 1-1,0 0 1,1 1 0,-1 0 0,1 0 0,0 1 0,0 1 0,1-1 0,-14 17 0,0 4 133,0 1 1,2 0-1,-25 49 1,24-37-264,3 0 0,1 2-1,2-1 1,2 2 0,2 0 0,2 1 0,1-1 0,3 2-1,2-1 1,3 67 0,2-92-58,1 0 0,1-1 0,1 1 0,0-1 0,2 0 0,0 0 0,1-1 0,1 0 0,1 0 0,0-1 0,1 0 0,1-1 0,0-1 0,2 1 0,-1-2 0,31 25 0,-17-19 0,0-2 0,2 0 0,0-2 0,1-1 0,0-1 0,1-2 0,1-1 0,0-1 0,0-2 0,40 5 0,-58-11 0,39 7 0,2-3 0,-1-2 0,98-6 0,-93-5 0,0-2 0,-1-2 0,72-25 0,-91 23 0,-2-1 0,0-3 0,-1 0 0,0-3 0,55-41 0,-76 49 0,0 0 0,-1-1 0,-1-1 0,0-1 0,-1 1 0,-1-2 0,0 0 0,-1 0 0,-1-1 0,-1 0 0,0 0 0,-1-1 0,-1 0 0,0-1 0,-2 1 0,0-1 0,-1 0 0,-1 0 0,0 0 0,-2 0 0,0 0 0,-1-1 0,-2 1 0,1 1 0,-7-23 0,0 9-21,-1 1 1,-1 0-1,-2 0 1,0 1-1,-32-49 1,17 39-54,0 1 1,-3 2-1,-49-47 1,13 25-88,-2 3 1,-2 3-1,-145-80 1,144 95-366,-1 3 0,-89-29 0,113 48-143,-1 2 1,-1 3 0,0 2 0,-73-4 0,105 12 279,1 1 1,0 1-1,-1 0 0,-21 6 0,33-5 148,0-1 0,1 1 0,-1 1-1,1-1 1,-1 1 0,1 1 0,0-1-1,0 1 1,0 0 0,0 0 0,1 1-1,0-1 1,-6 7 0,9-8-144,0 1-1,1-1 1,-1 0 0,0 1-1,1-1 1,0 1 0,0 0-1,0-1 1,0 1 0,1 0-1,-1-1 1,1 1 0,0 0-1,0 0 1,0 0 0,1-1-1,-1 1 1,1 0 0,0 0-1,0-1 1,0 1-1,4 6 1,20 46-9236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7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95 121 11537,'-28'-23'2288,"2"3"-308,17 8-231,-4-5-289,4 0 764,2 0-1524,4 3-228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39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33 107 4504,'29'0'1373,"-24"0"2276,-7-1-2511,0-1-944,-1 0 380,-1 0 0,1-1 1,0 1-1,0-1 1,0 0-1,-5-5 0,7 6-424,0 1 1,1-1-1,-1 0 0,0 0 0,1 1 0,-1-1 0,1 0 0,-1 0 0,1 0 0,0 1 0,0-1 0,0 0 1,0 0-1,0 0 0,0 0 0,0 1 0,1-1 0,-1 0 0,1 0 0,0-2 0,5-22 6531,-2 12-6114,5 37 949,-37 23 185,20-14-1464,2 1 1,1-1-1,2 1 1,1-1-1,2 1 1,1 0-1,2-1 1,1 1 0,8 34-1,-7-45-85,0 0 0,2-1 0,16 38-1,-19-52-114,-1-1 0,2 0 0,-1 1 0,1-1 0,-1-1 0,2 1 0,-1-1 0,1 0 0,-1 0 0,1 0 0,1-1 0,-1 0-1,1 0 1,-1-1 0,11 5 0,22 3 23,1-1 0,0-2 1,51 4-1,-2 0-496,111 25-3232,-68-8-1545,-111-24 1871,0 1-1,39 17 1,-15 0-6639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0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759 113 9713,'-5'-9'778,"0"-1"0,-1 1 0,0 0 0,0 0 0,-1 1 0,-10-10 0,13 14-376,-1-1-1,0 2 0,0-1 1,-1 1-1,1-1 0,-1 2 1,0-1-1,1 0 1,-1 1-1,0 0 0,-1 1 1,-8-2-1,9 2-229,1 1-1,0 0 0,-1 0 0,1 0 1,0 1-1,-1 0 0,1 0 1,0 0-1,0 0 0,0 1 1,0 0-1,0 0 0,-9 5 1,7-2-49,0 0 0,1 1 0,-1-1 0,1 1 0,0 0 0,1 1 0,-1 0 0,-4 8 0,1 0-12,1 1 1,0 0 0,1 0-1,1 1 1,0 0-1,1 0 1,-4 32 0,8-41-95,0 1 1,0-1-1,1 0 0,0 0 1,1 0-1,0 0 1,0 1-1,1-1 1,0 0-1,0-1 1,1 1-1,0 0 1,0-1-1,0 1 1,1-1-1,1 0 0,-1 0 1,1-1-1,0 1 1,1-1-1,-1 0 1,1-1-1,0 1 1,1-1-1,8 6 1,-10-8-9,0-1 1,1 1-1,-1-1 0,0 0 1,1-1-1,-1 1 1,1-1-1,-1 0 1,1 0-1,0-1 1,-1 0-1,1 0 0,0 0 1,-1 0-1,1-1 1,11-3-1,-6 1-1,0-1 0,0 0 1,0 0-1,0-1 0,0-1 0,15-10 0,-15 7 212,-1 0-1,0-1 1,-1 0 0,0 0 0,0-1-1,-1 0 1,-1-1 0,0 0 0,-1 0-1,0 0 1,0-1 0,-1 0-1,-1 0 1,-1 0 0,3-15 0,-5 26 293,-15 24-154,8-8-299,1 0-1,0 0 1,1 0 0,1 1 0,0-1 0,-2 22-1,2 96 87,2-30-81,-1-78-96,0 0-1,-2-1 0,0 1 1,-2-1-1,-14 38 0,13-46-7,0 0-1,-1-1 1,-1 0-1,0 0 1,0 0-1,-2-2 0,0 1 1,0-1-1,-16 12 1,3-5 3,-2-1 0,0-1 1,-1-1-1,0-2 0,-1 0 1,-41 12-1,-182 40-1930,160-45-181,31-7-4544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0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1 878 10329,'15'-17'2365,"-11"14"-230,-4-1-246,2-3-1032,-1 0 0,2 0-1,-1 0 1,1 1 0,0-1-1,0 0 1,1 1 0,0 0-1,0 0 1,0 0 0,1 0 0,5-5-1,-8 9 274,0 2-1086,-1 0 0,0 0 0,0-1 1,1 1-1,-1 0 0,0 0 0,0 0 0,1 0 1,-1 1-1,0-1 0,0 0 0,1 0 1,-1 1-1,0-1 0,0 1 0,0-1 0,1 1 1,-1-1-1,0 1 0,0 0 0,0 0 1,0-1-1,0 1 0,0 0 0,0 0 0,1 2 1,-2 1-11,0-1 0,0 1 0,0 0 0,-1-1 0,1 1 0,-1 0 0,0-1 1,0 1-1,-2 4 0,3-6-19,-42 152 329,40-144-330,1 0 0,-1 1 0,1 15 0,2-24-18,0 0 0,0 0 1,1 0-1,-1-1 0,0 1 1,1 0-1,-1 0 0,1-1 1,0 1-1,0-1 0,-1 0 1,1 1-1,0-1 0,3 1 0,-2-2 1,0 0 0,1-1-1,-1 1 1,0-1 0,0 0-1,0 0 1,0 0 0,0 0-1,-1-1 1,1 1 0,0-1-1,4-3 1,5-2-9,15-9 21,0-2-1,32-29 0,16-10-41,-65 50 32,0 0-1,0 1 0,1 0 1,15-5-1,-20 9 9,0 1 0,-1 0 1,1 0-1,0 1 0,0-1 0,-1 1 0,1 0 0,0 1 0,0 0 0,10 2 0,39 10-7,-16-3-62,44 6-1,-69-15 7,-1 0 1,0 0 0,0-1-1,1-1 1,-1-1-1,0 0 1,18-5-1,-8 0 11,-1-2 0,0-1 0,0 0 0,-1-2 0,-1 0 0,0-1-1,0-2 1,-1 1 0,-1-2 0,-1-1 0,0 0 0,-2-1 0,0-1 0,0 0-1,-2-1 1,-1 0 0,0-1 0,-1-1 0,-2 0 0,0 0 0,-1-1-1,6-31 1,12-78 392,10-144-1,-28 215 166,-7 57-8,-9 33 828,-8 39-1222,-135 502 227,117-469-337,-86 302 0,102-330-150,-25 128-1272,38-171 1062,2 1-1,1-1 1,2 0 0,5 50-1,-4-72-30,0 0-1,1 0 0,0-1 1,0 1-1,1-1 1,0 0-1,0 1 0,1-1 1,7 10-1,-10-16 191,1 1 0,-1-1 0,1 0 0,-1 1 0,1-1 0,0 0 0,-1 0 0,1 0 0,0 0 0,0 0 0,0-1 0,0 1-1,0 0 1,0-1 0,0 0 0,0 1 0,0-1 0,0 0 0,0 0 0,0 0 0,0 0 0,0-1 0,0 1 0,0 0 0,0-1 0,0 1 0,0-1 0,0 0 0,0 0 0,0 0 0,-1 0 0,4-2 0,3-1-864,-1-1 0,0 0 0,0-1 0,-1 1 0,1-1 0,7-10 0,22-30-7339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1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22 610 7449,'-21'3'5060,"27"-18"-366,-5 12-4811,0 1 1431,28 2-178,0 2 0,54 9-1,-72-9-1052,0 1 0,0 0 1,-1 1-1,1 0 0,-1 1 0,0 0 0,0 0 0,-1 1 0,0 0 0,15 13 0,-22-17-70,0 1-1,0-1 0,0 1 0,0 0 1,0-1-1,-1 1 0,1 0 1,-1 0-1,1 0 0,-1 0 0,0 0 1,-1 1-1,1-1 0,0 0 0,-1 0 1,0 1-1,0-1 0,0 0 0,0 0 1,0 1-1,-1-1 0,1 0 1,-1 0-1,0 1 0,0-1 0,-3 6 1,-3 5 17,0 1 0,-2-1 0,0-1 0,-13 16 0,11-14 3,10-14-29,0 0 1,1 0-1,-1-1 0,0 1 0,1 0 0,-1 0 1,1 0-1,-1 0 0,1 0 0,-1 0 0,1 0 1,0 0-1,-1 0 0,1 0 0,0 0 1,0 0-1,0 0 0,0 0 0,0 0 0,0 1 1,0-1-4,1-1 0,-1 1 1,1-1-1,-1 1 0,1-1 1,-1 0-1,1 1 0,-1-1 1,1 0-1,0 0 0,-1 1 1,1-1-1,-1 0 0,1 0 1,0 0-1,-1 0 0,1 0 1,0 0-1,-1 0 0,1 0 1,-1 0-1,1 0 0,1 0 1,44-13 4,16-12 14,-3-3 0,0-3 1,-2-2-1,61-46 0,-97 64-23,0 0 1,-1-2-1,-1 0 0,0-1 0,-1-1 1,24-33-1,-33 25-7,-8 24-6,-1 0-1,6-65 129,-6 65 157,2 4-235,-1-1 0,1 1 0,0 0 1,-1 0-1,1 0 0,-1 0 0,0 0 1,1 0-1,-1 0 0,0 1 0,0-1 0,1 0 1,-1 1-1,0-1 0,0 1 0,-1-1 0,1 1 1,0-1-1,0 1 0,-1 0 0,1-1 1,-1 1-1,0 0 0,1 0 0,-1-1 0,0 4 1,1 8 54,-1 0 0,-2 23 1,1-3 68,1-27-134,1 0 0,-1-1-1,1 1 1,1 0 0,-1 0 0,1-1-1,0 1 1,0-1 0,0 1 0,1-1 0,4 6-1,-5-8-15,1 0-1,0 0 0,0 0 1,0 0-1,0-1 1,0 0-1,1 0 0,-1 0 1,1 0-1,0 0 0,-1 0 1,1-1-1,0 0 1,0 0-1,0 0 0,0 0 1,6 0-1,0 0 4,-1-1 1,1 0-1,-1-1 1,1 0-1,0 0 0,-1-1 1,0 0-1,1-1 1,10-4-1,6-5 124,44-26-1,-39 20 242,-13 5 1,-15 11-280,0-1 0,0 1 0,1 0 0,-1 0 0,0 0-1,1 1 1,-1-1 0,8-1 0,12 0 110,-1 2-1,24 2 0,-29 0-191,0-1-1,0 0 0,0-2 0,0 0 0,19-4 0,-3-4-229,0-2 0,-1-1-1,0-1 1,-1-2 0,32-20-1,-42 21 157,0-1-1,-1-1 1,0 0-1,-2-2 1,0 0 0,-1-1-1,20-30 1,-32 41 128,0 1 0,-1-1 1,0 0-1,-1 0 0,0-1 1,0 1-1,2-17 0,-2-4 570,0-34-1,1-9 2429,-12 130-3052,-11 139 1104,21-96-6336,0-76 621,2-1-1,7 27 1,-3-27-5942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1 414 9425,'37'-25'2399,"1"2"0,1 2 1,63-25-1,-68 28-1564,0-1 1,-2-2-1,0-1 1,32-29-1,-53 40-195,0-1 0,0 1-1,-1-2 1,15-24 0,-13 19 790,26-30 1,-36 46-1372,1 0-1,-1 0 0,1 1 0,0-1 0,0 1 0,0-1 0,0 1 1,0 0-1,0 0 0,0 0 0,0 1 0,0-1 0,0 1 1,0-1-1,0 1 0,0 0 0,7 1 0,5 1 36,0 0-1,20 6 1,-21-4-18,-1-1-52,-1 1 1,1 0-1,-1 0 0,0 1 1,0 1-1,-1 0 0,0 1 1,0 0-1,0 0 0,-1 1 1,15 16-1,-20-19-25,-1 0 1,0 0-1,0 1 1,0 0-1,-1 0 0,0 0 1,0 0-1,0 0 0,-1 1 1,0-1-1,0 1 0,-1 0 1,0-1-1,0 1 0,0 0 1,-1 0-1,0 0 0,-1 0 1,1-1-1,-1 1 0,0 0 1,-1-1-1,-3 10 1,-1 1-103,-2-1 1,0-1-1,-1 0 1,0 0 0,-1 0-1,-20 21 1,-2-1-1700,-48 40-1,17-26-2172,21-20-4275,21-15-3159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3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3 204 4728,'1'0'55,"-1"-1"0,0 1-1,1 0 1,-1 0 0,1-1-1,-1 1 1,0 0 0,1 0-1,-1 0 1,1-1 0,-1 1-1,1 0 1,-1 0 0,1 0-1,-1 0 1,1 0 0,-1 0-1,0 0 1,1 0 0,-1 0 0,1 0-1,-1 1 1,1-1 0,-1 0-1,1 0 1,-1 0 0,0 1-1,1-1 1,-1 0 0,1 0-1,-1 1 1,0-1 0,1 0-1,-1 1 1,0-1 0,1 0-1,-1 1 1,4 1 3270,-27 14 3744,35-18-6574,-1 0 0,1 0 0,-1-1 0,0-1-1,0 0 1,18-9 0,2 0-40,294-105 1129,-258 90-1463,-54 21-790,1 1-1,-1 0 1,2 1 0,20-5 0,-32 10-1036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3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92 101 3772,'0'-15'1301,"0"13"846,-22-16 1783,16 15-3421,0-1-1,1 1 0,-1-1 1,0 0-1,1 0 0,0 0 0,0-1 1,0 0-1,1 0 0,0 0 1,0-1-1,-4-5 0,7 9 1812,6 21-1319,-3-15-930,0 1 1,1-1-1,-1 0 0,1 0 0,0 0 0,0 0 0,1-1 0,-1 1 0,1-1 1,-1 0-1,1 0 0,6 3 0,58 32 427,-49-29-419,30 14 98,0-3 1,68 19-1,109 17 77,-48-14-216,-163-38-60,0 0 0,0 1-1,-1 1 1,0 0 0,17 10 0,-28-14 19,0 0 0,0 0 0,0 0 0,0 0 0,-1 1 0,1-1 0,-1 1 0,0 0 0,0-1 0,0 1 0,0 0 0,0 0 0,-1 0 0,1 0 0,-1 1 0,0-1 0,0 0 0,0 1 0,0-1 0,0 1 0,-1-1 0,0 1 0,0-1 0,0 1 0,0-1 0,0 1 0,-1-1-1,1 1 1,-2 4 0,-5 11-1,0-1 0,-1 0-1,0 0 1,-2-1 0,-16 24-1,-68 79-13,78-101 8,-500 575-2808,462-531 994,-68 99 1,120-158 1539,-1 0 1,1 0-1,-1 0 1,1 1 0,1-1-1,-1 1 1,1 0-1,-1-1 1,1 1 0,1 0-1,-1 0 1,1-1-1,0 1 1,0 0 0,0 0-1,1 5 1,0-6-1673,1-7-1034,12-9-924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4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10005,'-1'0'249,"0"0"0,1 0 1,-1 0-1,0 0 0,0 0 0,0 1 0,0-1 1,0 0-1,1 0 0,-1 1 0,0-1 0,0 0 1,1 1-1,-1-1 0,0 1 0,0-1 0,1 1 1,-1-1-1,1 1 0,-1 0 0,0-1 0,1 1 1,-1 0-1,1-1 0,-1 1 0,1 0 0,0 0 1,-1-1-1,1 1 0,0 0 0,0 0 0,-1 0 1,1-1-1,0 1 0,0 0 0,0 0 0,0 0 1,0 0-1,0 0 0,0-1 0,0 1 1,1 1-1,-2 15 75,-3 22 1804,2-25-1541,1 0 0,0 0 0,2 18 0,23 291 3435,3-1-3936,13-43-3666,1-97-1642,-24-128 1780,0-21-1751,7 2-4015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4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14 8257,'10'-14'8732,"-6"15"-7300,111 26 1121,121 45 0,-198-58-2384,85 36 295,-112-45-423,0 1 1,-1 0-1,0 1 1,0 0-1,-1 1 1,1 0-1,-2 0 0,13 14 1,-19-19-36,0 0 0,0 0 0,0 0-1,-1 0 1,1 0 0,-1 1 0,1-1 0,-1 1 0,0-1 0,0 1 0,-1-1 0,1 1-1,-1-1 1,0 1 0,0-1 0,0 1 0,0 0 0,-1-1 0,1 1 0,-1-1 0,0 1-1,0-1 1,0 1 0,0-1 0,-1 0 0,0 0 0,1 1 0,-1-1 0,0 0 0,0-1-1,-1 1 1,-3 4 0,-8 6 33,0 0 1,-1-1-1,0-1 0,-30 18 1,40-26-26,-58 32-311,-130 53 1,-77 6-2698,196-70 1189,73-23 1755,-52 18-2607,22-2-2530,16-4-3481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5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10429,'0'0'19,"4"-1"592,-1-1 0,1 0 0,0 0 0,-1 0 1,1 0-1,-1-1 0,6-5 0,-6 6-307,-1 1-1,0-1 1,1 1 0,-1 0 0,1-1 0,0 1 0,-1 0 0,1 1 0,0-1 0,0 0-1,-1 1 1,1 0 0,0-1 0,0 1 0,0 0 0,3 1 0,4 0 274,0 0-1,-1 0 1,15 5 0,-11-2-498,-1 0 0,0 1 0,0 0 0,0 1 0,-1 0 0,0 1 0,0 0 0,-1 1 0,0 0 0,0 1 0,0 0 0,-1 0 0,-1 1 0,0 0 0,0 1 0,-1 0 0,0 0 0,-1 0 0,0 1 0,-1 0 0,0 0 0,-1 1 0,-1-1 0,0 1 0,0 0 0,-1-1 0,-1 1 0,0 0 0,-1 1 0,0-1 0,-1 0 0,-1-1 0,0 1 0,0 0 0,-9 24 0,4-19-92,0-1 0,-2 0 0,0-1 0,0 0 0,-2 0 0,0-1 0,0-1 0,-22 21 0,32-35 30,1 0 1,-1 0-1,0 0 1,0 0-1,0 0 1,0 0 0,0 0-1,0 0 1,1 0-1,-1-1 1,0 1-1,0 0 1,0-1 0,1 1-1,-1-1 1,0 1-1,0-1 1,1 1-1,-1-1 1,0 1-1,0-2 1,0 2 23,0-2-10,-1 0-1,0 1 0,1-1 1,-1 0-1,1 0 1,0 0-1,-1 0 0,1 0 1,0 0-1,0 0 0,1 0 1,-1-1-1,0 1 0,1 0 1,-1 0-1,1-1 0,0 1 1,0 0-1,0-1 0,0 1 1,0-1-1,0 1 0,0 0 1,2-4-1,1-9 89,0-1 0,8-21 0,-1 7-256,2 1-1,1 1 0,1 0 1,1 1-1,2 0 0,22-27 1,-19 31-617,0 1 0,2 0 0,0 2 0,1 0 0,1 2 0,48-28 0,92-34-4896,-83 43-788,-46 23 554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5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7 7393,'-3'17'6293,"0"-16"-4702,-1 0-1303,0 1 0,0-1 0,0 0-1,0 1 1,0 0 0,1 0-1,-1 0 1,1 0 0,-1 1-1,1-1 1,-4 5 0,-1 2 253,1 1 0,0-1-1,-7 15 1,5-4-222,0 1-1,1 1 1,1-1 0,1 1-1,1 0 1,1 0 0,1 1-1,0 30 1,2-48-293,1 0 1,0 1 0,0-1-1,1 0 1,0 0-1,-1 1 1,2-1-1,-1 0 1,1 0-1,-1 0 1,1 0 0,1-1-1,-1 1 1,1 0-1,-1-1 1,1 1-1,1-1 1,-1 0 0,1 0-1,-1-1 1,1 1-1,0-1 1,0 1-1,1-1 1,-1 0-1,1-1 1,-1 1 0,1-1-1,0 0 1,0 0-1,0-1 1,0 1-1,0-1 1,0 0 0,1-1-1,-1 1 1,0-1-1,1 0 1,-1 0-1,0 0 1,0-1 0,1 0-1,4-2 1,3 0 8,-1-1 0,0-1 0,-1 0 0,1-1 0,-1 0 0,0-1 0,-1 0 0,1 0 0,-1-1 0,17-19 1,-23 23 6,0-1 1,0 0-1,-1 0 1,0 0-1,0 0 1,0-1-1,0 1 1,-1-1-1,0 0 1,0 0-1,-1 0 1,0 0-1,0 0 1,0 0-1,-1 0 1,1 0-1,-1 0 1,-1 0-1,1 0 1,-1 0-1,0 0 1,-1 0 0,1 0-1,-1 0 1,-4-8-1,0 2-25,-1-1 1,-1 1-1,0 0 0,0 1 1,-1 0-1,-12-11 0,-68-57-1944,35 34-3300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6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242 551 6997,'-4'2'784,"-1"0"0,1-1 0,-1 0 0,1 0 0,-1 0 0,0 0 0,1-1 0,-1 0 0,-8 0 0,4 0-184,5 0 2451,-18 0-420,16 1-2334,-1 0 0,0 0 1,1 0-1,-1 1 0,1 0 0,0 1 1,0-1-1,0 1 0,0 0 1,0 1-1,0-1 0,1 1 1,0 0-1,-1 0 0,2 1 0,-1 0 1,0 0-1,1 0 0,0 0 1,0 1-1,1-1 0,-1 1 1,1 0-1,-3 10 0,2-5-188,0 0 0,1 0-1,0 0 1,1 1 0,0-1 0,1 1-1,1-1 1,0 1 0,0-1-1,1 1 1,0-1 0,1 0 0,4 16-1,-3-20-88,0 1 0,1-1 0,-1 0 0,1 0 0,1 0 0,-1-1-1,1 0 1,0 0 0,1 0 0,-1 0 0,1-1 0,0 0 0,1 0 0,-1 0-1,1-1 1,0 0 0,10 4 0,-4-3-35,1 1-1,0-2 1,0 0-1,0-1 1,1 0-1,-1-1 1,1-1 0,20 0-1,-10-3-19,-1 0-1,0-1 0,0-2 1,0 0-1,0-2 1,-1 0-1,0-2 1,0-1-1,22-13 1,-28 13 30,0-1 1,0 0-1,-2-2 1,1 0-1,-2 0 1,1-2-1,-2 1 1,0-2-1,-1 0 1,-1 0-1,15-29 1,-8 4-10,-2-2 1,-1 1 0,-3-2-1,-1 1 1,7-66 0,-17 88 16,-1 12 404,3 21-175,-2-8-187,0 0 0,0-1 0,1 1 0,0-1 0,-1 1 0,1-1 0,0 0 0,0 0 0,5 4 0,-6-5 13,-2 2-59,0 1 9,-1-1 1,0-1-1,0 1 0,0 0 1,0 0-1,0-1 1,-5 5-1,3-1-6,-4 3 15,0-1 1,0-1-1,-1 1 1,0-1-1,0 0 1,-12 6-1,-17 16 88,35-27-88,1 0 0,-1 1 0,1 0 0,0-1 0,0 1-1,0 0 1,1 0 0,-1 0 0,1 0 0,0 0 0,0 1 0,0-1 0,1 0 0,-1 0-1,1 1 1,0-1 0,1 0 0,-1 0 0,1 1 0,-1-1 0,3 5 0,2 2 9,0 0 1,2 0 0,-1-1 0,1 1 0,1-1 0,0-1 0,0 0 0,1 0-1,0 0 1,0-1 0,1-1 0,0 1 0,1-2 0,-1 1 0,13 4 0,-20-10 96,0-2-130,0 1 0,1-1 0,-1-1 0,0 1 0,0 0 0,0-1 0,0 0 0,0 1 0,-1-1 0,1 0 0,4-5 0,-2 3-19,-1 1 16,0 0 0,0 0 1,0 0-1,1 1 0,-1 0 0,1 0 1,-1 0-1,1 0 0,0 0 0,0 1 1,-1 0-1,1 0 0,0 1 0,0-1 1,0 1-1,0 0 0,0 0 0,0 1 1,0-1-1,9 4 0,-10-4 13,-1 0-1,1 0 1,-1 0-1,0 0 0,1 0 1,-1-1-1,1 0 1,-1 0-1,0 0 1,4-1-1,3-1 5,29-8 7,0-1-1,-1-3 0,0 0 1,-2-3-1,0-1 0,46-33 1,-70 44-69,0-1 0,-1-1 0,0 0 0,-1 0 0,0-1 0,-1 0 0,0-1 0,-1 0 0,0 0 0,-1-1 0,0 0 0,-1 0 0,6-18 0,-6 8-64,0-1 0,-2 0 0,0 0 0,-2 0 0,-1 0 0,0 0 0,-5-31-1,3 37 51,-9-68-137,8 79 187,1 0 0,-1 0 0,0 0 0,-1 0 0,1 1 0,-1-1 0,-1 1 0,1-1-1,-7-7 1,9 13 18,0 0-1,-1-1 0,1 1 1,-1 0-1,0 0 1,1 0-1,-1 0 0,0 0 1,0 0-1,1 0 0,-1 1 1,0-1-1,0 1 0,0-1 1,0 1-1,0 0 0,0 0 1,0 0-1,0 0 0,0 0 1,0 0-1,0 0 0,0 1 1,0-1-1,0 1 0,0 0 1,1-1-1,-1 1 1,0 0-1,0 0 0,1 0 1,-1 0-1,-2 3 0,-6 2-2,1 2 0,0-1 0,1 1 0,-12 13 0,0 1-2,1 1-1,1 0 1,1 1-1,2 1 1,-26 51-1,33-41 39,8-34-31,0 1 0,-1-1 1,1 1-1,0-1 0,1 1 1,-1-1-1,0 0 0,0 1 1,1-1-1,-1 1 0,0-1 1,1 0-1,0 1 1,-1-1-1,1 0 0,0 0 1,-1 1-1,1-1 0,0 0 1,0 0-1,0 0 0,0 0 1,0 0-1,2 1 0,7 1 0,0 0-1,1 0 0,-1-1 1,0 0-1,1-1 0,0 0 0,-1-1 1,17-2-1,-8 2 8,13 0-1,-9-1-18,0 1 0,1 1-1,42 8 1,-59-7 12,-1 0-1,1 0 1,-1 1-1,1-1 1,-1 2 0,0-1-1,0 0 1,0 1-1,-1 0 1,1 1 0,-1-1-1,0 1 1,0 0-1,-1 1 1,1-1 0,-1 1-1,4 6 1,100 197 13,-101-185-10,0-7 26,-6-17-29,-1 0 0,1-1 0,0 0-1,0 1 1,-1-1 0,1 1 0,-1-1 0,1 0 0,-1 1 0,1-1 0,-1 0-1,1 0 1,-1 1 0,0-1 0,1 0 0,-1 0 0,0 0 0,1 1-1,-1-1 1,0 0 0,0 0 0,0 0 0,0 0 0,0 0 0,4-11 0,0 0-1,1 0 1,1 1 0,9-15 0,155-252-5,-127 211 190,-42 66-176,0 0-1,0 0 1,0 0 0,0 0 0,0 0 0,0 0-1,0 0 1,0 0 0,0 1 0,1-1 0,-1 0 0,0 1-1,0-1 1,1 1 0,-1-1 0,0 1 0,1 0 0,-1 0-1,1-1 1,-1 1 0,0 0 0,1 0 0,-1 0-1,1 1 1,-1-1 0,0 0 0,1 0 0,-1 1 0,0-1-1,1 1 1,-1-1 0,2 2 0,2 1 3,-1 1 0,0-1 0,-1 1 1,1 0-1,-1 0 0,1 0 0,-1 0 0,0 1 1,-1-1-1,1 1 0,-1 0 0,0 0 0,0 0 1,0 0-1,-1 0 0,2 9 0,-2-4-6,1-1 0,-1 1 0,-1 0 0,0 0 0,0 0 0,-1 0 0,-3 17 0,0-14-21,-1-1-1,0 0 1,0 0 0,-1-1 0,-1 0-1,0 0 1,-12 15 0,-67 66-1075,59-65 390,-12 9-1398,-3-2-1,-48 31 1,43-31-1899,31-24-1905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7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121 260 10425,'-10'4'1051,"-1"-1"0,0-1 1,1 0-1,-1 0 0,0-1 0,-14 0 1,23-1-713,0 1 1,0-1 0,0 1 0,0 0 0,0-1-1,0 1 1,0 0 0,1 0 0,-1 1-1,0-1 1,0 0 0,1 1 0,-1-1 0,-1 2-1,1 0 763,6-2-756,0 0 1,1 0-1,-1-1 0,1 1 0,-1-1 1,1 0-1,-1 0 0,6-1 0,218-19 2449,-90 6-2121,237-25 223,193-30-292,-369 42-519,555-57 247,-692 84-340,-63 0 5,1 0 0,0 0 1,0 0-1,0 0 0,0 0 1,0 0-1,0 0 1,0 0-1,-1 0 0,1 0 1,0 0-1,0 1 0,0-1 1,0 0-1,0 0 1,0 0-1,0 0 0,0 0 1,0 0-1,0 0 0,0 1 1,0-1-1,0 0 1,0 0-1,0 0 0,0 0 1,0 0-1,0 0 0,0 0 1,0 1-1,0-1 0,0 0 1,0 0-1,0 0 1,0 0-1,0 0 0,0 0 1,0 1-1,0-1 0,0 0 1,0 0-1,0 0 1,0 0-1,0 0 0,0 0 1,0 0-1,0 0 0,1 1 1,-1-1-1,0 0 1,0 0-1,0 0 0,0 0 1,0 0-1,0 0 0,0 0 1,0 0-1,1 0 1,-1 0-1,0 0 0,0 0 1,-30 11-463,4-1 123,20-9-3315,12-7-730,7-6 1660,14-24-6168,-9 19-35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7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20 10529,'3'-4'1066,"13"-12"7608,12 44-3587,-17-22-4578,0 0 1,1-1-1,13 5 0,35 16 551,-18-1-587,-2 2 0,0 2 0,-2 2 0,49 49 0,-66-58-392,-1 1 0,-1 1 1,-1 0-1,-2 2 0,0 0 0,-1 0 0,-2 1 0,13 39 0,-21-49-66,-1-1-1,-1 1 1,-1 0-1,0 0 1,-1 0 0,-1 0-1,-1 0 1,0 0-1,-1 0 1,-1 0-1,-1 0 1,0 0-1,-8 17 1,-4 6-246,-2-2 0,-1 0-1,-3-1 1,-28 38 0,18-34-772,-2-2 1,-1-1-1,-2-2 0,-2-1 0,-1-2 1,-1-2-1,-67 37 0,64-44-3610,-61 22 0,103-45 4388,-63 25-9914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7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308 129 7657,'-2'-3'550,"0"-1"1,-1 1 0,1 0 0,-1 1-1,0-1 1,1 0 0,-1 1 0,-1 0-1,1-1 1,0 1 0,0 1 0,-1-1-1,1 0 1,-1 1 0,0 0-1,1-1 1,-1 2 0,0-1 0,-4 0-1,3 1-292,1 0 0,0 0 0,-1 1-1,1 0 1,0-1 0,-1 2 0,1-1-1,0 0 1,0 1 0,0 0 0,0 0-1,0 0 1,1 0 0,-1 1 0,0 0-1,1-1 1,-4 5 0,-3 5 338,-1 0 1,2 0-1,-1 1 1,2 1-1,0-1 0,1 2 1,0-1-1,-7 20 1,-1 15 761,-12 61 1,18-67-1227,1 0-1,3 0 0,1 1 1,3-1-1,1 1 0,9 68 1,-5-93-92,0 1 1,1-1-1,1-1 1,1 1 0,1-1-1,0 0 1,14 19 0,-13-24-30,0 0 1,1-1-1,0-1 1,1 1-1,0-2 1,1 0-1,0 0 1,1-1-1,0 0 1,16 7-1,-7-6-11,0-2 0,0 0 0,1-1 0,0-1 0,0-1 0,1-2 0,0 0 0,40 0 0,-35-4 0,1-1 0,-1-1 0,1-2 0,-1 0 0,0-2 0,44-18 0,-56 19 0,-1-2 0,0 0 0,0-1 0,-1-1 0,-1 0 0,1-1 0,-1 0 0,-1-1 0,0-1 0,-1 0 0,-1-1 0,12-17 0,-14 17 0,-2 0 0,0-1 0,0 0 0,-1 0 0,-1 0 0,-1-1 0,0 0 0,-1 0 0,0 0 0,-2 0 0,0 0 0,0-1 0,-4-27 0,-1 17-75,-1 0-1,-1 1 1,-1-1-1,-1 1 1,-1 0-1,-2 1 1,-25-44-1,18 39-156,-2 1-1,-2 1 1,0 1-1,-2 1 1,-45-39 0,35 38-10,-1 1 0,-2 2 1,0 2-1,-1 1 1,-1 2-1,-1 1 1,0 2-1,-1 2 0,-1 2 1,-66-10-1,88 19-395,1 1 0,-1 1 0,0 1 0,1 0 0,-1 1 0,0 2 0,-26 6 0,45-9 400,-1 0 0,1 0 0,-1 0 0,1 1-1,-1-1 1,1 1 0,-1-1 0,1 1-1,-1 0 1,1-1 0,0 1 0,-1 0-1,1 0 1,0 0 0,0 0 0,0 0 0,0 0-1,-1 0 1,2 1 0,-1-1 0,0 0-1,0 1 1,0-1 0,1 0 0,-1 1 0,0-1-1,1 1 1,-1-1 0,1 1 0,0-1-1,0 1 1,-1-1 0,1 1 0,0-1-1,0 1 1,0 0 0,1-1 0,-1 1 0,0-1-1,1 1 1,-1-1 0,1 1 0,-1-1-1,1 1 1,-1-1 0,2 2 0,2 2-1540,0 1 1,0-1 0,0 0 0,9 8-1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8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41 11317,'-3'-34'2200,"2"28"1628,-1 7-2190,-3 3-1206,0 0 1,1 1-1,-1 0 0,1-1 1,0 1-1,0 1 0,1-1 0,-1 0 1,1 1-1,0 0 0,1 0 1,-1 0-1,1 0 0,0 0 0,-1 10 1,-1 11 217,0 1-1,2 36 1,1-47-232,1 13-168,1 1 0,2-1 0,1 0 0,1 1 0,1-2 0,2 1 0,1-1 0,1 0 0,2-1 0,1 0 0,23 38 0,-26-51-206,1 0-1,1-1 0,0 0 0,0-1 1,2 0-1,-1-1 0,2-1 0,28 18 0,-29-22-21,-1 0-1,1-1 0,0-1 0,0 0 1,1-1-1,0-1 0,-1 0 1,1-1-1,0-1 0,0 0 0,28-3 1,-24 0-15,-1-2 1,0 0 0,0-1 0,-1-1 0,1-1 0,-1 0 0,-1-1-1,1-1 1,-1 0 0,-1-1 0,0-1 0,17-16 0,-6 2 82,-2 0 1,-2-1-1,0-2 1,-1 0 0,20-39-1,-24 40 63,80-144-96,-93 167-57,-3 11 0,-6 22 0,1-12 2,-6 33-175,1 1-1,3 0 1,0 61 0,7-92-398,3 43-4593,11 67 0,-2-91-1708,7-2-4449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8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10533,'4'17'2476,"-36"-8"-284,7 13 49,-1 13-13,1 8-292,-4 8-380,4 18-188,-1 5-268,7 12-260,3 2-260,7 4-680,3-4-652,-4 1-548,4-6-632,6-6-520,-10-9-892,1-10-1733,9-1-4032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8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1 572 10457,'13'-15'618,"2"1"-1,0 1 1,0 0-1,2 0 1,-1 2-1,1 0 1,1 1 0,0 1-1,26-10 1,168-42 2079,43-15-1492,-218 62-1089,0-1-1,-2-2 0,0-2 0,53-36 0,-74 44-84,-1 1 1,0-1-1,-1-1 0,20-24 0,-27 29-12,0-2-1,0 1 1,0 0-1,-1-1 1,-1 0-1,1 0 1,-1 0-1,-1 0 0,3-16 1,-5 21 220,-2 5-182,-1 0 0,0 1-1,0-1 1,1 1 0,-1-1-1,1 1 1,-1 0 0,1 0-1,0 0 1,0 0-1,0 1 1,0-1 0,0 0-1,0 1 1,1-1 0,-1 1-1,-1 3 1,3-5-47,-19 37 553,2 0 0,1 2 0,-17 67 0,0-1 49,-34 79 207,7-26-1727,-50 215 0,108-364 835,-3 7-131,2 1 1,0-1-1,0 1 1,2-1 0,1 32-1,1-48 194,-1 0 0,1-1-1,0 1 1,-1-1 0,1 1-1,0-1 1,-1 1 0,1-1 0,0 0-1,-1 1 1,1-1 0,0 0 0,0 1-1,0-1 1,-1 0 0,1 0-1,0 0 1,0 0 0,0 0 0,0 0-1,-1 0 1,1 0 0,1 0 0,-1 0-17,2 0 18,0 0 0,-1 0-1,1-1 1,0 1 0,0-1 0,-1 1-1,1-1 1,-1 0 0,1 0-1,-1 0 1,1-1 0,-1 1-1,1 0 1,-1-1 0,0 0-1,0 1 1,4-5 0,37-43-63,-26 27 35,109-118 9,-95 109 50,1 1-1,48-33 0,-73 58-18,0 1-1,1-1 0,0 1 0,0 1 1,0 0-1,0 0 0,0 0 0,12-1 1,-16 3-3,1 1 1,0-1-1,0 1 0,-1 0 1,1 0-1,0 1 1,-1-1-1,1 1 0,-1 0 1,1 1-1,-1-1 1,1 1-1,-1 0 1,0 0-1,1 0 0,5 5 1,-9-6-2,0 0 0,1 0 0,-1 0 0,0 0 0,0 0 0,1 1 0,-1-1 0,0 1 0,-1-1 0,1 1 0,0-1 0,0 1 0,0-1 0,-1 1 0,1 0 0,-1-1 0,0 1 0,1 0 0,-1 0 0,0-1 0,0 3 0,0 0 0,-1 0 0,0-1 1,0 1-1,0 0 1,0-1-1,0 1 1,-1-1-1,1 1 1,-4 4-1,-2 2 2,-1 0-1,1-1 1,-1 0 0,-1 0-1,-14 11 1,-11 4-218,-2-1 0,-1-3 0,0 0 0,-2-3 0,0-1 0,0-1 0,-2-3 0,-66 12 0,105-23-708,5-5-3051,82-84-1698,-58 62 2854,7-8-1633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9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5040,'54'-29'14312,"-61"42"-14116,1 3 248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49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922 55 7165,'41'-26'4773,"-39"24"-4071,0 0 0,-1 0 0,1 0 0,0 0 0,-1 0 0,1 0 0,-1-1 0,0 1 0,2-4 0,-3 2 3676,-8 19-2293,-11 28-246,-22 79-1,-1 6-307,-294 598 802,-44-21-2648,373-693 249,-38 68-1661,-48 121 0,91-196 1433,0 0 0,1 0 0,0 1 1,0-1-1,0 1 0,1-1 0,0 11 1,0-7-122,0-5-617,5-5-392,3-2 779,0-1 0,1 0 0,-1-1 0,0 0 0,-1 0 0,0 0 0,13-13 0,25-30-6132,-11 6-2208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50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1 782 9165,'4'-6'446,"-1"2"12,0 0 0,1 0-1,-1 0 1,1 1 0,0-1 0,-1 1-1,10-5 9063,-13 5-9470,1-1 1,0 1-1,0 0 1,0 0-1,0 0 1,0 1 0,0-1-1,1 0 1,0 0-1,-1 1 1,1-1-1,0 1 1,0-1-1,0 1 1,5-4-1,-6 5 14,1-1 17,6-14 316,-7 21 782,-8 31 158,6-33-1458,-6 29 480,-5 13 148,-7 73 0,18-105-471,0 0 0,1 0-1,1 0 1,0-1-1,0 1 1,1 0 0,1 0-1,0-1 1,1 0 0,8 19-1,-9-25-50,0 0 0,1-1 0,0 0 0,0 1 0,0-1 0,1-1 0,0 1 0,0-1 0,0 1 0,10 5 0,0-2-158,0 0-1,30 9 0,-39-15 148,0-1 0,1 0 0,-1-1 0,0 1 0,1-1 0,-1-1 0,0 1 0,1-1 0,-1 0 0,0 0 0,12-5 0,-8 3-3,-4 2 32,0-1 0,0 0 0,0 0 0,0 0 0,0-1 0,-1 0 0,1 0 0,-1 0-1,0-1 1,0 0 0,0 0 0,0 0 0,-1-1 0,0 1 0,0-1 0,5-8 0,-2 0 165,-1-1 0,0 1 0,-1-1 1,0-1-1,2-16 0,-1 10 378,14-39 0,-7 72-400,18 37 30,-26-39-155,1 0 0,0 0 1,1 0-1,0-1 0,0 0 0,1-1 0,15 14 1,-13-16-67,0 0 0,0-1 0,0 0 0,0 0 0,1-1 1,0 0-1,0-1 0,0 0 0,0-1 0,0 0 0,1-1 0,-1 0 1,1-1-1,-1 0 0,1-1 0,-1 0 0,0-1 0,0 0 0,14-5 1,-6 1-46,0 0 0,-1-1 1,0 0-1,-1-2 0,0 0 1,0-1-1,-1-1 0,0 0 1,-1-2-1,24-22 0,-27 20 49,0-1 1,-1 0-1,0-1 0,-2 0 0,11-23 1,31-98-98,-18 43 60,199-439 1111,-226 522-931,-1 2 59,-1 1-1,2-1 1,-1 1-1,1 1 0,0-1 1,9-8-1,-19 44 963,-7 14-625,-3 1 1,-31 65-1,6-15-139,34-79-317,-146 390-1136,70-128-4405,71-237 3991,-8 34-2061,17-65 2588,0 0 0,0 0 1,1 0-1,0 0 0,0 0 1,1 0-1,2 13 1,16 20-8915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50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10969,'6'25'2652,"7"-36"-196,22-3 61,13 11-549,9 0-380,13-3-316,12 1-348,17-4-788,2 0-444,-6 1-488,1-1-664,-14 1-640,-12-4-672,-10 7-2261,-12 5-3996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50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86 3000,'-5'-2'334,"0"-1"0,0 1-1,0 1 1,-1-1-1,1 1 1,0 0 0,-1 0-1,1 0 1,-11 1 0,13 0 436,-1 0-611,1 0 0,0 0 0,0 0 1,0 1-1,0 0 0,0-1 0,0 1 0,0 0 1,-2 2-1,-1-2 5781,12-1-4908,158-16 1386,-54 7-2010,43-11-2169,-52 0-4463,-41 5-1304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5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23 4960,'-1'0'154,"-1"0"-1,1 0 0,-1 1 0,1-1 0,-1 0 0,1 1 0,-1-1 0,1 1 0,-1-1 0,1 1 0,0 0 0,-1 0 0,1 0 0,0-1 1,0 1-1,-1 0 0,1 1 0,0-1 0,0 0 0,0 0 0,-1 2 0,1 0 1394,-2-5-109,-36-36 9445,4 35-10397,32 3-367,2 4 23,-20 51 209,-43 83 0,-12 29-134,39-66-144,-25 105 0,57-179-93,1 0 0,1 0 0,1 1 0,2-1 0,1 0-1,1 1 1,1-1 0,1 0 0,1 0 0,2-1 0,1 0 0,1 0-1,1 0 1,1-1 0,1-1 0,1 0 0,1 0 0,2-2 0,26 32-1,-27-38-70,0-1-1,0-1 0,2 0 0,24 16 0,-36-27 10,0 0 0,0 0 0,0 0 0,1-1 0,-1 0 0,1 0 0,-1-1 0,1 1 0,0-1 0,0 0 0,0-1 0,-1 1 0,1-1 0,0 0 0,0-1 0,0 1-1,0-1 1,-1-1 0,1 1 0,10-5 0,0-1-620,0-2-1,-1 0 0,0 0 0,16-14 1,24-30-6611,-30 24-300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0:51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 10857,'19'15'2036,"-3"-27"-224,0 7-272,9-1-295,1 0-261,6 3-312,28-8-500,0 2-528,1 9-884,8-8-657,8 2-2723,5 3-3601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32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130 266 8217,'2'-9'1237,"1"1"0,-2-1-1,0 0 1,0 0 0,0 0 0,-1 0 0,0 0 0,-1 0 0,-2-10 0,1 9-31,0-1 120,0-1 1,0 0 0,1 0-1,0 0 1,2-22-1,0-11 1563,2 26-2762,-1 109-127,-38 233 0,16-177 0,-42 363 0,55-460 0,3 1 0,2 0 0,2 0 0,2 0 0,9 52 0,-10-93 0,1 0 0,0 0 0,1-1 0,0 1 0,1-1 0,-1 0 0,2 0 0,7 13 0,-9-18 0,-1-1 0,0 1 0,1-1 0,0 0 0,-1 0 0,1 0 0,0 0 0,0 0 0,0 0 0,0-1 0,1 1 0,-1-1 0,0 0 0,0 0 0,1-1 0,-1 1 0,1 0 0,-1-1 0,1 0 0,-1 0 0,1 0 0,-1 0 0,0-1 0,7-1 0,-3 0 0,0 0 0,1-1 0,-1 0 0,0 0 0,-1-1 0,1 0 0,-1 0 0,1-1 0,-1 1 0,10-12 0,5-5 0,24-34 0,-45 54 0,241-328 0,-236 321 0,1 1 0,0 0 0,1 0 0,-1 0 0,13-8 0,-17 14 0,0 0 0,1-1 0,-1 1 0,1 0 0,0 0 0,-1 0 0,1 0 0,0 1 0,-1-1 0,1 1 0,0-1 0,0 1 0,0 0 0,-1 0 0,1 0 0,0 1 0,0-1 0,0 1 0,-1 0 0,1-1 0,0 1 0,-1 0 0,4 2 0,3 2 0,0 0 0,0 1 0,0 0 0,0 1 0,-1 0 0,0 0 0,-1 1 0,0 0 0,9 12 0,4 11 0,25 47 0,-34-56 0,1 0 0,0 0 0,2-2 0,1 1 0,19 19 0,-27-33 0,1 0 0,0 0 0,0-1 0,0-1 0,1 1 0,-1-1 0,1 0 0,13 4 0,-17-8 0,0 1 0,1-1 0,-1 0 0,1-1 0,0 1 0,-1-1 0,1 0 0,-1-1 0,1 1 0,0-1 0,-1 0 0,1 0 0,-1-1 0,0 0 0,1 0 0,7-4 0,5-4 0,-1-1 0,-1 0 0,1-1 0,-2-1 0,24-24 0,63-85 0,-30 33 0,-18 37 0,-38 44 0,-14 8 0,0 0 0,-1 0 0,1 1 0,0-1 0,0 1 0,0-1 0,0 1 0,0 0 0,-1 0 0,1 0 0,0 0 0,-1 0 0,1 0 0,-1 0 0,1 1 0,-1-1 0,1 1 0,-1-1 0,0 1 0,0-1 0,0 1 0,0 0 0,0-1 0,0 1 0,1 3 0,2 5 0,0 1 0,-1 0 0,2 16 0,-1-7 0,7 20 0,0-1 0,3-1 0,32 65 0,-44-99 0,1 0 0,-1 0 0,1 0 0,0-1 0,0 1 0,0-1 0,1 1 0,-1-1 0,1-1 0,0 1 0,0 0 0,0-1 0,0 0 0,9 4 0,-11-5 0,1 0 0,0-1 0,0 1 0,0-1 0,0 0 0,-1 0 0,1 0 0,0 0 0,0 0 0,0 0 0,0-1 0,0 0 0,-1 1 0,1-1 0,0 0 0,0 0 0,-1-1 0,1 1 0,-1 0 0,1-1 0,-1 0 0,0 1 0,0-1 0,4-4 0,2-3 0,-1-1 0,0 0 0,0 0 0,-1 0 0,-1-1 0,0 0 0,0 0 0,-1 0 0,0-1 0,-1 0 0,-1 1 0,1-1 0,-2 0 0,1-19 0,-2 5 0,-1 0 0,-1 1 0,-1-1 0,-2 1 0,0 0 0,-9-25 0,8 33-415,0 0 0,-2 1 0,1-1 1,-2 2-1,0-1 0,-1 1 0,-17-19 0,22 28 184,1 1 0,-1 0-1,-1 0 1,1 1 0,-1 0 0,1 0-1,-1 0 1,0 0 0,-1 1-1,1 0 1,-1 0 0,1 1 0,-1 0-1,0 0 1,0 1 0,0-1 0,0 2-1,0-1 1,0 1 0,0 0-1,-12 1 1,12 1-857,0-2-529,1 1 1,0 1-1,-1-1 0,1 1 1,-8 4-1,12-5 735,1 0-1,0 0 1,0 0 0,0 0-1,-1 1 1,1-1 0,0 0-1,1 1 1,-1-1 0,0 0 0,-1 3-1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33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114 150 12853,'-1'0'237,"-1"-1"-1,0 0 1,1 1 0,-1-1-1,1 0 1,-1 0-1,1 0 1,0 0-1,-1 0 1,1-1 0,0 1-1,0 0 1,0 0-1,0-1 1,0 1 0,-3-8 9987,-8 41-7708,-24 184-305,23-163-2048,-11 57 3,23-100-164,-1 1 0,2 0 0,0-1 0,0 1-1,1 0 1,0-1 0,1 1 0,2 10 0,-3-19-4,0 0 0,-1 1 1,1-1-1,0 0 0,0 0 1,0 0-1,0 0 0,1 0 1,-1 0-1,0 0 1,1 0-1,-1 0 0,1-1 1,0 1-1,0-1 0,0 1 1,-1-1-1,1 1 0,1-1 1,-1 0-1,0 0 0,0 0 1,0 0-1,0-1 0,1 1 1,-1-1-1,0 1 1,1-1-1,-1 0 0,0 0 1,4 0-1,5-1-4,0-1 1,0-1-1,0 1 0,0-2 1,15-6-1,17-6 29,-11 7 56,-16 4-79,1 1 1,20-3 0,-32 6-7,0 1 1,0-1 0,1 1 0,-1 1 0,0-1 0,0 1 0,0 0-1,0 0 1,0 0 0,-1 1 0,10 4 0,41 28 82,-41-24-101,2 0 0,22 11 1,-31-18 25,0-1 0,-1 0 0,1 0 1,0 0-1,0-1 0,0 0 0,0 0 1,0-1-1,0 0 0,7-1 1,-4 0 0,-1 1 1,-1-1 1,1-1-1,-1 0 1,0 0-1,1 0 0,-1-1 1,10-5-1,-3 1 63,1-1 1,-1-1-1,0 0 0,-1-1 0,0 0 1,-1-1-1,0-1 0,-1 0 0,0-1 1,0 0-1,14-24 0,-17 20-67,0 0 0,-1-1 0,-1-1 0,-1 1 0,0-1 0,-2 0 0,0 0 0,-1-1 0,1-24 0,-4 35 0,2-15 0,-2 0 0,0 0 0,-1 0 0,-2 0 0,0 0 0,-8-26 0,8 42-71,0-4-1071,0 0 0,-2 0 0,1 0-1,-1 0 1,-1 1 0,0 0 0,-1 0 0,0 0 0,-12-12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34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54 130 8253,'-3'-19'16428,"2"19"-15862,-5-4 3437,-1 0-6426,5 2 3287,1 6-34,-4 17-125,2 1 1,1-1 0,0 32-1,1-23-285,-4 36 0,-2-25-303,3 1 0,1 0-1,2 0 1,6 57 0,-4-94-117,-1 0 0,1-1 0,0 1 0,1 0 0,-1-1 0,1 0 0,3 7 0,7 3 0,-9-13 0,0 0 0,0 0 0,1 0 0,-1-1 0,0 0 0,0 1 0,1-1 0,-1 0 0,0-1 0,1 1 0,-1-1 0,0 1 0,0-1 0,0 0 0,0 0 0,5-2 0,50-28 0,-53 28 0,42-28 0,53-46 0,-62 45 0,2 2 0,44-25 0,-77 52 0,0 0 0,0 0 0,0 0 0,0 1 0,1 0 0,-1 0 0,1 1 0,0 0 0,-1 0 0,1 1 0,0 0 0,13 1 0,3 4 0,0 0 0,39 15 0,-41-13 0,0 0 0,0-1 0,30 4 0,-45-10 0,107 7 0,-97-7 0,-1-1 0,0-1 0,0 0 0,32-9 0,63-20 0,-95 29 0,0 0 0,0 1 0,0 1 0,26 2 0,-20 0 0,38-2 0,-21-5 0,0-2 0,-1-1 0,0-2 0,0-2 0,-1-1 0,0-2 0,60-34 0,-36 23 0,-26 11 0,-3 6 0,-3 0 0,-24 9 0,-3-1 0,-1 1 0,1-1 0,-1 1 0,1-1 0,-1 0 0,1 1 0,-1-1 0,0 0 0,1 0 0,-1 0 0,0 0 0,0 0 0,0-1 0,0 1 0,2-2 0,29-31 0,-28 29 0,0 0 0,0 0 0,1 0 0,-1 1 0,1-1 0,6-2 0,-6 3 0,4-14 0,-11 10 0,1 5 0,-5-11 0,3 11 0,-2 1 0,-20 1 0,19 1 0,-37 2 0,23-4 0,19 2 0,0 0 0,0 0 0,0 0 0,0 0 0,0 0 0,0-1 0,0 1 0,0 0 0,1-1 0,-1 1 0,0-1 0,0 1 0,0-1 0,0 0 0,0 1 0,1-1 0,-1 0 0,0 1 0,-1-3 0,2-6 0,0 9 0,0-1 0,0 1 0,0-1 0,0 1 0,-1-1 0,1 1 0,0-1 0,0 1 0,0-1 0,0 0 0,0 1 0,0-1 0,0 1 0,0-1 0,0 1 0,1-1 0,-1 1 0,0-1 0,0 0 0,0 1 0,1-1 0,-1 1 0,0-1 0,0 1 0,1 0 0,-1-1 0,0 1 0,1-1 0,-1 1 0,1 0 0,-1-1 0,1 1 0,-1 0 0,0-1 0,1 1 0,-1 0 0,1-1 0,0 1 0,-1 0 0,1 0 0,-1 0 0,1 0 0,-1 0 0,1 0 0,-1-1 0,1 1 0,-1 0 0,1 0 0,0 1 0,-1-1 0,1 0 0,0 0 0,-1 0 0,14-5 0,-13-1 0,-12-4 0,9 8 0,0 2 0,-1 0 0,1 0 0,-1 0 0,1 0 0,0 1 0,-1-1 0,1 1 0,-1-1 0,1 1 0,0 0 0,-1 0 0,1 0 0,0 0 0,0 0 0,-4 3 0,-32 26 0,29-23 0,-45 41 0,2 2 0,2 2 0,-63 87 0,106-130 0,1 1 0,0 0 0,1 0 0,-6 16 0,9-23 0,0 1 0,1 0 0,0 0 0,0 0 0,0-1 0,1 1 0,-1 0 0,1 0 0,0 0 0,0 0 0,0 0 0,0 0 0,1 0 0,0 0 0,0 0 0,2 6 0,-2-9 0,0 1 0,0-1 0,1 1 0,-1-1 0,1 0 0,0 1 0,-1-1 0,1 0 0,0 0 0,-1 0 0,1 0 0,0-1 0,0 1 0,0 0 0,0-1 0,0 1 0,0-1 0,0 0 0,0 0 0,0 1 0,0-1 0,0-1 0,0 1 0,0 0 0,0 0 0,0-1 0,3 0 0,8-3 0,-1 1 0,1-2 0,11-5 0,-18 7 0,42-20 0,74-49 0,-46 25 0,-39 23 0,-25 16 0,0 0 0,1 0 0,-1 1 0,2 1 0,-1 0 0,23-6 0,-35 12 0,1 0 0,0-1 0,-1 1 0,1 0 0,0 0 0,0 1 0,-1-1 0,1 0 0,0 1 0,-1-1 0,1 0 0,0 1 0,-1 0 0,1-1 0,-1 1 0,1 0 0,-1 0 0,1 0 0,-1 0 0,0 0 0,1 0 0,-1 1 0,0-1 0,0 0 0,0 1 0,0-1 0,0 0 0,0 1 0,0-1 0,-1 1 0,1 0 0,1 2 0,-1 2 0,1-1 0,-1 1 0,0 0 0,0-1 0,-1 1 0,1 0 0,-1-1 0,-2 11 0,2-13-270,-1 0-1,1 0 1,0 0 0,0 0 0,0 0-1,0 0 1,1 0 0,-1 0 0,1 0-1,0-1 1,0 1 0,0 0 0,0 0-1,0 0 1,0-1 0,1 1 0,-1-1-1,4 4 1,1 0-1529,-1-1 1,2 1-1,-1-1 0,1-1 0,10 7 1,-3-2-12058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35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 13429,'14'-4'11654,"-20"9"-4447,2-3-6730,4-2-477,0 1 0,-1-1 0,1 0 0,0 0 0,0 0 0,-1 0 0,1 0 0,0 1 0,0-1 0,0 0 0,-1 0 0,1 0 0,0 1 0,0-1 0,0 0 0,0 0 0,-1 1 0,1-1 0,0 0 0,0 0 0,0 1 0,0-1 0,0 0 0,0 0 0,0 1 0,0-1 0,0 0 0,0 1 0,0-1 0,0 0 0,0 0 0,0 1 0,0-1 0,0 0 0,0 1 0,0-1 0,0 0 0,0 0 0,0 1 0,1-1 0,-1 0 0,0 0 0,0 1 0,0-1 0,0 0 0,1 0 0,-1 1 0,0-1 0,0 0 0,0 0 0,1 0 0,-1 0 0,0 1 0,0-1 0,1 0 0,15 7 0,-15-7 0,3 5 0,0 0 0,0 1 0,-1-1 0,1 1 0,-1 0 0,-1 0 0,4 10 0,2 4 0,-2-6 0,0 0 0,-2 1 0,0-1 0,0 1 0,-1 0 0,-1 1 0,-1-1 0,0 0 0,-1 0 0,0 1 0,-4 20 0,-3-3 0,4-27 0,11-21 0,0 0 0,1 1 0,1 0 0,0 0 0,23-23 0,76-74 0,36-15 0,-126 112 0,2 0 0,-1 1 0,2 1 0,0 0 0,37-12 0,-57 23 0,0 0 0,1 0 0,-1 0 0,0 1 0,1-1 0,-1 1 0,1 0 0,-1-1 0,1 1 0,-1 0 0,1 1 0,-1-1 0,1 0 0,-1 1 0,1-1 0,-1 1 0,1 0 0,-1 0 0,0 0 0,1 0 0,-1 0 0,0 0 0,0 1 0,0-1 0,0 1 0,0-1 0,0 1 0,0 0 0,-1 0 0,3 2 0,-2 0 0,0 0 0,0 0 0,-1 0 0,1 1 0,-1-1 0,0 0 0,0 0 0,-1 1 0,1-1 0,-1 1 0,0-1 0,0 0 0,0 1 0,-1-1 0,-1 7 0,-9 28-19,-3 0 0,-1-1 0,-35 66 0,25-56-170,-24 67 0,43-97 74,1-1-1,1 1 1,0 0 0,1-1-1,1 1 1,1 1 0,2 34-1,0-47-418,0 0-1,0 0 0,0 0 0,1 0 1,0 0-1,0-1 0,0 1 1,1-1-1,5 9 0,-5-10-682,0 0-1,0 0 0,1 0 0,-1 0 1,1-1-1,0 0 0,7 5 0,25 10-12099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35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1057 20 15553,'-52'38'3113,"45"-32"-2441,0 1-1,0 0 1,1 0-1,0 0 1,0 0-1,1 1 1,0 0-1,1 1 0,0-1 1,0 1-1,0-1 1,1 1-1,1 0 1,-1 0-1,1 1 1,1-1-1,0 0 1,0 1-1,1-1 1,1 17-1,1-19-671,0 0 0,0 0 0,0 0 0,1 0 0,0 0 0,1-1 0,-1 1 0,1-1 0,0 0 0,1 0 0,0-1 0,-1 1 0,2-1 0,-1 0 0,1 0 0,-1 0 0,1-1 0,1 0 0,-1 0 0,1-1 0,11 5 0,5 1 0,0-1 0,0-1 0,0-1 0,1 0 0,36 2 0,-23-6 0,-1-2 0,1-1 0,-1-1 0,1-3 0,-1 0 0,43-14 0,-62 14 0,1-2 0,0-1 0,-1 0 0,-1-1 0,0-1 0,0 0 0,0-1 0,-1-1 0,25-26 0,-7 1 0,-1-1 0,40-65 0,-67 95 0,-1 0 0,0 0 0,0 0 0,-1 0 0,0-1 0,2-11 0,-1 4 0,-2 8 0,-5 10 0,-5 10 0,-88 172 0,-3-4 0,-77 192 0,-28 165 0,-29 75 0,161-427 0,-68 161 0,103-269 0,-3-1 0,-66 96 0,77-133 0,-1 0 0,-62 60 0,77-85 0,-1 0 0,0-2 0,-1 0 0,0 0 0,-1-2 0,-1 0 0,1-1 0,-1-1 0,-24 6 0,34-11 0,0-1 0,0-1 0,0 0 0,-1 0 0,1-1 0,-1 0 0,1 0 0,0-1 0,0-1 0,-1 1 0,1-1 0,0-1 0,0 0 0,1 0 0,-1-1 0,1 0 0,-1 0 0,1-1 0,1 0 0,-1-1 0,1 1 0,-1-2 0,2 1 0,-1-1 0,-11-14 0,9 8 0,0-1 0,0 0 0,2 0 0,0-1 0,0 0 0,1 0 0,1-1 0,1 1 0,0-1 0,1 0 0,0 0 0,1 0 0,1-1 0,2-19 0,3 4 0,1-1 0,2 1 0,1 1 0,1-1 0,2 1 0,1 1 0,2 0 0,1 1 0,1 0 0,31-42 0,6 2 0,3 3 0,116-106 0,-23 45-348,316-207 0,-289 217-2309,80-50-3459,-79 67-2120,-33 28-3842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38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34 226 3780,'0'0'1612,"-3"-2"-1529,1 2 69,1 0-1,0-1 1,-1 1 0,1-1-1,-1 0 1,1 1-1,0-1 1,0 0-1,-1 0 1,1 0 0,0 0-1,0 0 1,0 0-1,0 0 1,0 0 0,0 0-1,0-1 1,1 1-1,-1 0 1,0-1 0,1 1-1,-1 0 1,1-1-1,-1 1 1,1-1 0,-1 1-1,1-1 1,0 1-1,0-1 1,0 1-1,0-1 1,0 1 0,0-1-1,0 1 1,1-1-1,-1 1 1,0 0 0,1-1-1,-1 1 1,2-3-1,-10-27 2790,20-17 906,-10-12-388,-2 56-2491,2 7-942,-2 1-21,0-3-5,0 0 0,1 1 0,-1-1 0,1 0 0,-1 0 1,1 1-1,-1-1 0,1 0 0,0 0 0,0 0 0,-1 0 0,1 0 1,0 0-1,0 0 0,0 0 0,2 1 0,-2 0 85,5-12-1083,-1 2-775,-3 0-5991,1-26 2531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39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26 7389,'19'-25'15505,"-21"30"-13607,-6 12-964,1 1-1,1 1 0,0-1 1,-3 26-1,-9 87 1565,11-71-1855,-22 316-445,19-185-229,-21 65-136,4-62-4653,14-130-320,-4 1-4306,10-40-764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3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19 166 12057,'-18'60'4088,"18"-59"-3933,0 0 0,0 0-1,0 0 1,1 0-1,-1 0 1,0 0-1,1-1 1,-1 1-1,0 0 1,1 0-1,-1 0 1,1 0-1,0 0 1,-1 0 0,1-1-1,0 1 1,-1 0-1,1-1 1,1 2-1,0 0 308,2 2-127,0 1 0,0-1-1,1 0 1,-1 0 0,1 0 0,0-1 0,0 1 0,1-1 0,-1-1 0,1 1-1,10 3 1,5 0 204,-1-1-1,25 3 1,27 0 304,0-2 1,133-8-1,144-36 32,-216 17-611,247-72 0,-270 52-222,117-62-1,-190 85-16,-35 17-12,1 0 0,-1 0 0,0 0 0,1 0 0,-1 0 0,1 0 0,-1 0 0,1 1 0,-1 0 0,1-1 0,-1 1-1,1 0 1,-1 0 0,1 0 0,0 1 0,-1-1 0,1 0 0,-1 1 0,1 0 0,-1 0 0,1 0 0,-1 0 0,0 0 0,0 0 0,1 0 0,-1 1 0,0-1 0,0 1 0,0 0 0,0-1 0,0 1 0,-1 0 0,3 3 0,0 2 51,0-1 0,-1 1-1,1 1 1,-2-1 0,1 0-1,-1 1 1,0-1 0,0 1-1,-1 0 1,1 8 0,-3 12-293,-1 1 0,0 0 0,-3-1 0,0 0 0,-17 50 1,12-39-1309,-18 44-3035,6-28-2728,18-45 5016,-9 19-8181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0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12397,'6'-14'2224,"1"31"2057,-4 6-3449,3 0-184,7-9-424,-1 6-556,8-3-724,5 12-468,-9-9-741,3 6-2219,3-4-3477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0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39 310 10213,'0'0'12651,"-4"0"-11143,-27-5 1209,28 4 515,16 5-1945,-8-1-1241,0-1 0,0 1 0,-1 0 0,1 0-1,-1 0 1,0 1 0,0 0 0,0 0 0,0 0 0,0 0-1,4 8 1,3 6 212,15 34 0,-9-17-165,-11-21-269,-1 0 1,-1 0-1,5 24 0,1 1-150,-9-38 315,0-1-1,-1 1 1,1-1-1,0 1 1,0-1-1,-1 0 1,1 1-1,0-1 1,0 0-1,0 0 1,0 1-1,0-1 1,-1 0-1,1 0 1,0 0-1,0 0 1,0 0-1,0 0 1,0 0-1,1-1 1,0 1-12,1 0 23,0 0-1,0-1 0,0 1 1,0-1-1,0 1 1,0-1-1,0 0 1,0 0-1,0 0 0,0-1 1,-1 1-1,1-1 1,3-2-1,35-32-94,-18 15 60,2 0 20,-3 0-5,1 2 0,1 0 0,1 2-1,0 0 1,1 2 0,28-12 0,-50 27 15,0-1 1,0 1-1,0 0 0,1 0 0,-1 0 0,0 0 1,0 1-1,0 0 0,0 0 0,0 0 0,0 0 1,-1 1-1,1-1 0,0 1 0,3 2 1,85 57-58,-89-60 65,0-1 1,0 1-1,0-1 1,0 0 0,0 0-1,0 0 1,0 0 0,0 0-1,-1 0 1,1-1 0,5-1-1,-3 1 3,14-3-13,0-1 0,-1 0 0,0-1 1,23-11-1,-39 16-3,0 1 0,0 0 0,-1-1 0,1 1 0,0 0 0,0 1 1,0-1-1,0 0 0,0 0 0,0 1 0,0-1 0,0 1 0,0 0 0,-1 0 0,1-1 0,0 1 1,0 0-1,-1 0 0,1 1 0,-1-1 0,1 0 0,-1 0 0,1 1 0,-1-1 0,2 3 0,-1 2-4,1-1-1,0 0 1,1 0-1,-1 0 1,1 0-1,0-1 1,0 1-1,0-1 0,5 4 1,-5-6 13,0 0-1,0-1 1,1 1 0,-1-1 0,0 0-1,1 0 1,-1 0 0,0 0-1,1-1 1,-1 0 0,1 0 0,-1 0-1,8-1 1,22-4-7,1-1-1,-1-1 1,0-3-1,-1 0 1,0-2-1,-1-2 1,0 0-1,-1-3 1,-1 0-1,37-29 1,-37 21-74,-1-2 0,-1-1 0,-1-2 1,-2 0-1,39-62 0,-36 40 59,-27 50 21,-1 1 0,0-1 0,0 1 0,0-1 0,0 1 0,-1-1 0,1 1 0,0-1 0,-1 1 0,1-1 0,0 1 0,-1 0 0,0-1 0,1 1 0,-1 0 0,0-1 0,0 1 0,0 0 0,-1-2 0,0 3 3,0 0 0,0-1 0,0 1-1,0 0 1,0 1 0,0-1 0,0 0-1,0 1 1,0-1 0,0 1 0,0-1 0,0 1-1,0 0 1,0 0 0,0 0 0,1 0-1,-1 0 1,0 0 0,-1 3 0,-36 29 6,32-27-6,-11 11 5,0 1 0,1 1 0,1 1-1,1 0 1,0 1 0,2 0 0,-14 29-1,26-46-4,0 0-1,1 1 1,-1-1 0,1 0-1,-1 0 1,1 1-1,1-1 1,-1 0-1,0 0 1,1 1-1,0-1 1,0 0-1,0 0 1,1 0-1,-1 0 1,1 0-1,0 0 1,0-1-1,1 1 1,-1-1-1,1 1 1,-1-1-1,1 0 1,0 0 0,0 0-1,1 0 1,5 4-1,6 2-152,1-1 0,0 0 0,0-1 0,1 0 0,0-2 0,0 0 0,1-1 0,19 2 0,23 1-1586,62-2 0,16-6-2622,-47-5-2985,-29 2-3196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1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80 699 3752,'-3'3'350,"1"-1"-1,-1 0 0,1 0 0,-1 0 0,0 0 0,0 0 1,0 0-1,0 0 0,0-1 0,0 0 0,0 0 0,-1 0 1,-3 1-1,-7 7 846,-2 15 7686,12-14-1259,11-26-5887,-2 8-1422,0 0 0,1 0 0,0 0 1,0 1-1,1 0 0,0 0 0,15-12 0,12-11 529,14-17-674,-2-3 0,-2-1 1,-2-3-1,-3-1 0,-3-2 0,-1-1 1,30-73-1,1-5-168,-66 136 0,0-1 0,0 1 0,0-1 0,1 1 0,-1 0 0,0-1 0,0 1 0,0-1 0,0 1 0,1-1 0,-1 1 0,0 0 0,0-1 0,1 1 0,-1-1 0,0 1 0,1 0 0,-1 0 0,1-1 0,-1 1 0,0 0 0,1-1 0,-1 1 0,1 0 0,-1 0 0,0 0 0,1 0 0,-1-1 0,1 1 0,-1 0 0,1 0 0,-1 0 0,1 0 0,-1 0 0,1 0 0,-1 0 0,1 0 0,0 0 0,6 14 0,-5-9 0,27 56 0,-3 1 0,-3 1 0,-2 1 0,24 132 0,-43-177-27,0 1 0,-2-1 0,0 1-1,-1-1 1,-1 0 0,0 1 0,-2-1 0,0 0 0,-1-1-1,-1 1 1,-1-1 0,-1 0 0,0-1 0,-1 0 0,-1 0 0,-1-1-1,0 0 1,-1 0 0,0-2 0,-2 1 0,-15 13 0,-2-4-1226,0-1 1,-2-1 0,-47 24 0,16-19-3176,-4-7-3649,26-11-3595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4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13 10353,'-1'-1'3445,"-8"-7"-1756,8 8-1464,1 0-1,0-1 1,-1 1-1,1 0 0,-1-1 1,1 1-1,-1 0 1,1 0-1,0-1 0,-1 1 1,1 0-1,-1 0 1,1 0-1,-1 0 0,1 0 1,-1 0-1,1 0 1,-1 0-1,1 0 1,-1 0-1,0 0 0,1 0 1,-1 0-1,1 0 1,0 0-1,-1 0 0,1 0 1,-1 1-1,1-1 1,-1 0-1,0 1 0,-9 16 2471,1 30-757,-27 181 1751,28-185-3946,6-24-607,0 1-1,1 0 1,3 39-1,7 17-5061,-2-30-1388,-4-25-3737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5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64 10741,'7'-37'4224,"-14"22"-2363,4 4 2739,22 20-4036,-3-4-484,0 10-464,6 7-616,4 1-692,-7 3-416,3 5-2869,10 1-3948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0 13813,'-6'10'320,"-6"7"593,0 1 0,1 1-1,1 0 1,1 0 0,-9 29 0,-20 112 5665,-24 242 1,62-402-6579,-9 83-974,-11 71-3199,15-137 1518,1 1-1,-13 27 1,10-28-910,-7 29-9540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5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35 201 16670,'-35'-3'5244,"45"-8"-2960,-1 2-188,20 0-411,21-2-353,-2 0-208,16-1-280,9 1-360,12-6-564,11 2-572,-1-2-916,6-3-548,1-3-853,6 12 53,16 2-3429,0-2-5788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4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109 144 4844,'0'0'1539,"-1"-3"-101,-7-21 1279,7 22-366,3 0-1155,19-12 1046,-18 13-1132,-1-2-701,1 0 0,0 0 1,0 0-1,0 0 0,0 1 0,0-1 0,5-1 1,-4 1-129,0 1 0,0 0 0,0-1 0,0 0 0,0 0 0,-1 0 0,1 0 0,-1-1 0,0 1 0,0-1 0,0 0 0,0 0 0,-1 0 0,1 0 0,-1 0 0,2-8 2883,-6 11-2965,-25-6 103,25 7 1597,1 3-1609,-8 34-48,-1-1-1,-2 0 1,-2-1 0,-27 52 0,-22 55 255,39-61-497,23-75 0,0 1 0,0 0 0,0 0 0,1 0 0,0-1 0,0 1 0,1 0 0,0 0 0,0 0 0,3 8 0,-4-13 0,1-1 0,-1 0 0,1 1 0,0-1 0,0 1 0,0-1 0,0 0 0,0 0 0,0 0 0,0 0 0,0 0 0,0 0 0,0 0 0,1 0 0,-1 0 0,0 0 0,1 0 0,-1-1 0,1 1 0,-1-1 0,3 1 0,0 0 0,0 0 0,0-1 0,0 0 0,0 0 0,0 0 0,0 0 0,0-1 0,5-1 0,5-2 0,-1 0 0,0-1 0,0 0 0,15-9 0,17-13 0,-1-3 0,-1-1 0,38-36 0,-70 56 0,-7 9 0,16-8 0,-17 7 0,20-6 0,44-8-5,-53 13-20,-10 3-194,1 0-1,-1-1 1,1 1-1,-1-1 1,0 0-1,1-1 1,-1 1-1,6-5 0,-4 2-440,1 0-1,-1 1 0,1 0 1,0 1-1,1-1 0,12-3 0,-19 6 488,1 1 0,-1-1-1,0 0 1,0 0-1,0 0 1,0 0 0,0 0-1,0 0 1,0 0-1,0 0 1,0 0-1,0 0 1,-1-1 0,1 1-1,0 0 1,-1 0-1,1-2 1,7-20-3515,-7 21 2877,1-7 342,-3 3-6080,-7-3-1965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6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1 229 5677,'4'-6'282,"1"0"0,0 0 1,1 0-1,-1 0 0,1 1 1,0 0-1,0 0 1,1 0-1,0 1 0,9-4 1,2 1 104,1 1-1,-1 2 1,1 0 0,0 0 0,1 2 0,19 0-1,-36 2 3301,26-11-610,-26 11-2192,-3-1-820,0 0-1,0 1 1,0-1 0,1 1-1,-1-1 1,0 1 0,0-1-1,0 1 1,1-1 0,-1 1-1,0 0 1,0-1 0,1 1-1,-1-1 1,0 1-1,1 0 1,-1-1 0,1 1-1,-1 0 1,0-1 0,1 1-1,0-1 1,0 1 17,-1-1 0,1 1-1,0-1 1,-1 1 0,1-1 0,0 1-1,-1-1 1,1 1 0,-1-1 0,1 0-1,-1 1 1,0-1 0,1 0 0,-1 0-1,1 1 1,-1-1 0,0 0 0,0-1-1,6-31 1907,-6 30-925,6-29 1664,-5 30-2565,0-1 0,0 1 0,0-1 0,0 1 0,0 0 0,1 0 0,-1 0 0,1 0 0,0 0 0,2-2 0,0-2 325,-2 4 220,1 3 46,0 1-697,1-1 1,-1 1-1,0 0 1,0 0 0,0 0-1,0 0 1,0 0-1,-1 1 1,1-1 0,-1 1-1,0-1 1,4 6-1,-3-1-6,0-1-1,-1 0 0,1 1 1,-2-1-1,1 1 1,1 9-1,1 19-49,-1 1 0,-2 0 0,-1 0 0,-2-1 0,-11 62 0,-53 173 0,-3-55 0,66-196 0,4 6 0,5-21 0,-4-3 0,-1-1 0,0 1 0,0 0 0,0-1 0,0 1 0,0-1 0,0 1 0,1-1 0,-1 0 0,0 1 0,0-1 0,1 0 0,-1 0 0,0 0 0,0 0 0,1 0 0,-1 0 0,0 0 0,0 0 0,1 0 0,-1-1 0,0 1 0,0 0 0,1-1 0,-1 1 0,0-1 0,2-1 0,36-22 0,-32 18 0,44-30 0,-10 6 0,1 2 0,79-40 0,-115 65 0,-1 1 0,1 1 0,0-1 0,0 1 0,0 0 0,0 0 0,0 1 0,0-1 0,0 1 0,0 1 0,0-1 0,9 3 0,6 2 0,-1 1 0,26 12 0,-27-10 0,0-1 0,35 8 0,-28-12 0,-1-1 0,0-1 0,1-1 0,-1-2 0,1 0 0,46-11 0,-34 3 0,0-1 0,0-3 0,59-29 0,-80 34 0,0-1 0,0 0 0,21-20 0,-31 24 0,0 0 0,0-1 0,-1 0 0,0 0 0,-1-1 0,1 1 0,-1-1 0,-1 0 0,5-11 0,-5 10 0,1-4 0,-6-25 0,-7-2 0,6 33-543,1-29-2198,5 25-1504,0 4 998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6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 12845,'-28'5'1144,"20"-5"-713,1 1 0,0 1 1,-1-1-1,1 1 0,0 1 1,0-1-1,0 1 1,1 0-1,-1 1 0,1-1 1,-1 1-1,-8 9 0,-5 3 1033,1 1-1,0 0 1,2 2-1,0 0 0,1 1 1,1 1-1,1 0 1,-15 30-1,12-4-5822,-7 32-9058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6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12 12933,'-13'-11'6833,"23"25"-6329,-4 3-460,0 3-688,1 0-456,-7 0-536,0 20-333,-4 0-2359,1 6-3325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7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1060 12109,'0'1'99,"1"-1"0,-1 1 0,1 0 1,-1-1-1,1 1 0,-1-1 0,1 1 0,-1-1 0,1 1 0,0-1 0,-1 0 1,1 1-1,0-1 0,-1 0 0,1 0 0,0 1 0,0-1 0,-1 0 0,1 0 1,0 0-1,-1 0 0,1 0 0,0 0 0,0 0 0,-1 0 0,1 0 0,0 0 1,0 0-1,-1 0 0,1-1 0,0 1 0,0 0 0,21-22 2889,-11 9-2178,12-12 530,-5 6 80,-2 0 0,25-37 0,10-33 348,50-124 0,21-102-199,-103 262-1067,-18 50-18,-3 7-196,-10 15-99,1 0 0,1 0-1,1 1 1,-7 24 0,-24 93 294,27-87-333,3-15-132,-7 20-13,3 1 0,-12 105 0,26-156-5,-1 0 0,1 0 0,1 0 0,-1 0 0,1 0 0,0 0 0,0 0 0,0 0 0,1 0 0,-1 0 0,6 8 0,-6-11 0,0 0 0,1-1 0,-1 1 0,0-1 0,1 1 0,-1-1 0,1 0 0,0 0 0,-1 0 0,1 0 0,0 0 0,0 0 0,0 0 0,0 0 0,0-1 0,0 1 0,0-1 0,0 1 0,0-1 0,0 0 0,0 0 0,0 0 0,0 0 0,0 0 0,0 0 0,0 0 0,0-1 0,0 1 0,0-1 0,2-1 0,9-3-10,0-1 0,0 0 1,0-1-1,-1-1 0,0 0 0,0 0 0,-1-1 1,-1-1-1,1 0 0,15-19 0,10-17-76,38-63 0,-69 100 79,64-109-73,-5-2 1,72-192 0,-134 307 91,6-15 118,-1 0-1,7-29 1,-14 48-127,0 0 0,1 0 0,-1 0 0,0 0 0,0 0 1,0 0-1,0 0 0,0 0 0,0 0 0,0 0 0,-1 0 0,1 0 0,0 0 0,0 0 0,-1 0 0,1 0 1,-1 1-1,1-1 0,-1 0 0,1 0 0,-1 0 0,1 0 0,-1 1 0,0-1 0,1 0 0,-1 1 0,0-1 0,0 1 1,1-1-1,-1 0 0,0 1 0,0 0 0,-1-1 0,0 0-2,0 1 0,1 0 1,-1-1-1,0 1 0,0 0 0,0 0 0,0 0 1,0 0-1,0 1 0,1-1 0,-1 0 0,0 1 0,0-1 1,0 1-1,-3 1 0,-1 2-1,0 1 0,0-1 0,0 1 0,0 1 0,1-1 0,-1 1 0,1-1 0,-6 12 0,-32 58 0,-5 31 0,-56 188 0,98-274-182,1 1 0,0-1 0,2 1 0,0 0 0,2-1 0,0 1 0,2 24 1,1-32-31,0 0 0,1 0 1,0 0-1,0-1 0,2 1 1,0-1-1,0 0 0,1 0 1,0-1-1,1 1 0,1-2 1,12 17-1,-7-14-786,0 0 1,1-1-1,1 0 0,28 17 1,69 30-7972,-29-19-2650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14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83 11265,'-1'-2'225,"-1"1"0,1-1-1,0 1 1,0-1 0,-1 0 0,1 1-1,0-1 1,0 0 0,0 0 0,1 0 0,-1 0-1,0 0 1,1 0 0,-1 0 0,1 0-1,0 0 1,0 0 0,0 0 0,0 0 0,0 0-1,0 0 1,1-2 0,-5-31 5969,1 32-5400,-2 10 522,-8 24 2111,-5 39 1174,14-35-4601,2 0 0,3 58 0,0-91 0,-1 1 0,0 0 0,1 0 0,-1-1 0,1 1 0,0 0 0,0-1 0,0 1 0,0 0 0,0-1 0,0 0 0,1 1 0,-1-1 0,1 0 0,2 3 0,2-1 0,-1 1 0,1-2 0,0 1 0,0-1 0,1 1 0,-1-2 0,1 1 0,8 1 0,-5 0 0,-9-4 0,-1 1 0,1-1 0,-1 0 0,1 1 0,0-1 0,-1 0 0,1 1 0,0-1 0,-1 0 0,1 0 0,0 1 0,-1-1 0,1 0 0,0 0 0,-1 0 0,1 0 0,0 0 0,0 0 0,-1 0 0,1 0 0,0-1 0,-1 1 0,1 0 0,0 0 0,1-1 0,21-9 0,-8 5 0,-15 5 0,1 0 0,-1 0 0,1 0 0,-1-1 0,1 1 0,-1 0 0,1 0 0,0 0 0,-1 0 0,1 0 0,-1 0 0,1 0 0,-1 0 0,1 0 0,-1 0 0,1 0 0,0 1 0,-1-1 0,1 0 0,-1 0 0,1 1 0,0 2 0,0 1 0,-1-1 0,1 0 0,-1 1 0,0-1 0,0 1 0,-1-1 0,1 1 0,-1-1 0,1 0 0,-1 1 0,-2 4 0,2-4 0,-12 37 0,-2-1 0,-25 50 0,21-49 0,-27 79 0,44-113 0,-45 195 0,43-178 0,1 0 0,2-1 0,0 1 0,2 0 0,0-1 0,9 40 0,-9-55 0,1-1 0,0 1 0,1-1 0,0 0 0,0 0 0,0 0 0,1 0 0,0-1 0,0 0 0,1 1 0,-1-1 0,9 7 0,-8-10 0,0 1 0,0 0 0,0-1 0,1 0 0,-1-1 0,1 1 0,0-1 0,0 0 0,0 0 0,0-1 0,0 1 0,0-2 0,1 1 0,-1 0 0,11-2 0,4 0 0,0-2 0,-1 0 0,1-1 0,27-10 0,81-36 0,-89 32 0,2 2 0,80-20 0,-53 24 0,0-4 0,68-24 0,-115 31 0,0 0 0,0-2 0,-1 0 0,0-1 0,-1-1 0,-1-1 0,0-1 0,-1 0 0,30-34 0,-36 35 0,-1 0 0,-1-1 0,0 0 0,-1-1 0,-1 0 0,0 0 0,-1-1 0,-1 0 0,-1 0 0,0 0 0,-1-1 0,-1 0 0,-1 1 0,0-37 0,-13-153-5683,1 42-647,11 114-424,7 9-4262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1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 11605,'0'1'202,"0"-1"-1,1 1 1,-1 0-1,0 0 1,0 0-1,0-1 1,1 1-1,-1 0 1,0 0 0,0 0-1,0 0 1,-1-1-1,1 1 1,0 0-1,0 0 1,0 0-1,-1-1 1,1 1 0,0 0-1,0 0 1,-1-1-1,1 1 1,-1 0-1,1-1 1,-1 1-1,1 0 1,-1-1-1,1 1 1,-1-1 0,0 1-1,1-1 1,-1 1-1,0-1 1,1 1-1,-1-1 1,0 0-1,-1 1 1,-6 4 42,3-2 211,0 1 1,1 0 0,0 0 0,0 1-1,0-1 1,0 1 0,1-1-1,-1 1 1,1 0 0,1 1-1,-5 8 1,-2 12 1309,-9 34-1,8-26-876,-96 361 1527,33-116-1456,56-219-957,-35 136 7,44-156-28,1 0-1,-2 76 1,9-112-45,0 1 0,0-1 1,0 0-1,1 1 1,0-1-1,0 1 0,0-1 1,3 7-1,-4-10 51,1 0 1,0 0-1,0 0 0,-1 0 1,1 0-1,0 0 0,0 0 0,0 0 1,0-1-1,0 1 0,0 0 1,0-1-1,0 1 0,0-1 0,1 1 1,-1-1-1,0 1 0,0-1 1,0 0-1,1 0 0,-1 1 0,0-1 1,0 0-1,1 0 0,-1 0 1,0 0-1,0-1 0,1 1 0,-1 0 1,2-1-1,9-2-25,-1-1 0,-1 0 0,1-1 0,0 0 0,-1-1 0,0 0 0,0 0 0,8-8 0,73-70-110,-39 35 91,-36 33 79,0 2 0,2 0 0,0 1 0,0 0 0,1 2 0,28-13 0,-43 23-7,0 0 1,0 0-1,0 0 1,0 1-1,0-1 1,0 1-1,0 0 1,0 1-1,0-1 1,0 1-1,0-1 1,-1 1-1,1 0 1,0 1-1,0-1 1,-1 1-1,7 3 1,-4-2 14,0 2 1,0-1 0,0 1-1,-1-1 1,1 2 0,-1-1 0,-1 0-1,5 7 1,16 23 75,1-1-1,2-2 1,40 37 0,-51-54-56,1 0 1,0-2-1,1 0 0,1-1 0,0-1 1,0-1-1,40 13 0,-33-15-48,1-1-1,0-2 1,1 0-1,-1-2 0,1-2 1,-1 0-1,1-2 1,0-1-1,-1-1 0,1-2 1,-1 0-1,0-2 1,-1-1-1,0-2 0,0 0 1,-1-2-1,0-1 1,27-18-1,-14 6-1,101-58 0,-119 77 0,-20 6 0,1 0 0,-1 0 0,1 0 0,-1 0 0,1 0 0,-1 0 0,1 1 0,-1-1 0,1 0 0,-1 1 0,1-1 0,-1 1 0,0 0 0,1-1 0,-1 1 0,0 0 0,1 0 0,-1 0 0,0 0 0,0 0 0,0 0 0,0 0 0,0 0 0,0 1 0,0-1 0,0 0 0,-1 1 0,1-1 0,0 0 0,-1 1 0,1-1 0,-1 1 0,1-1 0,-1 1 0,0-1 0,0 1 0,1-1 0,-1 1 0,0-1 0,-1 1 0,1-1 0,0 1 0,0-1 0,-1 1 0,1-1 0,-1 3 0,-2 6 0,0 0 0,0 0 0,-1 0 0,-8 14 0,7-12-1438,0 1 0,1-1 1,1 1-1,-1 0 0,-1 23 0,4-32 806,1 4-7049,0 8-5162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15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11545,'12'8'6113,"-21"10"-6309,2 2-656,17 2-665,3 21-2855,-4-3-3365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15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1 14833,'-13'14'1048,"7"-7"-339,1 0 1,-1 0 0,1 1 0,1-1-1,-1 1 1,1 0 0,-3 10 0,-111 308 5705,27 12-1622,18-74-6747,49-196 358,4 1 0,3 1-1,-11 89 1,28-145-420,-1 0-1,2 0 1,2 16-1,10 37-11361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15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328 494 9745,'18'-15'675,"-8"5"-18,1 0-1,0 1 1,0 1-1,1 0 1,17-9-1,0 0 1180,0-2 1,39-33-1,-16 11-585,-24 21-729,76-62 1557,-93 72-1752,0 0-1,-1-1 1,-1 0-1,0-1 1,0 0-1,11-21 1,-19 31-278,0 0 0,-1 0 1,1 0-1,-1 0 0,1-1 1,-1 1-1,1 0 0,-1 0 1,0 0-1,0 0 0,0 0 1,-1-1-1,1 1 0,0 0 1,-1 0-1,1 0 0,-1 0 1,0 0-1,0 0 0,0 0 1,0 0-1,0 0 0,0 0 1,0 1-1,0-1 0,-4-3 1,2 2 6,1 1 0,-1-1-1,0 1 1,-1-1 0,1 1 0,0 0 0,-1 0 0,1 1 0,-1-1-1,0 1 1,1 0 0,-1 0 0,-7-2 0,-6 3 139,1 0 0,-1 1 0,0 1 0,0 0 1,1 1-1,-1 1 0,1 1 0,0 0 0,0 1 0,1 1 0,-23 13 0,-14 11 818,-88 69 0,96-65-921,1 3 0,-71 80 0,96-96-91,0 1-1,2 0 1,1 1-1,1 1 0,1 0 1,1 1-1,-15 48 1,25-65-1,0 0 0,0 0 0,1 1 0,0-1 0,0 1 0,1-1 0,0 1 0,1-1 0,0 0 0,1 1 0,0-1 0,0 0 0,1 0 0,0 0 0,0 0 0,9 14 0,-6-13 0,1-1 0,0 0 0,0-1 0,1 0 0,0 0 0,0-1 0,1 0 0,0 0 0,0-1 0,1 0 0,0-1 0,0 0 0,0 0 0,12 3 0,12 2-370,0-2 1,1-1-1,0-1 1,1-2-1,54-2 1,180-20-3763,-3-27-7039,-259 43 10631,148-29-11183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16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74 212 12657,'-41'-3'7601,"25"-6"-5733,0 6 572,25-17-2524,17-6-412,2 4-644,10-4-852,13-11-724,13 2-2685,12 4-4352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1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63 14113,'-9'-14'3093,"-4"0"-389,-6 5-300,0 1 1528,6-1-2575,4 0 1267,-1 21-2372,4-1-464,18 9-960,11 23-344,8-11-669,-2 8-711,-1 2-632,7 13-2129,7 8-4672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16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19 234 11777,'-19'-25'2896,"32"16"245,3 1-569,3-1-464,19-8-412,3 3-344,13-4-324,6 1-520,10 0-832,0 0-508,0-3-536,-7-3-728,-5-3-772,-8 15-2957,-2 8-4956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2:04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29 620 4300,'-3'-9'1728,"-10"-11"8447,0 15-9268,25-7-110,-2 6-694,0 0 0,1 1 0,-1 0 0,1 1 0,0 0 0,0 1 0,0 0 0,17-2 0,4-2 19,622-103 568,-473 85-629,1350-168-2722,9 31-5911,-1511 159 8299,299-30-4944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19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87 112 8465,'3'-4'304,"1"0"285,0 0 1,0-1-1,-1 1 0,0-1 0,0 0 0,5-10 3637,-8 12-2716,3-22 2198,-10 38 1741,-6 26-1228,7-16-5436,-46 213 2550,49-218-1253,-31 179 385,30-166-566,3 0-1,0 0 0,2 0 0,5 34 0,-5-59 49,0 1 0,0-1 1,0 0-1,1 0 0,0 0 0,1 0 0,-1 0 0,1 0 0,0-1 1,0 1-1,5 5 0,-5-9 28,-1 0-1,1 1 1,0-1 0,-1-1 0,1 1 0,0 0 0,0-1 0,0 1-1,0-1 1,0 0 0,0 0 0,1 0 0,-1 0 0,0-1 0,1 1-1,-1-1 1,0 0 0,1 0 0,-1 0 0,0 0 0,1-1 0,5-1-1,10-3-43,1-1 0,-2 0-1,1-1 1,-1-1 0,25-16-1,85-62-118,-73 47 109,-44 32 60,-6 3 10,-1 0 0,2 0 0,-1 1 0,0 0 0,1 0 0,0 0 0,-1 1 0,1 0 0,0 0 0,0 0 0,0 1 0,1-1 0,6 1 0,31 2 3,1-2 0,-1-2 0,0-2 1,-1-2-1,55-15 0,-74 14 23,36-11-4,90-43 1,-136 56-7,0-2 0,0 0 1,-1-1-1,1 0 0,-2-1 0,0 0 0,0-1 1,-1-1-1,0 0 0,-1 0 0,13-21 1,-21 30-7,-1-1 0,0 1 0,1-1 0,-2 0 0,1 1 0,0-1 0,-1 0 0,0 1 0,0-1-1,0 0 1,0 0 0,-1 1 0,1-1 0,-1 0 0,-1-4 0,-23-54 16,22 56-17,-24-50 58,-16-35-2203,19 30-4006,23 57 2882,8-13-12119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20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0 10657,'-9'11'449,"-62"68"3774,59-65-3209,0 0 0,1 1-1,0 0 1,2 1-1,-1 0 1,-10 29 0,-34 112 2609,41-114-3014,-5 21 49,2 1-1,3 1 1,-5 82-1,18-124-597,1 0-1,1 0 1,1 1-1,8 30 1,-10-53-74,-1 0 0,1 0 1,0 0-1,0 0 1,0 0-1,0 0 0,1 0 1,-1 0-1,0-1 1,1 1-1,-1 0 0,1-1 1,0 1-1,-1-1 1,1 0-1,0 1 0,0-1 1,0 0-1,0 0 0,0 0 1,0-1-1,0 1 1,0 0-1,0-1 0,1 1 1,-1-1-1,0 0 1,0 0-1,3 0 0,3 1-64,0-1-1,1-1 0,-1 0 1,0 0-1,0-1 1,11-3-1,117-50-485,-126 51 536,0 0 0,1 0 0,0 1 0,-1 0 0,1 1 0,0 1-1,0-1 1,0 2 0,21 1 0,-13 1 150,0 1 0,-1 1-1,1 1 1,30 13 0,-37-14-49,0 0-1,1-1 1,0 0 0,0-1-1,0 0 1,0-1 0,19-1-1,5-3 33,47-9 0,-43 5-38,-1-2-42,-2-2 1,1-1-1,-1-3 1,-1 0-1,-1-3 1,38-23-1,9-19 278,-80 58-144,-5 9-153,0-1-1,0 0 1,-1 0 0,0 0 0,0 0-1,0-1 1,-1 1 0,1-1-1,-10 10 1,2-1 6,7-7-21,0 1-1,1-1 0,-1 0 1,1 1-1,1 0 0,0 0 0,0 0 1,0 0-1,-1 15 0,3-19 4,0-1-1,0 1 1,1 0-1,-1-1 1,0 1-1,1-1 1,0 0-1,0 1 1,0-1-1,1 0 1,-1 1-1,1-1 1,-1 0-1,1 0 1,0 0-1,0 0 1,0-1-1,1 1 1,-1-1-1,1 1 1,-1-1 0,1 0-1,0 0 1,5 3-1,4 1 0,-1-2 1,1 1-1,0-2 1,0 1-1,1-2 0,-1 1 1,1-2-1,-1 0 1,1 0-1,0-1 0,-1-1 1,1 0-1,-1-1 1,14-3-1,7-4 26,-1-1 0,-1-1-1,0-2 1,36-20 0,-45 22 124,63-31 584,-79 41-685,1 0 0,-1 0 0,1 1 0,-1 0 0,1 0 0,0 0 0,-1 1 0,8 2 0,-5-2-3,48 9 70,-38-6-72,-1-1 1,1-1 0,0 0 0,0-2 0,30-2 0,304-51 1413,-344 52-1451,1 0 0,0 0 0,0 1 0,0 0 0,-1 1 0,14 2 0,-20-2 0,1 0 0,-1 0 0,1 0 0,-1 1 0,0-1 0,1 1 0,-1 0 0,0 0 0,0 0 0,0 0 0,0 0 0,-1 1 0,1 0 0,-1-1 0,1 1 0,-1 0 0,0 0 0,0 0 0,2 5 0,1 7 0,-1 0 0,-1 0 0,0 0 0,-1 1 0,-1-1 0,0 29 0,-2-32-94,1 14-2187,0 0-1,2 0 1,8 46-1,-8-66-5388,4 9-5223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20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12 12549,'0'0'134,"0"-1"-1,0 1 1,0-1-1,0 1 1,0-1-1,0 1 0,0-1 1,0 1-1,0-1 1,-1 1-1,1 0 1,0-1-1,0 1 1,0-1-1,-1 1 1,1 0-1,0-1 1,0 1-1,-1 0 1,1-1-1,0 1 1,-1 0-1,1-1 0,-1 1 1,1 0-1,0 0 1,-1-1-1,1 1 1,-1 0-1,1 0 1,-1 0-1,1 0 1,0 0-1,-1 0 1,1-1-1,-1 1 1,1 0-1,-1 0 1,1 0-1,-1 1 1,1-1-1,-1 0 0,1 0 1,-1 0-1,0 0 1,-1 2 260,1 0 0,-1 0 0,0 0-1,1 0 1,-1 0 0,1 0 0,0 0 0,-1 1 0,0 2 0,-19 56 3770,-7 108 1606,9-73-5642,-11 159 0,28-209-136,3-1-1,1 1 1,2-1-1,2 0 1,21 78-1,26 48-5762,-35-126 560,-3-21-1171,0-5-6037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20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10349,'34'-10'613,"3"-1"648,1 1 1,51-6-1,-9 2 1200,-23 4-305,72-4 0,-111 13-1752,0 1 1,0 1 0,0 0-1,0 2 1,-1 0 0,1 1 0,-1 1-1,23 9 1,-31-10-216,0 1 1,0 0-1,-1 0 0,1 1 0,-1 1 1,-1-1-1,1 1 0,-1 0 0,0 1 1,-1 0-1,0 0 0,0 0 0,-1 1 1,0 0-1,6 13 0,2 13 200,-2-1-1,-1 2 0,6 37 1,-9-36-155,1-1 1,16 41 0,-19-65-189,1 0 1,1 0-1,0-1 1,0 1 0,1-1-1,0-1 1,1 0-1,0 0 1,1-1-1,21 17 1,-15-16-20,0 0 0,0-1 0,1-1 1,0-1-1,1 0 0,-1-1 0,25 5 0,-12-6-9,-1-1-1,1-1 0,-1-2 0,1-1 1,0-1-1,0-1 0,-1-2 0,0-1 1,52-16-1,-67 17-18,0-1 1,-1-1 0,13-7-1,-22 10 2,1 1 0,-1-1 0,0 0-1,0-1 1,-1 1 0,1-1-1,-1 0 1,0 1 0,0-1 0,0-1-1,0 1 1,-1 0 0,3-7 0,-2 5-5,-1-1 0,0 0 0,0 0 0,-1 0 0,0 0 0,0-1 0,-1 1 0,0 0 0,0 0 0,0 0 0,-1 0 0,0-1 0,-1 1 0,0 0 0,0 1 0,0-1 0,-1 0 0,0 0 0,0 1 0,0 0 0,-1 0 0,-5-7 0,-14-14-334,0 1-1,-2 2 0,-1 0 1,-1 1-1,-60-37 0,24 22-2372,-125-52 0,115 61-1208,25 15-2003,-1 4-5065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21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14385,'1'-12'101,"1"-8"3521,1 0 1,6-22-1,-7 36-2704,1 1-1,-1-1 1,1 1 0,0-1-1,1 1 1,-1 0 0,6-5-1,-8 9-911,-1 0-1,1 0 1,0 0 0,0 0-1,0 0 1,-1 1-1,1-1 1,0 0-1,0 1 1,0-1 0,0 1-1,0-1 1,0 1-1,0-1 1,2 1-1,6 3-16,-7-2 6,8 1 5,-10-2 0,0 0 0,1 0 0,-1 0 0,1 0 0,-1 0 0,1 0 0,-1 0 0,1 0 0,-1 0 0,1 0 0,-1 0 0,1 0 0,-1 1 0,1-1 0,-1 0 0,0 0 0,1 0 0,-1 1 0,1-1 0,-1 0 0,0 0 0,1 1 0,-1-1 0,0 0 0,1 1 0,-1-1 0,0 1 0,1-1 0,-1 0 0,0 1 0,0-1 0,0 1 0,1-1 0,-1 1 0,0-1 0,0 0 0,0 1 0,0-1 0,0 1 0,0 0 0,4 15 0,-1-11 0,-3-4 0,1 1 0,0 0 0,-1-1 0,1 1 0,-1 0 0,1 0 0,-1 0 0,0-1 0,0 1 0,0 0 0,0 0 0,0 0 0,0-1 0,-1 4 0,-1 22 0,-1 0 0,-1 0 0,-1-1 0,-14 43 0,-10 47 0,23-78 0,1-1 0,2 1 0,2 52 0,1-80 0,1 0 0,1 0 0,-1 0 0,1 0 0,1 0 0,0-1 0,0 1 0,1-1 0,0 1 0,1-1 0,0 0 0,0-1 0,1 1 0,0-1 0,1-1 0,0 1 0,14 12 0,-15-15 0,1-1 0,-1 0 0,1 0 0,0-1 0,0 0 0,0 0 0,0-1 0,0 0 0,1 0 0,-1 0 0,1-1 0,13 0 0,-10-1 0,1-1 0,-1 0 0,0-1 0,0 0 0,1-1 0,-1-1 0,18-7 0,-1-3 0,-1-2 0,-1 0 0,0-2 0,-1-1 0,32-32 0,119-137 0,-64 63 0,-66 78 0,-46 47 0,0-1 0,0 1 0,0 0 0,0 0 0,1 0 0,-1 0 0,0-1 0,0 1 0,0 0 0,0 0 0,0 0 0,1 0 0,-1 0 0,0 0 0,0 0 0,0-1 0,1 1 0,-1 0 0,0 0 0,0 0 0,0 0 0,1 0 0,-1 0 0,0 0 0,0 0 0,0 0 0,1 0 0,-1 0 0,0 0 0,0 0 0,0 0 0,1 0 0,-1 0 0,0 1 0,0-1 0,0 0 0,1 0 0,-1 0 0,0 0 0,0 0 0,0 0 0,0 0 0,1 1 0,-1-1 0,0 0 0,0 0 0,0 0 0,0 0 0,0 1 0,0-1 0,0 0 0,1 0 0,-1 0 0,0 0 0,0 1 0,0-1 0,0 0 0,0 0 0,0 1 0,0-1 0,0 0 0,0 0 0,0 0 0,0 1 0,0-1 0,0 0 0,-1 17 0,1-16 0,-4 24 0,-2 1 0,0-1 0,-20 47 0,-4 14 0,22-57-650,0 2-1,2-1 1,2 1 0,0 0-1,2 0 1,2 0 0,4 45 0,-4-74 144,0 0 1,1 0-1,-1 1 1,1-1-1,0 0 0,-1 0 1,1 0-1,0 0 1,0-1-1,0 1 1,1 0-1,-1 0 1,0-1-1,1 1 1,-1 0-1,1-1 1,-1 1-1,3 0 1,4 5-1933,33 31-10100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21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0 591 14725,'1'-10'1842,"-1"0"-1,1 0 0,1 0 0,0 0 0,0 0 0,5-12 1,-2 10-1005,1 0 0,0 1 0,0-1 0,10-11 0,16-17-427,66-64 0,3-3-262,-71 70-148,-16 17 0,2 0 0,1 2 0,0 0 0,24-19 0,-35 33 0,1-1 0,0 1 0,0 0 0,0 1 0,0-1 0,1 1 0,-1 1 0,1 0 0,0 0 0,0 0 0,0 1 0,0 0 0,0 1 0,0-1 0,0 2 0,0-1 0,11 3 0,-12-2 0,1 0 0,0 1 0,0 0 0,-1 1 0,1 0 0,-1 0 0,0 0 0,0 1 0,0 0 0,-1 0 0,1 1 0,-1 0 0,0 0 0,0 0 0,-1 1 0,1 0 0,-1 0 0,0 0 0,-1 1 0,0 0 0,0 0 0,0 0 0,-1 0 0,0 0 0,0 1 0,-1-1 0,0 1 0,-1 0 0,1 0 0,-1 0 0,-1 0 0,1-1 0,-3 17 0,0-4 0,-1 0 0,-1-1 0,-1 1 0,-1-1 0,0 0 0,-1 0 0,-2 0 0,-15 26 0,-13 13 0,-49 60 0,74-101 0,-182 215-6054,161-194 4938,9-14-2858,15-13-3075,15 5-4541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21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293 215 12937,'9'-3'802,"1"0"0,-1-1-1,0 0 1,1-1 0,-2 0-1,1 0 1,-1-1 0,8-7 0,7-4 1534,1 1 1,29-15 0,-30 19-986,-1-1 0,-1-1 0,23-19 0,-34 18-1203,-15 6-92,-13 3-60,6 6 4,0 1 0,0 0 0,1 1 0,-1 0 0,0 1 0,1 1 0,-1-1 0,-20 11 0,2 2 0,-55 36 0,48-25 0,1 1 0,1 2 0,2 2 0,-42 50 0,61-65 0,0 1 0,2 1 0,0 0 0,1 0 0,1 1 0,1 1 0,0-1 0,2 2 0,0-1 0,2 1 0,-3 22 0,6-35 0,2 0 0,0 0 0,0 0 0,0 1 0,1-1 0,1 0 0,-1-1 0,1 1 0,1 0 0,0 0 0,0-1 0,1 0 0,7 13 0,-6-13 0,2 0 0,-1 0 0,1 0 0,1-1 0,-1 0 0,1-1 0,0 0 0,0 0 0,1 0 0,0-1 0,18 7 0,-2-2-250,1-2 0,0-1-1,1-1 1,-1-1 0,31 2 0,138-1-2626,-179-6 2657,61-2-3285,114-16-1,-13-19-5310,-79 12-548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22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75 15661,'-13'-17'3205,"1"3"-417,2 2-104,1 1 1485,-7 2-2685,6 1 156,36 5-30287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22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16510,'21'15'3071,"-19"-20"1366,2-22-932,-6 22 1276,2-3-4261,6-17-577,-5 21-304,0 0-1,0 1 1,1-1 0,-1 0-1,1 1 1,0-1 0,0 1-1,0-1 1,0 1 0,0 0-1,1 0 1,-1 0 0,1 0-1,0 1 1,0-1 0,0 1-1,0-1 1,1 1 0,-1 0-1,1 0 1,-1 1 0,5-2-1,23-12-7652,9-1-5444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22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13825,'19'-8'2677,"0"2"2279,-6-8-3140,-1 2-264,20 4-340,25-4-288,-9 4-379,12-4-573,7 1-801,-7-1-487,-3 1-928,-3-6-828,3 5-2873,-3 12-5144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2:04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14 186 5921,'-12'0'1835,"11"3"2193,12 3-149,2-1-4058,17 0 756,-1 0 0,1-2-1,0-1 1,40-3 0,-19 1-144,1073-49 2001,-800 29-2186,-230 15-200,1180-65 427,4 27-227,678 34-49,-1864 9-196,322 6-19,-7 24 79,-383-26-66,0 0 1,0 2 0,31 11-1,-82 6 19,18-20-34,-1 0 0,1 0 0,0-1 0,-15 2 0,7-2-122,14-1-68,5-4-477,1-2 490,1 0-1,0 1 1,-1 0 0,1 0-1,1 0 1,-1 1 0,1-1-1,-1 1 1,10-5 0,55-20-1564,-51 21-396,-1 1 0,0-2-1,18-10 1,-15 6-3914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2:07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13 5176,'0'0'4994,"-14"-11"-3578,8 10 2604,4 6-3956,-1 0 0,1 0 0,1 0 0,-1 1 0,1-1 0,-1 0 0,2 1 0,-2 9-1,2-13-60,-1 7 3,-9 12 27,-6 5 39,15-23 227,-3-39-1170,4 33 847,-1 1-1,1 0 1,0 0 0,-1 0-1,1 0 1,-1 0-1,0 0 1,0 0-1,0 1 1,0-1-1,0 0 1,0 0-1,0 1 1,0-1 0,-3-2-1,2 4-24,0-1-1,1 1 0,-1-1 1,0 1-1,0 0 1,0 0-1,0 0 1,0 0-1,0 0 1,0 0-1,0 0 0,0 1 1,0-1-1,0 1 1,0-1-1,0 1 1,0 0-1,0 0 1,-2 1-1,-33 29-3353,25-21 716,-6 7-2580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2:08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72 4196,'-6'-5'535,"-5"-2"-129,3 5 5229,8 19-4256,1-15-1308,-1 0 0,0 0 1,1 0-1,-1 0 0,1 0 0,0 0 0,-1 0 0,1-1 0,0 1 1,0 0-1,0-1 0,1 1 0,-1 0 0,0-1 0,0 1 0,1-1 1,-1 0-1,1 1 0,0-1 0,-1 0 0,1 0 0,0 0 0,-1 0 1,1 0-1,0-1 0,3 2 0,11 2 174,0-1 1,19 2-1,-30-4-203,1-1 0,-1 0 0,1 0 0,-1-1 0,0 0 0,1 0 0,-1 0 0,0 0 0,0-1 0,0 0 0,6-3 0,-8 4-36,-1-1-1,0 1 1,1-1-1,-1 0 1,0 0-1,0 0 1,0 0 0,0 0-1,-1-1 1,1 1-1,-1 0 1,1-1-1,-1 0 1,0 1-1,0-1 1,0 1 0,0-1-1,0 0 1,-1 0-1,1 0 1,-1 1-1,0-1 1,0 0-1,0 0 1,0 0 0,-1-3-1,1 2-239,0-18-905,0 19 562,1-9 701,-2 7-5788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2:08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89 240 4688,'-53'-7'1199,"43"6"853,-3 7-237,0 0 52,14-6-1825,-1 1 1,1-1-1,-1 1 1,1 0 0,-1-1-1,1 0 1,0 1-1,-1-1 1,1 1-1,-1-1 1,1 0 0,0 1-1,-1-1 1,1 0-1,0 0 1,0 1 0,-1-1-1,1 0 1,0 0-1,0 0 1,-1 0-1,1 0 1,0 0 0,0 0-1,15 2 149,-1-1 0,0 0-1,1-1 1,-1 0 0,27-5 0,82-22 275,-74 15-404,0 1-69,398-96-2606,-305 58-602,-101 33 1613,39-12-2335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83 572 8261,'8'-26'2425,"-7"21"-186,-10-15 1562,-1-2 254,-19-32 1,3 8-982,22 38-2764,1 0 1,1 0 0,0-1 0,0 1 0,0 0-1,1-1 1,0-12 0,3-61 2018,-1 73-2288,2-13-41,2 0 0,0 1 0,2-1 0,0 1 0,1 1 0,1 0 0,1 0 0,15-22 0,-16 30 0,-9 11 0,0 1 0,0 0 0,1-1 0,-1 1 0,0 0 0,0 0 0,0-1 0,0 1 0,0 0 0,1 0 0,-1-1 0,0 1 0,0 0 0,0 0 0,0 0 0,1-1 0,-1 1 0,0 0 0,0 0 0,1 0 0,-1 0 0,0-1 0,0 1 0,1 0 0,-1 0 0,0 0 0,1 0 0,-1 0 0,0 0 0,0 0 0,1 0 0,-1 0 0,0 0 0,1 0 0,-1 0 0,0 0 0,0 0 0,1 0 0,-1 0 0,0 0 0,1 0 0,-1 1 0,0-1 0,0 0 0,1 0 0,-1 0 0,0 0 0,0 1 0,0-1 0,1 0 0,-1 0 0,0 0 0,0 1 0,4 12 0,-4-12 0,1 23 0,0 0 0,-1 0 0,-2 0 0,-4 28 0,-1 5 0,-17 386 0,24-335 0,5 0 0,21 118 0,-25-220 0,3 22 0,2-1 0,17 52 0,-21-73 0,0 0 0,1 0 0,0 0 0,0-1 0,0 1 0,1-1 0,0 0 0,0 0 0,0 0 0,0 0 0,1-1 0,0 0 0,0 0 0,0 0 0,0 0 0,1-1 0,-1 0 0,12 5 0,-12-8 0,-1 1 0,1 0 0,0-1 0,0 0 0,-1 0 0,1 0 0,0-1 0,-1 1 0,1-1 0,0 0 0,-1-1 0,1 1 0,-1-1 0,8-4 0,5-3 0,0-1 0,17-14 0,-25 19 0,8-9 0,1 1 0,0 1 0,1 1 0,1 1 0,0 0 0,0 2 0,1 0 0,0 1 0,25-4 0,11 3 0,-1-3 0,62-18 0,-97 22 0,-1-1 0,0-1 0,0-1 0,-1 0 0,0-2 0,0 0 0,-2-1 0,29-26 0,-28 21 0,0-1 0,-1-1 0,28-42 0,-40 54 0,0-1 0,-1 0 0,0-1 0,-1 1 0,0-1 0,0 1 0,-1-1 0,0 0 0,-1 0 0,0 0 0,0 0 0,-1 0 0,-1-11 0,-3-3 0,0 0 0,-2 0 0,0 1 0,-16-37 0,-52-83 0,71 139-14,-8-16-1286,0 0 0,-15-40 0,25 59 1096,1 0 0,0 1 1,0-1-1,-1 0 0,1 0 0,0 0 0,0 0 0,0 0 0,0 0 0,0 0 0,0 0 0,1 0 0,-1 0 0,0 1 0,0-1 1,1 0-1,-1 0 0,0 0 0,1 0 0,-1 0 0,1 1 0,-1-1 0,1 0 0,-1 1 0,1-1 0,1-1 0,15-9-7998,3 3-3959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5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10013,'1'0'111,"-1"1"1,1 0-1,-1-1 1,1 1-1,-1 0 1,0 0-1,0-1 1,1 1-1,-1 0 1,0 0-1,0-1 1,0 1-1,0 0 1,0 0-1,0-1 1,0 1-1,0 0 1,0 0-1,0 0 1,0-1-1,0 1 1,-1 0-1,1 0 1,-1 1-1,-16 5 2497,14-7-2223,0 1 0,0 0 0,0 0 0,0 0-1,0 1 1,0-1 0,1 1 0,-4 2 0,-6 6 361,2 1 0,0 1 0,0-1-1,1 2 1,0-1 0,1 1 0,1 0 0,-10 24 0,0 5 636,-17 73 0,31-104-1243,-46 198 1434,40-160-1315,2 0-1,0 66 1,8-96-220,1 0 0,0-1-1,8 29 1,0-3-82,-9-41 29,0 0 1,0 0-1,0 0 0,0 0 1,1 0-1,-1 0 0,1 0 1,0 0-1,0-1 1,0 1-1,3 2 0,0 1-38,-4-5 44,1-1 0,-1 1 0,0-1 0,0 1-1,0-1 1,1 1 0,-1-1 0,0 0 0,1 0 0,-1 0-1,0 0 1,0 0 0,1 0 0,-1 0 0,0 0 0,2-1-1,1 1-14,67 2-261,-36-2 263,56 8-1,-72-6 47,0 0 0,0-2 0,0 0 0,0-1 0,0-1 0,0-1 0,0 0 0,-1-2 0,0 0 0,1-1 0,-2 0 0,1-2 0,-1 0 0,0-1 1,-1-1-1,0 0 0,-1-2 0,0 1 0,0-2 0,-1 0 0,-1 0 0,0-2 0,-1 1 0,18-31 0,6-1 50,-34 43-18,-33 22-74,25-13 17,0 0 0,0 1 0,1 0 0,0 0 0,1 0-1,0 0 1,0 1 0,0-1 0,1 1 0,0 0 0,1 0 0,-4 16 0,6-20 4,-1 0-1,1 0 1,0-1 0,0 1-1,0 0 1,0 0 0,1 0-1,-1-1 1,1 1 0,0 0-1,0 0 1,1-1 0,1 6-1,-1-7 3,0 0-1,-1 0 1,1 0-1,0 0 1,0 0-1,0 0 1,0 0-1,1-1 1,-1 1-1,0-1 1,1 1-1,-1-1 0,1 0 1,-1 0-1,1 0 1,0-1-1,-1 1 1,1-1-1,0 1 1,5-1-1,1 1-18,1-1 1,-1-1-1,0 0 0,1 0 0,-1 0 1,0-1-1,0-1 0,0 0 0,12-5 0,4-4-43,42-30-1,-10 7-10,148-75 151,-119 54 564,-69 42-426,2 1 0,-1 1 0,2 1 0,0 0 0,30-10 0,-48 20-221,1 1 0,0-1 0,0 1 0,0 0 0,-1 0 0,1 1 0,0-1 0,0 0 0,-1 1 0,1 0 0,0-1 0,-1 1 0,1 0 0,-1 1 0,1-1 0,-1 0 0,1 1 0,-1-1 0,3 4 0,3 1 0,-2 0 0,1 0 0,-1 1 0,10 12 0,-2 3-53,-1 1 1,12 27-1,-14-27-307,1 0 0,21 30 0,-17-26-3454,-3 1-9151,-7-12 1199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6 12777,'-24'-5'2299,"19"4"1719,4 4-2249,-26 55 2495,21-48-4019,1-1 0,0 1-1,0 0 1,1 1 0,1-1 0,0 1-1,0-1 1,1 1 0,0 0-1,1 0 1,0 18 0,1-22-175,1 1 0,0-1 1,1 0-1,0 1 0,0-1 0,1 0 1,-1 0-1,1 0 0,1 0 0,0-1 1,0 1-1,0-1 0,0 0 0,1 0 1,10 9-1,-5-7-21,0 0 1,1-1-1,0-1 0,0 1 1,1-2-1,0 0 0,0 0 1,20 5-1,7-1-6,0-2 0,0-2 1,0-1-1,1-2 0,-1-1 0,1-3 0,-1-1 1,70-14-1,-99 15 14,-1-1 0,1 1 0,-1-1 0,0-1 1,0 1-1,0-2 0,-1 1 0,1-1 0,-1-1 0,0 1 1,0-1-1,-1-1 0,0 1 0,0-1 0,0-1 1,-1 1-1,0-1 0,-1 0 0,0 0 0,0-1 0,-1 1 1,0-1-1,3-10 0,35-138 1317,-42 157-1374,0 0 0,0 0 0,0-1 0,0 1 0,0 0 0,0-1 0,0 1 0,0 0 0,0-1 0,0 1 0,0 0 0,0 0 0,0-1 0,0 1 0,0 0 0,0 0 0,1-1 0,-1 1 0,0 0 0,0-1 0,0 1 0,0 0 0,1 0 0,-1 0 0,0-1 0,0 1 0,0 0 0,1 0 0,-1 0 0,0-1 0,0 1 0,1 0 0,-1 0 0,0 0 0,0 0 0,1 0 0,-1 0 0,0 0 0,1 0 0,-1 0 0,0-1 0,0 1 0,1 0 0,-1 0 0,0 0 0,1 1 0,-1-1 0,0 0 0,0 0 0,1 0 0,-1 0 0,0 0 0,1 0 0,-1 0 0,6 11 0,-6-11 0,5 12 0,0 0 0,-2 0 0,1 0 0,-1 0 0,-1 1 0,1 14 0,0 82 0,-3-52 0,-2 46 0,-3-1 0,-6 1 0,-35 154 0,4-90 0,-86 211 0,100-302 0,-4-2 0,-74 124 0,83-168 0,14-21 0,3-12 0,4-11 0,2 12 0,0-11 0,2-1 0,-1 1 0,1-1 0,1 1 0,1 0 0,0 0 0,0 0 0,2 0 0,7-14 0,2-7 0,36-79 0,5 3 0,70-104 0,160-193 0,-61 110 0,-222 292 0,11-13 0,1-1 0,1 2 0,33-30 0,-33 38 0,-14 9 0,1 0 0,-1 0 0,0 1 0,1-1 0,-1 0 0,0 1 0,0 0 0,1-1 0,-1 1 0,0 0 0,0 0 0,0 0 0,0 0 0,0 1 0,0-1 0,0 0 0,-1 1 0,1 0 0,0-1 0,-1 1 0,1 0 0,-1 0 0,0-1 0,2 5 0,4 6 0,-2 0 0,0 0 0,6 19 0,0 1 0,-7-23 0,1 0 0,0 0 0,0-1 0,1 0 0,0 0 0,0 0 0,1-1 0,0 0 0,0 0 0,1 0 0,0-1 0,0-1 0,0 1 0,1-1 0,-1 0 0,1-1 0,1 0 0,-1-1 0,1 0 0,-1 0 0,11 1 0,-2-1 0,1-1 0,-1-1 0,1 0 0,0-2 0,-1 0 0,1-1 0,-1-1 0,0 0 0,1-2 0,23-8 0,-32 9 0,-1 0 0,0-1 0,0 0 0,-1 0 0,10-8 0,-15 11 0,0 0 0,-1 0 0,1-1 0,0 1 0,-1-1 0,0 0 0,0 0 0,0 0 0,0 0 0,0 0 0,0 0 0,-1 0 0,1-1 0,-1 1 0,0-1 0,0 1 0,-1-1 0,2-4 0,-3 0-9,1 0 0,-1 1 0,-1-1 1,1 0-1,-1 1 0,-1-1 0,1 1 0,-1-1 0,-1 1 0,-3-7 1,-1 1-44,-1 1 0,1 1 0,-2-1 0,-20-18 0,3 7-149,-2 1 0,0 1 0,-55-27 0,60 35-649,-1 2 1,0 1-1,-37-9 1,40 14-1448,0 1 0,-32-2 0,30 8-1284,9 7-2039,-1 2-3512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7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13377,'0'0'2005,"3"12"1821,-1 23-188,-3-30-3286,1 0-1,0 0 1,0 1 0,1-1 0,-1 0 0,2 5-1,2 2-111,1 0-1,0-1 1,1 1-1,0-1 1,0 0-1,1-1 0,1 0 1,0 0-1,0-1 1,1 0-1,0 0 1,0-1-1,1 0 1,0 0-1,21 10 1,-22-13-208,0 0 0,0 0 0,0-2 1,1 1-1,0-1 0,-1 0 0,1-1 1,0 0-1,0-1 0,0 0 0,1 0 1,-1-1-1,0 0 0,0-1 0,0 0 0,0-1 1,0 0-1,0-1 0,0 0 0,13-6 1,1-6 195,0 0 0,-1-2 0,-1-1 0,-1-1 0,31-35 0,-9 10 1226,-12 19-1326,-17 18-128,-10 11 0,-6 7 0,1-2 0,0 0 0,0 0 0,-1-1 0,0 1 0,0-1 0,-5 10 0,-11 39 0,-15 53-253,26-79-1188,-4 23-4255,10-49 4738,1 0 0,0 0 0,0 0 1,1 0-1,-1 0 0,1 0 0,1 0 0,-1-1 1,3 7-1,19 30-11857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8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943 1551 8529,'5'-4'163,"3"-3"492,1-1 0,-1 1 0,12-17 0,-17 20-223,0 0 0,-1-1 0,0 1 0,0-1 0,0 1 0,0-1 0,-1 0 0,1 1 0,-1-1 0,-1 0 0,1 0 0,-1-8 0,0 0 169,-1 1 0,0 0 0,-1 0 0,0 0 0,-1 0 0,-1 0 0,0 1 0,0-1 1,-1 1-1,-1 0 0,-9-15 0,9 17-371,-1 0 0,0 0 1,0 1-1,-1 0 0,0 0 0,-1 1 1,0 0-1,0 0 0,0 1 0,-1 1 1,1-1-1,-2 1 0,1 1 0,0 0 1,-1 0-1,0 1 0,0 1 0,0 0 0,0 0 1,-12 0-1,6 3-92,-1 0 1,1 0-1,0 2 1,0 0-1,0 1 0,0 1 1,1 0-1,0 1 0,0 1 1,-22 13-1,-10 10 285,-81 67-1,118-88-359,-33 27 27,2 1 1,2 3 0,2 1 0,1 2-1,2 1 1,-56 96 0,85-129-133,0 1 0,1 0 0,0 0 0,1 0 0,1 0 0,0 1 0,0-1 0,-1 16 0,4-24 16,0 0-1,0 0 1,1 0-1,-1-1 1,1 1 0,0 0-1,0 0 1,0-1-1,0 1 1,1 0 0,-1-1-1,1 1 1,0-1-1,0 0 1,0 0-1,1 0 1,-1 0 0,1 0-1,0 0 1,-1 0-1,1-1 1,0 0-1,1 1 1,-1-1 0,0 0-1,1-1 1,-1 1-1,1-1 1,-1 1 0,7 0-1,2 1-28,-1-1 0,1 0 0,0-1 0,0 0 0,0-1 0,0 0 0,0-1 0,-1 0 0,15-4 0,11-4-82,54-20 0,-60 16 104,0-1-1,-1-2 1,-1-1-1,-1-2 1,0 0-1,-1-2 0,-1-1 1,-1-1-1,-1-1 1,29-40-1,-13 12-5,-3-2 1,-3-1-1,-2-2 0,38-91 0,-36 58 28,-4-1 1,-4-1-1,17-109 1,-24 62-22,4-212 1,-20 258 124,0 40 150,-3 0 1,-8-79-1,-6 152 820,8-3-890,1 0 0,1 0 0,0 1 0,2 0 1,0 0-1,0 0 0,3 24 0,-2 1-76,-4 100-69,-5 235 0,33-1-103,-19-345-223,2-1 0,1 0 0,1 0 0,2-1 0,1 0-1,2-1 1,20 35 0,-26-52 113,0-1 0,2 0 0,-1 0 0,1-1 0,1 0 0,0-1 0,0 0 0,17 11 0,-18-15 103,-1-1 0,1 0-1,-1 0 1,1-1-1,0 0 1,0 0 0,1-1-1,-1 0 1,0-1-1,1 0 1,-1 0 0,1-1-1,12-2 1,12-3-18,0-2 1,0-2-1,0 0 0,39-19 1,-70 27 128,-1 0 1,0 0 0,1 0 0,-1 1-1,1-1 1,-1 1 0,1-1-1,-1 1 1,1 0 0,-1 0-1,1 0 1,-1 1 0,1-1-1,-1 0 1,1 1 0,-1 0-1,1-1 1,-1 1 0,0 0-1,1 0 1,-1 1 0,0-1-1,0 0 1,0 1 0,0-1 0,0 1-1,0 0 1,0 0 0,2 3-1,4 6 116,-1 0-1,-1 0 0,0 1 0,8 24 1,-10-26-27,0 0 1,0 1 0,1-2-1,10 16 1,-14-24-89,0 0 1,0 0-1,1 0 0,-1 0 1,0 0-1,1 0 1,-1 0-1,1-1 1,-1 1-1,1 0 1,-1-1-1,1 1 0,0-1 1,-1 0-1,1 1 1,-1-1-1,1 0 1,0 0-1,-1 0 1,1 0-1,0 0 1,-1-1-1,1 1 0,0 0 1,-1-1-1,1 1 1,1-2-1,5-1 77,-1-1 1,1 1-1,12-10 0,-14 9-14,7-5 7,-1 0 0,0-2 0,-1 1 0,0-1-1,0-1 1,-1 0 0,0 0 0,-2-1-1,1 0 1,-1-1 0,10-24 0,-9 14 41,-1 0 1,-1 0-1,-1-1 1,-1 0-1,-1 0 1,1-37-1,-5 49-183,-1 1 0,0-1 0,0 0 0,-1 1 0,-1 0 0,0 0 0,0 0 0,-1 0 0,-1 0 0,0 0 0,-8-12 0,10 19-7,0 1 1,-1-1-1,1 0 0,-1 1 0,0 0 0,0 0 1,0 0-1,-1 1 0,0-1 0,1 1 1,-1 0-1,0 0 0,0 1 0,-1-1 0,1 1 1,0 0-1,-1 1 0,1-1 0,-1 1 1,0 0-1,1 1 0,-1-1 0,0 1 1,0 0-1,1 0 0,-11 3 0,10-2-379,0 0-1,0 0 1,0 1-1,1 0 1,-1 0-1,1 1 1,-1-1-1,1 1 1,0 0-1,0 1 0,0-1 1,1 1-1,-1 0 1,1 0-1,0 1 1,0-1-1,0 1 1,1 0-1,-1 0 1,-4 9-1,2-3-1107,-2 4-1535,5-2-1990,4 15-4234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8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70 123 13989,'-3'-7'822,"-1"-1"-1,1 1 1,-1 0-1,-1 0 1,0 0-1,0 0 1,0 1-1,0 0 0,-1 0 1,0 1-1,-10-8 1,13 11 2872,15-30-97,-12 32-3543,1 0-1,-1-1 1,1 1-1,-1 0 1,1 0-1,-1-1 1,1 1-1,0 0 1,-1 0-1,1 0 1,-1 0-1,1 0 1,0 0-1,-1 0 1,1 0 0,-1 0-1,1 0 1,0 0-1,-1 0 1,1 0-1,-1 0 1,1 1-1,0-1 1,-1 0-1,1 0 1,0 1-1,16 7 102,-12-3-152,0 0 0,0 0 0,0 1 0,0 0 0,-1 0 0,0 0 0,0 0 0,-1 1 0,1 0 0,-2-1 0,4 11 0,1 7-5,0-1-1,3 31 1,-9-39-41,-1 1 0,0-1 0,0 0 0,-6 27 0,5-40 37,1 0-24,0 0 1,-1-1 0,1 1 0,0 0 0,0 0-1,0-1 1,0 1 0,1 0 0,-1 0-1,0-1 1,1 1 0,-1 0 0,1 1-1,0-2 22,-1-1-1,0 0 1,1 1-1,-1-1 0,1 1 1,-1-1-1,0 0 1,1 1-1,-1-1 0,1 0 1,-1 0-1,1 1 1,-1-1-1,1 0 0,-1 0 1,1 0-1,-1 0 0,1 0 1,0 1-1,-1-1 1,1 0-1,-1 0 0,1 0 1,-1 0-1,1-1 1,0 1-1,5-2 51,0 0 1,-1 0 0,0-1-1,1 0 1,-1 0-1,5-3 1,3-4 47,-1-1 0,1 0 0,-2 0 1,13-16-1,14-14 24,-19 23-114,0 0 0,2 1 0,0 1 0,1 1 0,44-22 0,-64 36 0,1 0 0,0 0 0,0 0 0,1 0 0,-1 0 0,0 1 0,0-1 0,0 1 0,0 0 0,1 0 0,-1 0 0,0 0 0,0 1 0,0-1 0,0 1 0,0 0 0,0 0 0,0 0 0,0 0 0,0 0 0,3 3 0,-2-2 0,-1 1 0,1 0 0,-1 0 0,0 1 0,0-1 0,0 1 0,0-1 0,0 1 0,-1 0 0,0 0 0,0 0 0,3 8 0,-1 5 4,0-1 0,-1 1 0,-1 0 0,-1-1 0,0 1 0,-2 0 0,-2 26 0,1-15-106,2 36 1,2-21-1348,5 41-3317,2-27-6334,-5-35-1197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8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26 14273,'0'-25'2353,"-19"39"79,-13 12-356,6-3-236,20-12-360,-3 15-288,-1-3-268,10 8-308,6 23-736,7-17-736,-7-2-708,4 2-992,9 9 248,-3 5-3573,0-2-5036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8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0 14465,'-3'5'2815,"-21"29"391,4-6 289,-31 61-1,-119 349 1772,162-416-5240,-4 12-730,2 0 0,1 1 1,2 0-1,1 0 0,1 1 0,1 49 1,5-81 332,-1 1 1,0-1-1,1 0 1,0 1-1,0-1 1,0 0-1,1 0 1,0 0 0,-1 0-1,1 0 1,1 0-1,-1 0 1,0-1-1,1 1 1,0-1-1,0 1 1,4 3-1,-2-4-732,-1 1-1,1-1 1,0 0-1,0 0 1,1 0-1,-1-1 0,10 3 1,20 4-8257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9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1 156 9765,'6'-14'6174,"-2"13"-4464,210-43 3881,-61 9-4823,-42 12-1022,10-2-1791,-37 13-4515,-61 10 1780,-6 6-2605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09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61 186 13945,'22'-9'895,"42"-13"4661,-68 18-2495,3 3-2946,1 0 0,-1 0 1,1 0-1,-1 0 0,0 1 0,1-1 1,-1 0-1,0 1 0,1-1 1,-1 0-1,0 1 0,0-1 0,0 1 1,0-1-1,1 1 0,-1 0 1,0-1-1,0 1 0,0 0 0,0-1 1,-1 1-1,-28 5 1390,27-5-314,1 1-657,-20 9 621,21-9 37,7-13-242,-4 7-925,1 0-1,0 0 0,1 0 0,-1 1 1,1-1-1,0 1 0,0 0 1,9-7-1,21-24 4,7-24-28,-42 59 0,1 0 0,0 0 0,0 1 0,0-1 0,0 0 0,0 0 0,0 0 0,0 1 0,0-1 0,0 0 0,0 0 0,0 0 0,0 0 0,0 1 0,0-1 0,0 0 0,0 0 0,0 0 0,0 0 0,1 1 0,-1-1 0,0 0 0,0 0 0,0 0 0,0 0 0,0 0 0,0 1 0,0-1 0,0 0 0,1 0 0,-1 0 0,0 0 0,0 0 0,0 0 0,0 0 0,0 1 0,1-1 0,-1 0 0,0 0 0,0 0 0,0 0 0,0 0 0,1 0 0,-1 0 0,0 0 0,0 0 0,0 0 0,1 0 0,-1 0 0,0 0 0,0 0 0,0 0 0,0 0 0,1 0 0,-1 0 0,0-1 0,0 1 0,0 0 0,0 0 0,1 0 0,-1 0 0,0 0 0,0 0 0,0 0 0,0 0 0,0-1 0,1 1 0,-2 18 0,1-17 0,-7 45 0,-2-2 0,-1 1 0,-19 48 0,-2 8 0,-3 22 0,6 1 0,-14 141 0,40-241 0,1 1 0,1-1 0,0 1 0,2-1 0,1 0 0,10 37 0,-11-52 0,2 1 0,-1 0 0,2-1 0,-1 0 0,1 0 0,0-1 0,1 1 0,0-1 0,0 0 0,1 0 0,0-1 0,1 0 0,-1 0 0,1-1 0,0 0 0,1-1 0,0 1 0,10 4 0,-1-3 0,1-1 0,0 0 0,0-1 0,0-1 0,1-1 0,0-1 0,-1 0 0,1-2 0,0 0 0,0-1 0,-1-2 0,1 1 0,-1-2 0,1-1 0,29-11 0,-21 6 0,-1-2 0,0 0 0,-1-2 0,0-1 0,-1-2 0,-1 0 0,0-1 0,-2-2 0,35-37 0,-50 50 0,0 0 0,-1 0 0,0-1 0,0 0 0,-1 0 0,0-1 0,-1 1 0,0-1 0,0 0 0,4-16 0,-8 24 0,1 0 0,-1 1 0,0-1 0,0 0 0,0 1 0,0-1 0,0 0 0,0 1 0,0-1 0,0 0 0,0 1 0,0-1 0,0 0 0,0 1 0,-1-1 0,1 1 0,0-1 0,0 0 0,-1 1 0,1-1 0,0 1 0,-1-1 0,1 0 0,-1 1 0,1-1 0,-1 1 0,1 0 0,-1-1 0,1 1 0,-1-1 0,1 1 0,-1 0 0,1-1 0,-1 1 0,0 0 0,1 0 0,-1-1 0,0 1 0,1 0 0,-1 0 0,0 0 0,1 0 0,-1 0 0,0 0 0,1 0 0,-1 0 0,-1 0 0,-1 1 0,0-1 0,0 1 0,0 0 0,0 0 0,0 0 0,0 0 0,0 0 0,1 1 0,-1-1 0,0 1 0,-3 3 0,-5 4 0,1 1 0,1-1 0,-1 1 0,2 1 0,-1 0 0,2 0 0,-1 1 0,1 0 0,1 0 0,0 0 0,-7 26 0,12-32 0,1-1 0,-1 1 0,1 0 0,1-1 0,-1 1 0,1-1 0,0 1 0,0-1 0,0 1 0,1-1 0,0 1 0,0-1 0,1 0 0,4 8 0,-6-11 0,3 6 0,1-1 0,0 0 0,1 0 0,0 0 0,0-1 0,0 0 0,0 0 0,1 0 0,0-1 0,0 0 0,1 0 0,0-1 0,-1 0 0,1 0 0,15 4 0,2-1 0,1-1 0,1 0 0,45 2 0,-17-5-1610,77-4 0,-73-4-1150,-1-3 1,0-3 0,0-2-1,-1-2 1,73-31 0,-59 17-7248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0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91 144 8805,'6'15'7967,"-7"-18"-6465,-1-2-588,-1 0 1,0 1-1,1 0 0,-2-1 0,1 1 0,-5-4 0,-4-6 4969,9-7-4764,1 19-559,1 14-364,-1 23-100,-2-1 1,-12 53-1,-4 32-92,16-83-90,2-25-22,0 0 1,1 0-1,0 1 0,1-1 1,0 1-1,1-1 0,0 0 1,5 22-1,-5-31 99,0 0 0,0 0 0,-1 0 0,1 0 0,0 0 1,1-1-1,-1 1 0,0 0 0,0-1 0,1 1 0,-1-1 0,1 1 0,0-1 0,-1 0 0,1 1 1,0-1-1,0 0 0,-1 0 0,1 0 0,0-1 0,0 1 0,0 0 0,0-1 0,0 1 1,0-1-1,1 0 0,-1 1 0,0-1 0,0 0 0,0 0 0,0-1 0,0 1 0,0 0 0,0-1 1,0 1-1,0-1 0,0 0 0,3-1 0,5-2-8,0 0 1,0-1-1,-1-1 1,1 0-1,14-12 1,15-17 48,41-45 0,-57 54 68,1 1 1,0 2-1,2 1 1,1 0-1,32-19 1,-56 40-90,-1-1 0,1 1 0,0-1 0,0 1 0,-1 0 0,1 0 0,0 0 0,0 1 0,0-1 0,0 1 0,0-1 0,0 1 0,0 0 0,0 0 0,0 0 0,0 1 0,0-1 0,0 1 0,0 0 0,0-1 0,0 1 0,-1 1 0,1-1 0,0 0 0,-1 1 0,1-1 0,0 1 0,-1 0 0,0 0 0,1 0 0,1 2 0,5 7 62,0 1 1,-1 0 0,0 0-1,-1 0 1,7 20 0,9 11 9,-17-33-83,1 0 0,0-1 0,0 0 0,1 0 0,0-1 0,1 1 0,0-2 0,0 0 0,1 0 0,0 0 0,0-1 0,0-1 0,1 0 0,0 0 0,0-1 0,0 0 0,0-1 0,20 3 0,-14-5 0,1 0 0,0 0 0,-1-2 0,1 0 0,0-1 0,-1-1 0,0-1 0,0 0 0,0-1 0,0-1 0,31-16 0,12-12 0,34-16 0,-86 47 0,-1 1 0,1 0 0,0 0 0,0 1 0,0 0 0,0 0 0,0 1 0,9 0 0,67 12 0,-15-2 0,-21-8 0,88-6 0,-113 1 0,1 0 0,-1-2 0,0 0 0,0-2 0,37-16 0,-55 21 0,1-1 0,-1 0 0,0 0 0,0-1 0,0 1 0,-1-1 0,1 0 0,-1 0 0,0-1 0,6-8 0,-8 11 0,-1 0 0,0-1 0,0 1 0,0-1 0,0 1 0,0-1 0,-1 1 0,1-1 0,-1 1 0,1-1 0,-1 1 0,0-1 0,0 0 0,0 1 0,0-1 0,-1 0 0,1 1 0,-1-1 0,0 1 0,1-1 0,-1 1 0,0-1 0,-1 1 0,1 0 0,-3-4 0,-5-7-101,-2 0 1,1 1-1,-2 0 0,0 1 1,0 0-1,-1 1 0,0 0 0,-1 1 1,-25-13-1,-11-1-916,-84-26 0,103 39-1573,-61-8 0,10 8-3688,58 10 332,10 9-3392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1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22 349 9357,'8'-9'136,"0"1"1580,-1 0 0,0-1 0,0 0 0,9-17 1,-16 23-1318,0 0 0,0 1 0,0-1 0,-1 0 1,1 0-1,-1 0 0,0 1 0,0-1 0,0 0 0,0 1 1,-3-5-1,3 3 327,0 3-542,1 1-1,0-1 1,0 0 0,0 0-1,0 1 1,0-1 0,-1 0-1,1 1 1,0-1 0,-1 0-1,1 1 1,0-1 0,-1 0-1,1 1 1,-1-1 0,1 1-1,-1-1 1,1 1 0,-1-1-1,1 1 1,-1-1 0,0 1-1,1-1 1,-1 1 0,0 0-1,1 0 1,-1-1 0,0 1-1,1 0 1,-1 0 0,0 0-1,0-1 1,1 1-1,-1 0 1,-1 0 0,1 1-59,-1 1 0,1-1 0,-1 0 0,1 0 0,-1 1 1,1-1-1,0 1 0,0-1 0,0 1 0,0 0 0,0-1 0,-1 4 0,-18 52 1,17-37-139,1 0 0,1 1 1,0-1-1,1 0 1,2 0-1,0 0 1,1 0-1,0 0 1,2 0-1,1-1 0,9 23 1,-14-39-77,19-2-27,-9-2 92,0 0 0,0 0 1,0-1-1,0 0 1,0-1-1,-1 0 1,1-1-1,9-5 0,-5 3 11,0 0-1,1 1 1,25-4-1,-25 7 45,0-1 0,0 0 0,0-1 0,-1 0 0,1-2 0,-1 0 0,-1 0 0,1-1 0,-1-1 0,0-1 0,-1 0 0,0-1 0,0 0 0,-1-1 0,13-14 0,-19 15 58,-1 1 0,0-1 0,-1 0 0,0-1 0,-1 1-1,0-1 1,0 1 0,-1-1 0,1-19 0,0 11-38,1-9-148,-2 7-409,2-1 1,0 1-1,2 0 1,13-36-1,17-23-9508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2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20 12489,'-35'-20'2240,"41"37"3677,-6 0-5585,0 3-556,7-2-640,-1-4-636,10 3-965,9 17-2187,-3 1-3637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2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313 215 6717,'-3'-3'244,"1"0"0,0 0 1,0 0-1,0 0 0,1 0 1,-1 0-1,1 0 1,-1 0-1,1-1 0,0 1 1,1 0-1,-1-1 0,0 1 1,1-1-1,0 1 1,0-1-1,0 1 0,0-1 1,0 1-1,1-1 0,0 1 1,1-4-1,-2-1 512,0 1-1,-1 0 1,1-1 0,-1 1-1,-1 0 1,1 0 0,-1 0-1,-1 0 1,1 0 0,-5-8-1,-4-13 2525,11 26-2966,-1 1 0,1-1 0,-1 1 0,1 0 0,-1-1 0,0 1 0,1 0 0,-1-1 0,0 1 0,0 0 0,0 0 0,-2-2 0,3 3-228,0 0-1,-1 0 1,1-1-1,0 1 0,-1 0 1,1 0-1,0 0 1,-1 0-1,1 0 0,-1 0 1,1 0-1,0 0 1,-1 0-1,1 0 0,-1 0 1,1 0-1,0 0 1,-1 0-1,1 0 0,0 0 1,-1 1-1,1-1 0,0 0 1,-1 0-1,1 0 1,0 1-1,-1-1 0,1 0 1,-1 1-1,-2 2 194,0 0 0,1 1 0,-1 0-1,1-1 1,0 1 0,-2 5 0,0-2-196,-41 73-43,5 1 0,3 2-1,-50 166 1,83-234-930,2 0 0,-1-1-1,2 1 1,0 0 0,1 20 0,1-28 52,-1 1 1,1-1 0,1 0 0,0 0-1,0 0 1,0 0 0,0 0 0,1 0-1,1-1 1,-1 0 0,1 1 0,9 10 0,-1-2-12721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2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20 259 13797,'1'-19'1401,"-1"16"-969,1 0-1,-1 0 1,0 0-1,0 0 1,0-1 0,0 1-1,-1 0 1,1 0-1,-1 0 1,0 0-1,0 0 1,0 0-1,0 0 1,-2-3-1,2 4 11,-1-1 0,1 1-1,0 0 1,-1-1 0,1 1-1,0-1 1,1 1 0,-1-1-1,0 1 1,1-1 0,-1 0-1,1 1 1,0-1 0,0-3-1,1 1 272,0-1 0,0 0 1,1 0-1,0 1 0,4-9 0,6-11-486,-7 21-235,0 1-19,-5 3 27,1-1 0,-1 1 0,1 0 0,-1-1 0,1 1 0,-1-1 0,1 1 0,-1 0 0,1-1 0,-1 1 0,1 0 0,-1-1 0,1 1 0,0 0 0,-1 0 0,1 0 0,0-1 0,-1 1 0,1 0 0,-1 0 0,2 0 0,-1 2 0,0-1 0,0 1 0,0-1 0,0 1 0,0 0 0,-1-1 0,1 1 0,0 0 0,-1-1 0,1 1 0,-1 0 0,0 0 0,0-1 0,0 1 0,0 2 0,-1 35 0,-5 55 0,7-73 0,-2 0 0,-1 0 0,0 0 0,-2 0 0,-6 24 0,-8 21 0,14-43 0,0 5 0,7-22 0,0-4 0,-3-1 0,0-1 0,0 0 0,0 1 0,0-1 0,0 0 0,0 1 0,0-1 0,1 0 0,-1 1 0,0-1 0,0 0 0,0 0 0,1 1 0,-1-1 0,0 0 0,0 0 0,0 1 0,1-1 0,-1 0 0,0 0 0,1 0 0,-1 0 0,0 1 0,0-1 0,1 0 0,-1 0 0,0 0 0,1 0 0,-1 0 0,0 0 0,1 0 0,-1 0 0,0 0 0,1 0 0,12-8 0,16-26 0,-21 23 0,51-55 0,2 2 0,3 3 0,2 3 0,3 3 0,106-65 0,-167 115 0,0 1 0,0-1 0,0 1 0,1 1 0,-1-1 0,1 2 0,0-1 0,0 1 0,0 0 0,14 0 0,-19 2 0,1 0 0,-1 0 0,0 1 0,1 0 0,-1 0 0,0 0 0,1 1 0,-1-1 0,0 1 0,0 0 0,0 0 0,0 0 0,-1 1 0,1-1 0,-1 1 0,1 0 0,-1 0 0,0 0 0,0 1 0,0-1 0,-1 1 0,1-1 0,3 7 0,-1 2 0,0 0 0,-1 0 0,0 0 0,0 0 0,-2 1 0,1-1 0,-2 1 0,0 0 0,0 23 0,-4 15 0,-10 53 0,12-93 0,-26 139 0,13-76 0,-10 130 0,24-191-933,0 1 0,1-1 0,1 0 1,5 23-1,-5-29 51,0-1-1,0 1 1,1-1 0,0 0 0,0 0 0,0 0 0,1 0 0,0-1-1,0 1 1,0-1 0,6 5 0,20 12-13651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8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290 144 10937,'-25'-67'8848,"19"48"-7885,4 15-510,0 0 1,0 1-1,-1-1 0,1 1 1,-1-1-1,0 1 0,0 0 0,0 0 1,-6-4-1,-9-10 1552,17 15-1168,-1 3-81,-5 5-594,0-1 0,1 1 1,0 0-1,1 1 0,-1-1 0,1 1 1,0 0-1,1 0 0,-5 10 1,-31 79 1782,24-55-1625,-3 11-320,2 0 0,2 1 0,3 0 0,2 1 0,2 0 0,3 1 0,1 62 0,5-92 0,2 1 0,0 0 0,1-1 0,2 0 0,1 0 0,0-1 0,14 30 0,-13-39 0,0-1 0,0 0 0,1 0 0,1 0 0,0-1 0,1-1 0,0 0 0,1 0 0,0-2 0,1 1 0,0-1 0,20 11 0,-11-10 0,1-1 0,-1 0 0,2-2 0,-1-1 0,30 6 0,-30-10 0,1 0 0,0-2 0,33-2 0,182-14 0,-207 12-1,1-2 0,-1 0 0,-1-3 0,51-17 0,-65 19-3,22-8-21,-1-1 0,0-3 0,-2 0 0,0-3 0,-1-1 0,-1-1 0,-1-2 0,-2-1 0,0-2 0,-2-1 0,-1-1 0,-1-1 0,37-59 0,-53 65 228,-21 41-47,7-6-156,0-1 0,0 1 0,0 0 0,2 0 0,-1 0 0,1 0 0,0 0 0,1 0 0,0 0 0,1 0 0,0 0 0,1 0 0,0 0 0,0 0 0,1 0 0,1-1 0,-1 0 0,1 1 0,1-1 0,0 0 0,0-1 0,1 1 0,0-1 0,0 0 0,1-1 0,0 0 0,0 0 0,1 0 0,0-1 0,0 0 0,0 0 0,1-1 0,0 0 0,0-1 0,0 0 0,14 4 0,-6-4 0,0-1 0,0-1 0,0-1 0,0 0 0,1-2 0,-1 0 0,0 0 0,0-2 0,30-7 0,-35 6 0,0 1 0,0-2 0,0 1 0,-1-1 0,0-1 0,0 0 0,0-1 0,-1 0 0,0-1 0,0 0 0,-1 0 0,0-1 0,0 0 0,8-13 0,-14 17 0,0 0 0,0 0 0,-1 0 0,0 0 0,0 0 0,0 0 0,-1 0 0,0-1 0,0 1 0,0 0 0,0-1 0,-1 1 0,0-1 0,0 1 0,-1-1 0,0 1 0,1-1 0,-2 1 0,1 0 0,-1-1 0,1 1 0,-2 0 0,1 0 0,0 0 0,-1 1 0,-5-8 0,-2-2 0,-2 1 0,0 0 0,0 0 0,-1 1 0,-1 1 0,0 0 0,-16-9 0,-9-4-790,-1 1 1,0 3-1,-81-29 1,96 41 262,-1 1 1,1 0 0,-1 2-1,0 2 1,-1 0-1,1 1 1,-53 5 0,41 6-2879,36-8 3032,1 0 1,-1 0 0,0-1-1,0 1 1,1 1 0,-1-1-1,1 0 1,-1 0-1,1 1 1,-1-1 0,1 0-1,0 1 1,0 0 0,0-1-1,0 1 1,0 0-1,-1 2 1,-4 43-11934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49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 10469,'-1'0'172,"1"-1"0,-1 1 0,1 0 0,-1 0 0,1-1 0,-1 1 0,0 0 0,1 0 0,-1 0 0,1 0 0,-1 0 0,1 0 0,-1 0 0,0 0 0,1 0 0,-1 0 0,1 0 0,-1 0 0,1 0 0,-1 0 0,0 0 0,1 1 0,-1-1 0,1 0 0,-1 0 0,0 1 0,2 13 7328,2 10-5859,-45 258 2702,40-267-4232,0 1 0,0 25 0,2-36-94,0-1-1,0 0 1,1 0-1,-1 0 1,1 1-1,0-1 1,0 0-1,0 0 1,1 0-1,-1 0 1,1-1-1,0 1 1,4 5-1,-4-7-9,0 0-1,1 0 0,-1-1 1,1 1-1,-1-1 0,1 0 1,0 0-1,-1 0 0,1 0 1,0 0-1,0 0 1,0-1-1,0 1 0,0-1 1,-1 0-1,1 0 0,0 0 1,0 0-1,0 0 0,0-1 1,0 0-1,0 1 0,-1-1 1,1 0-1,4-2 0,7-3 8,0-1-1,-1 0 0,19-14 1,-20 14-6,61-44-47,-48 32 91,0 1-1,38-18 0,-60 34-45,1 1 0,-1-1 0,1 1-1,0 0 1,-1 0 0,1 1 0,0-1-1,0 1 1,-1 0 0,1 0 0,0 0-1,0 0 1,-1 0 0,1 1 0,0 0-1,0 0 1,-1 0 0,1 0 0,-1 1-1,1-1 1,5 4 0,4 4 9,-1 1 0,0 0 1,0 0-1,12 15 0,-14-14-1,1-1 1,0 1-1,14 9 0,-22-18-10,-1 0-1,0-1 1,1 1-1,-1-1 0,1 1 1,-1-1-1,1 0 1,0 0-1,-1 0 0,1 0 1,0-1-1,0 1 1,0-1-1,-1 1 0,1-1 1,0 0-1,0 0 1,0 0-1,0-1 0,0 1 1,-1-1-1,1 1 1,0-1-1,0 0 0,-1 0 1,1 0-1,0-1 1,-1 1-1,4-3 0,51-37 24,-38 26-45,33-21 0,-46 33 14,1 0 0,-1-1 0,1 2 1,0-1-1,0 1 0,-1 0 0,1 1 0,1 0 0,12-1 0,-13 2 7,0 1 0,1 0 0,-1 1 0,11 3 0,-12-3 4,1 0-1,-1 0 0,1-1 1,-1 0-1,1 0 1,-1-1-1,14 0 0,0-3 3,-1-1 0,1-1 0,-1-1 0,0 0 0,0-1 0,-1-1 0,26-16 0,-13 4-11,-2-1 1,0-1-1,33-33 0,44-55 6,-104 108 615,-19 24 80,9-10-584,1 1-1,0-1 1,1 1-1,1 1 1,0-1-1,1 1 1,0 0-1,1 0 1,0 0-1,1 0 1,1 0-1,1 24 1,0-33-184,1 0 1,0 0-1,0 0 0,1 1 1,-1-1-1,1 0 1,0-1-1,1 1 0,-1 0 1,1-1-1,0 1 0,0-1 1,0 0-1,8 8 1,-5-7-130,0-1 1,0 0-1,1 0 1,-1 0-1,1 0 1,0-1-1,0 0 1,0-1-1,11 3 1,10 0-801,0-2 0,1 0 0,-1-2 0,39-4 0,-62 3 834,79-4-3958,95-18 0,-148 14 2480,37-13 1,17-5-421,-77 24 2161,0 0 0,0 0 0,0-1 0,-1 0 0,1-1 0,-1 1-1,0-2 1,11-7 0,-9 6 632,-7 3-513,1 1 0,-1-1 0,1 0 0,-1 0 0,0 0 0,0 0 0,-1 0 0,1 0 0,-1-1 0,1 1 0,-1-1 0,0 1 1,0-1-1,0 1 0,-1-1 0,1-4 0,4-15 652,-1 9-662,1-1 1,0 1-1,1 0 1,1 1 0,0-1-1,13-17 1,-18 29-417,6-14-2932,-5 9-1098,-5 19 546,-1 2-716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50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527 228 7993,'53'-2'1698,"-43"2"-173,-6-1-200,5-2-806,0 0 0,0 0 0,-1-1 0,1 0 0,-1-1 0,0 0 0,-1 0 0,1 0 0,9-10 0,-6 5 164,-1-1 0,0 0 0,-1 0 0,0-1 0,10-18 0,-19 29-640,0 0 0,1 0 0,-1 0 0,0 0 1,0 0-1,0 0 0,0 0 0,0 0 0,0 0 1,0 0-1,0-1 0,-1 1 0,1 0 0,0 0 1,-1 0-1,1 0 0,0 0 0,-2-1 0,1-2 101,0 1-71,0 0 0,0 0 0,1 0 0,-2 0 0,1 1 0,0-1 0,0 0 0,-1 1 0,0-1 0,1 1 0,-1 0 0,0-1 0,0 1 0,0 0 0,-1 0 0,1 0 0,0 1 0,-1-1 0,1 0 0,-1 1 0,0 0 0,1-1 0,-1 1 0,-3-1 0,-5 0 178,0 0 0,-1 0 0,1 1 0,-22 1 0,27 0-216,-25 2 297,0 1-1,0 2 1,1 1-1,-1 1 1,1 2-1,1 0 1,0 3-1,0 0 1,1 2-1,1 1 0,0 1 1,-48 38-1,57-38-198,0 1 0,1 1 0,0 1-1,2 0 1,0 1 0,2 0-1,0 1 1,1 1 0,1 0 0,-11 32-1,18-41-47,1 0-1,0 1 1,0-1-1,1 1 1,1 0-1,0-1 1,1 1-1,3 24 1,-1-28-60,1 1 1,0-1-1,0 0 0,1 0 1,0 0-1,0 0 0,1-1 0,1 0 1,0 0-1,0 0 0,0-1 1,11 11-1,-3-7-73,1 0 0,0 0-1,0-2 1,2 0 0,-1-1 0,1 0-1,0-1 1,0-1 0,1-1 0,0-1 0,1 0-1,26 3 1,19 0-473,0-3 1,85-5-1,-45-5-2706,158-28-1,-22-22-7238,-143 26-207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1:50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43 13177,'-10'-20'18790,"17"9"-22358,-1-1 827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5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7781,'0'0'868,"10"-15"-224,2 4-236,4 5-3724,3-2-85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7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90 249 4960,'-16'-17'7685,"3"-11"-1728,4 4-853,-15 5-1758,4-28-3895,19 44 290,2-1 172,-1-1 1,0 0 0,0 0-1,0 1 1,0-1 0,-1 0-1,0 1 1,-2-8 0,1 2-31,1 4 80,1-1 0,0 1 0,1-1 0,-1 1 0,3-8 0,-3 11-25,82 0-254,-79 3 315,0 1 1,0-1 0,1 1 0,-1 0 0,0 0-1,0 0 1,0 0 0,5 3 0,0-1-46,-6-2 27,0 0 0,0 0 0,0 1 1,0-1-1,0 0 0,0 1 0,-1-1 1,1 1-1,-1-1 0,1 1 0,-1 0 1,2 2-1,0 0-35,-2-3 47,-1 0-1,0 0 1,0 0-1,0 0 1,0 0 0,0 1-1,0-1 1,0 0-1,0 0 1,0 0-1,-1 0 1,1 0 0,0 0-1,-1 0 1,1 0-1,0 0 1,-1 0-1,0 1 1,0-1-8,-1 3-4,1 1 0,-2-1 0,1 0 1,0 0-1,-1-1 0,0 1 0,-4 4 0,3-3 15,3-3-13,1-4-490,7-19-50,-4 17-3374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7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15 480 9017,'-14'3'12346,"30"-3"-5359,2-1-9470,491-76 5105,-404 57-2364,934-173-1062,-346 61-7321,-509 88-272,-114 28-40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7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12265,'0'0'8042,"1"3"-6247,2 3-1429,0 0-1,0 0 1,1-1 0,0 1-1,0-1 1,1 0-1,-1 0 1,1 0 0,0-1-1,0 1 1,11 6 0,11 5 303,37 18-1,-26-15-48,-11-5-310,211 121 1316,-202-112-1502,-1 2 1,-1 2 0,-1 1 0,37 40 0,-57-52-225,0 1 1,-2 0 0,0 0-1,0 1 1,-2 0-1,0 1 1,-2 0 0,0 1-1,-1-1 1,0 1-1,-2 0 1,-1 1 0,2 23-1,-4-20-250,-1 0-1,-1 0 1,-2 0 0,0 0-1,-1 0 1,-1 0 0,-2-1-1,0 0 1,-1 0 0,-2-1-1,-11 22 1,-5-1-986,-2-1 1,-59 67-1,-81 64-7438,74-89-872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8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159 383 14321,'-8'-60'3052,"8"58"-2779,0-1 0,0 1 1,1 0-1,-1-1 0,1 1 0,-1 0 1,1 0-1,0-1 0,0 1 1,0 0-1,0 0 0,0 0 0,1 0 1,1-2-1,2-4 6381,-13 34-4081,-45 116-1985,-32 103 416,79-218-945,0 0 1,1 0-1,2 0 1,1 1-1,1 0 1,2-1-1,4 35 1,-3-50-60,1 0 0,0 0 0,0-1 0,1 0 0,1 1 0,0-2 0,1 1 0,0 0 0,0-1 0,1 0 0,1-1 0,-1 0 0,2 0 0,-1 0 0,1-1 0,0-1 0,1 1 0,0-1 0,0-1 0,0 0 0,1 0 0,0-1 0,22 7 0,-10-5 0,1-1 0,0-1 0,1-1 0,-1-1 0,1-1 0,0-1 0,-1-2 0,1 0 0,-1-2 0,43-9 0,-66 12 0,25-6-138,-1-1 0,0-1-1,37-17 1,-56 22 99,-1 0 0,1 0 0,-1 0 0,0-1 0,0 1 0,0-1 0,0-1 0,-1 1 0,0-1 0,1 1 0,-2-1 0,1 0 0,-1-1 0,0 1 0,0-1 0,0 1 0,0-1 1,-1 0-1,0 0 0,1-11 0,-2 12-54,-1 0 0,-1-1 0,1 1 0,-1 0 0,0 0 0,0 0 1,0 0-1,-1-1 0,0 2 0,0-1 0,0 0 0,-1 0 1,1 1-1,-1-1 0,0 1 0,-4-5 0,-4-3-241,0-1-1,-1 2 1,-24-19-1,-19-7-402,-1 2 0,-110-48 1,101 52 421,60 29 282,1 0 0,-1 0 0,1-1 0,0 1 1,0-1-1,0 0 0,1 0 0,-1 0 0,1-1 0,-4-4 0,6 7 24,1-1 1,-1 1 0,0-1 0,1 0 0,0 1-1,-1-1 1,1 1 0,0-1 0,0 0-1,0 1 1,0-1 0,0 0 0,0 0-1,0 1 1,1-1 0,-1 1 0,1-1 0,-1 0-1,1 1 1,-1-1 0,1 1 0,0-1-1,0 1 1,0-1 0,0 1 0,0 0-1,0 0 1,0-1 0,0 1 0,1 0 0,1-1-1,3-4-8,1 0 0,-1 1-1,1 0 1,0 1 0,0 0 0,0 0-1,12-4 1,66-19-56,-56 19 48,203-51-75,85-5-116,-224 54-65,-90 10 226,19-3 24,0-1 46,6 2-78,-28 9 32,-15 8 30,9-10 29,1 1 0,0-1 1,0 1-1,1 0 0,-1 0 0,1 0 0,0 0 1,1 1-1,0 0 0,0-1 0,0 1 1,1 1-1,0-1 0,-1 11 0,-4 9-36,3-13 37,1 1 0,1 0-1,-2 15 1,4-25-34,0 0 1,1 0-1,-1 0 0,1 0 0,0 0 1,0 0-1,0 0 0,1-1 1,0 1-1,0 0 0,0-1 0,0 1 1,5 5-1,-3-4-14,1 0 0,0 0 0,1 0 0,-1 0-1,1-1 1,0 0 0,1 0 0,-1-1 0,1 0 0,0 0 0,0 0 0,0-1 0,0 0 0,0-1-1,1 1 1,0-2 0,-1 1 0,1-1 0,0 0 0,0 0 0,0-1 0,8 0 0,11-4 251,0-1 1,0-2-1,-1 0 1,0-1-1,0-2 1,-1-1-1,39-22 1,-50 26 59,0 0-1,0 1 1,1 1 0,0 0 0,0 1 0,0 1-1,0 0 1,0 1 0,1 1 0,24 0 0,13 5 572,92 18 1,-57-8-548,-35-7-220,0-2 1,1-3-1,99-8 0,-119 1-167,0 0-1,0-2 0,0-2 0,-1-1 1,0-1-1,-1-2 0,32-18 1,-49 22 47,-1-1 1,0 0-1,-1-1 1,0 0 0,-1-1-1,0 0 1,-1-1 0,0 0-1,-1-1 1,-1 0 0,15-29-1,-2-7-2,-2 0 0,17-73-1,-4 17 199,-5 18 569,-27 86-286,-3 6-82,-23 52-330,-35 113-1,2 70-143,54-220-347,0 0 1,2 1-1,0-1 0,1 1 1,1-1-1,1 0 0,5 27 1,-4-36-289,0-1 0,1 1 0,1 0 1,0-1-1,0 0 0,9 14 1,-8-16-541,0 1 0,1-1 0,1 0 0,-1-1 0,1 1 1,0-2-1,15 12 0,10-1-9507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8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13 157 10517,'-13'-14'5460,"45"11"-4123,16 0-257,3-2-292,12-4-148,7-2-256,6-4-768,7 1-328,2-6-616,11 0-529,2-3-2795,7 3-3637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9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96 11385,'2'-13'706,"3"-33"3214,-5 44-3674,0 0-1,0 1 1,0-1-1,0 0 1,-1 1-1,1-1 1,0 0 0,-1 1-1,1-1 1,-1 0-1,0 1 1,0-1-1,1 1 1,-1-1-1,0 1 1,0-1 0,0 1-1,-1 0 1,1 0-1,0-1 1,-2 0-1,2 2-94,1-1 1,0 1-1,-1 0 0,1 0 0,0 0 0,-1 0 0,1-1 0,-1 1 1,1 0-1,0 0 0,-1 0 0,1 0 0,-1 0 0,1 0 0,0 0 0,-1 0 1,1 0-1,-1 0 0,1 0 0,0 0 0,-1 1 0,1-1 0,-1 0 1,1 0-1,0 0 0,-1 0 0,1 1 0,0-1 0,-1 0 0,1 0 0,0 1 1,-1-1-1,-8 18 1885,0 32-1467,7-36 224,-34 179 691,-89 282 0,32-222-2223,-49 156-1944,132-376 1328,0-3 21,-9 53-1,17-26-2786,3-47 2347,0 0 0,1-1-1,0 1 1,4 10 0,4 8-7571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9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1 338 9725,'34'-26'884,"-23"18"-387,0 0 1,0 0-1,1 1 0,0 1 0,15-7 1,-4 7 320,0 0 1,1 1 0,-1 2 0,1 0 0,0 1 0,28 3 0,-17-2-368,-28 1-358,26-1 344,-1 1 0,38 6 0,-62-5-367,0 0-1,1 1 0,-1 0 0,0 1 0,0 0 0,0 0 1,0 0-1,-1 1 0,1 0 0,-1 1 0,0 0 0,0 0 1,8 9-1,-14-13-57,0 1 1,0-1-1,-1 1 0,1-1 1,0 1-1,-1 0 1,1-1-1,-1 1 0,0 0 1,0 0-1,1-1 1,-1 1-1,0 0 0,0 0 1,-1-1-1,1 1 1,0 0-1,-1-1 0,1 1 1,-1 0-1,1-1 1,-1 1-1,0 0 0,-1 2 1,-25 39 79,23-37-70,-7 9 2,-2 0 0,0 0 0,0-2 0,-1 1 0,-23 15 0,-84 49-16,35-25-211,86-53 201,0 1-1,0-1 1,0 1 0,0-1-1,0 1 1,0-1 0,0 1-1,0-1 1,1 1 0,-1-1-1,0 1 1,0-1 0,0 1-1,0-1 1,1 0 0,-1 1-1,0-1 1,1 1-1,-1-1 1,0 0 0,0 1-1,1-1 1,-1 0 0,1 1-1,-1-1 1,0 0 0,1 1-1,0-1 1,1 1-9,0 0 0,1 0 1,-1 0-1,0 0 0,1-1 0,-1 1 0,0-1 1,1 1-1,-1-1 0,0 0 0,1 0 0,-1 0 0,1 0 1,-1-1-1,0 1 0,1-1 0,2 0 0,45-18-208,-32 11 126,99-36-453,121-53-244,-211 84 757,0-1 0,-1-1 0,46-35 0,-69 47 42,-2 0 92,1-2-57,0 0-1,1 0 1,-1 0 0,1 0 0,0 1 0,1-1 0,-1 1 0,1-1 0,0 1 0,0 0 0,0 1 0,0-1 0,1 1 0,-1 0 0,7-4 0,-8 6-45,-1 0 1,1 0-1,-1 0 1,1 0-1,-1 0 1,1 0-1,-1 1 1,1-1-1,0 1 1,-1 0-1,1 0 1,0 0-1,0 0 1,-1 0-1,1 0 0,0 1 1,-1-1-1,5 3 1,7 0 37,-14-2-35,1-1 0,0 1 1,0 0-1,-1 0 0,1 0 1,0-1-1,-1 1 0,1 0 1,-1 0-1,0 0 0,1 0 1,-1 0-1,0 0 0,1 0 1,-1 0-1,0 0 0,0 0 1,0 2-1,1-1 4,0 6-5,1 0 0,-1-1 1,-1 1-1,0 16 0,-1-18-1,1-1 0,0 0 0,0 1 0,1-1 0,-1 0 1,1 1-1,0-1 0,0 0 0,1 0 0,-1 0 0,1 0 0,3 5 1,-4-8-6,1-1 0,-1 1 0,1-1 0,-1 0 0,1 1 0,0-1 1,-1 0-1,1 0 0,0 0 0,0 0 0,0-1 0,-1 1 0,1 0 1,0-1-1,0 0 0,0 1 0,3-1 0,29 0-13,-8-6 24,0-1 0,-1-1 0,0-1 0,-1-2 0,0 0 0,37-24 0,-13 9-3,57-22-68,-77 37-59,-1-1 0,0-1 1,-1-1-1,36-26 1,-41 23 339,-1 0 1,32-35-1,-46 44 75,-1 1-1,1-1 0,-1 0 0,-1-1 0,1 1 0,-1-1 1,-1 0-1,0 0 0,0 0 0,-1-1 0,2-10 0,-4 7 2806,-2 11-1134,-7 22-412,-12 38-761,8-17-653,3 0 1,1 0-1,-5 61 1,14-94-383,0 0 0,1 0 0,0 0 0,0 0 0,1-1 0,0 1-1,0-1 1,1 1 0,0-1 0,0 0 0,1 0 0,0 0 0,0 0 0,0 0 0,1-1 0,10 10 0,-6-7-1014,0 0 0,1-1 0,20 13 0,-16-13-1908,1 0 1,23 8-1,-3-6-7829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1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0 123 6033,'11'-2'262,"169"-52"7048,-164 48-7267,-13 6-92,7 9 613,0 0 172,-8-7 38,0-5 3,51-41 1393,-51 42-2423,7-15-1269,-5 7-14,-1 5-3786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1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72 179 3576,'0'0'4469,"-1"-2"-3971,-2 0-36,0-1-1,-1 1 1,1-1-1,0 1 0,-1 0 1,1 0-1,-1 1 0,0-1 1,0 1-1,1-1 0,-6 0 1,3 1-618,12-29 2811,1-22 1645,-7 49-4147,0 0 0,-1 1 0,1-1-1,0 0 1,-1 0 0,0 0 0,1 1 0,-1-1-1,0 0 1,0 1 0,-1-1 0,1 1 0,-1-1 0,-1-2-1,-5-16 1676,6 16-273,-2 18-588,3-2-720,0 1 0,1-1 1,0 0-1,1 1 0,0-1 0,1 0 0,0 0 0,5 16 0,4 22 218,6 144 130,-14-150-1027,13 79-2742,-9-80-1197,3 71 1,-11-78-1568,3-12-3598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2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1 346 5829,'5'13'2091,"4"-14"1257,-6-2-2836,0 1 1,-1-1-1,1 1 0,-1-1 1,0 0-1,0 0 0,2-4 1,1-2-42,1 1-1,0 0 1,0 0 0,1 1 0,0 0 0,0 0 0,1 0 0,0 1-1,0 0 1,15-7 0,8-3-81,56-19 0,-79 32-257,87-27 116,103-19 1,-120 31-575,187-35-3343,-85 23-4399,-99 18 1153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2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1 187 8453,'19'-4'3258,"-23"-9"516,-2 4 2071,10 10-5439,42 16-51,-1 3 0,-1 1 0,52 33 0,-83-45-335,0 0 0,-1 1 0,0 0 0,0 0 0,-1 2 0,-1-1 0,0 1 0,-1 1-1,0 0 1,-1 0 0,0 1 0,-1 0 0,-1 0 0,9 26 0,-12-25-41,0 0 0,0 0 0,-2 0 0,0 1 0,0-1 0,-2 1 0,0-1 1,-1 0-1,0 1 0,-1-1 0,-1 0 0,0 0 0,-1-1 0,-1 1 0,0-1 0,-8 14 0,13-28 21,1 1 0,0-1 0,0 0 0,-1 1 0,1-1 0,0 1 0,-1-1 0,1 0 0,-1 1 0,1-1 0,-1 1 0,1-1 0,0 0 0,-1 0 0,1 1-1,-1-1 1,1 0 0,-1 0 0,1 0 0,-1 0 0,1 1 0,-1-1 0,0 0 0,1 0 0,-1 0 0,1 0 0,-1 0 0,1 0 0,-1 0 0,1-1 0,-1 1-1,1 0 1,-1 0 0,1 0 0,-1 0 0,1-1 0,-1 1 0,1 0 0,-1-1 0,1 1 0,-1 0 0,1-1 0,0 1 0,-1 0 0,1-1 0,0 1 0,-1-1-1,1 1 1,0 0 0,-1-1 0,1 1 0,0-1 0,0 1 0,0-1 0,-1 1 0,1-2 0,-1 0 7,-1-1 0,1 0 0,-1 1 0,1-1-1,0 0 1,0 0 0,1 0 0,-1 0 0,0 0 0,1 0 0,0-5 0,3-18-16,2 0 1,1-1 0,1 2-1,1-1 1,15-31-1,69-117 75,-69 136-218,1 0 0,2 2 0,47-50-1,-57 69-445,2 2 0,0 0 0,23-15 0,-23 19-1060,0 1 1,1 1 0,40-14 0,-36 15-2593,2 2-2080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2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69 8873,'18'-19'2145,"-14"15"-181,-8 0-709,2 2-503,-1 0 0,0-1 1,1 1-1,0-1 0,0 0 1,0 0-1,0 0 0,0 0 1,0 0-1,1 0 0,-1 0 1,-1-6-1,-15 13 1077,15-3-1724,1 1-1,-1-1 0,1 1 0,-1-1 1,1 1-1,-1 0 0,1 0 0,0 0 0,0 0 1,0 1-1,0-1 0,1 0 0,-1 1 1,1-1-1,-2 4 0,-18 47 620,16-39-451,-6 22 182,2 0 1,-7 55 0,12-63-551,1 0 0,1 0-1,2 0 1,1 0 0,1 0-1,1 0 1,1 0 0,9 28 0,-10-47-292,0-1 0,0 1 0,1-1 0,0 0 0,1 0 1,0 0-1,0 0 0,11 11 0,-12-15-184,0 0 0,0-1 0,1 1 0,-1-1 0,1 0 0,8 4 0,-7-5-500,-1-1 1,0 1-1,1-1 0,-1 1 0,1-2 0,-1 1 0,9 0 0,21-1-8920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3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91 122 9329,'-5'-6'1540,"-1"0"-1,1 0 1,1-1 0,-1 1 0,-6-14 0,1-1-82,9 18-894,0 0-272,0 0-1,0-1 1,0 1 0,0 0-1,-1 0 1,1 0 0,-1 0 0,0 0-1,0 0 1,-3-3 0,-1-3 321,-6 45 1975,11-30-2413,1 1-1,0-1 1,0 1 0,0-1 0,1 1 0,3 10-1,2 30 550,-14 112 811,0 14-732,8-145-730,2-1 0,1 0-1,2 1 1,9 35 0,-12-57-94,0 0 0,1 1 0,-1-1 0,1 0 1,1 0-1,-1-1 0,1 1 0,0-1 0,0 1 0,0-1 0,1 0 1,0-1-1,0 1 0,0-1 0,6 4 0,-2-4-74,-1 1 0,1-1 1,0-1-1,0 0 0,0 0 0,1-1 1,-1 0-1,1 0 0,14-1 0,3-1-271,0-1-1,0-2 1,-1-1-1,1-1 1,-1-1-1,41-15 1,-40 11 0,-1-1 0,0-2 0,-1 0 0,0-2-1,41-31 1,-49 31 237,-1 0-1,0 0 0,-1-2 0,-1 0 1,-1 0-1,-1-1 0,0-1 0,10-23 1,-8 13 204,-2 0 0,-2-1 1,-1 0-1,7-35 1,-12 35 1051,0 0-1,-1-36 1,-3 61-185,-7 23 1025,-44 178-194,7-21-1963,38-152-672,0 1 1,-3 35-1,8-45-552,0 0 0,1 0-1,1 0 1,0 0 0,5 23 0,6-8-5608,13-5-4589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3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18 465 11397,'0'0'8321,"3"-1"-6432,133-36 3455,71-34-3222,-197 67-2100,0 0 0,-1-1 0,1 0 0,-1-1 0,0 0 0,0-1 0,-1 1 0,0-2 0,0 1 0,-1-1-1,0 0 1,0-1 0,-1 0 0,0 0 0,0 0 0,-1 0 0,0-1 0,-1 0 0,0 0 0,-1-1 0,0 1 0,-1 0 0,0-1-1,0 0 1,-1 0 0,0 1 0,-1-1 0,-1 0 0,1 0 0,-2 0 0,1 1 0,-4-12 0,4 19-25,0 0 1,0 0-1,0 1 1,0-1-1,0 0 1,0 0-1,-1 1 1,0-1-1,1 0 1,-1 1 0,0 0-1,0-1 1,0 1-1,0 0 1,-1 0-1,1 0 1,-1 1-1,1-1 1,-1 0-1,0 1 1,1 0-1,-1-1 1,0 1-1,0 0 1,0 1-1,0-1 1,0 0-1,0 1 1,0 0-1,0 0 1,-6 0 0,1 1 24,0 0 1,0 0 0,0 1-1,1 0 1,-1 1 0,0 0 0,1 0-1,0 0 1,0 1 0,0 0-1,-10 8 1,4-2 83,0 1 1,1 0-1,0 1 0,0 0 0,1 1 1,1 0-1,-12 20 0,-82 130 845,80-123-730,2 2 0,-21 52 0,33-65-148,2 0 0,0 1 1,-4 45-1,10-61-70,1 0 0,0 1 0,1-1 1,1 1-1,0-1 0,1 0 0,1 0 0,0 0 0,9 23 0,-9-29-54,1 1 0,1-1 0,-1 1-1,2-1 1,-1-1 0,1 1 0,0-1-1,0 0 1,1 0 0,0-1 0,0 0-1,1 0 1,0-1 0,0 0 0,15 7-1,2-2-346,1-1 1,0-1-1,0-2 0,1 0 0,0-2 0,0-1 1,0-1-1,36-2 0,17-5-1572,120-23 1,75-36-2896,-95 6-1895,-30 2-3070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4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6003 553 9577,'2'0'28,"2"-2"176,1 1 1,-1-1 0,0 0 0,0 0-1,0 0 1,0-1 0,0 1 0,4-4-1,-8 5-115,1 0 0,0 1 0,-1-1 0,1 0 0,-1 0 0,1 0-1,-1 1 1,0-1 0,1 0 0,-1 0 0,0 0 0,0 0 0,1 0-1,-1 0 1,0 0 0,0 0 0,0 0 0,0-1 0,-1 0 106,1 0 0,-1 0 1,0-1-1,0 1 0,0 0 1,0 0-1,0 0 1,0 0-1,0 1 0,-1-1 1,-1-2-1,-2-1 168,-1 0 0,0 0 0,0 0 0,0 0 0,-1 1 0,1 0 0,-1 0 0,0 1 0,-13-5 0,-8-1 43,-33-5 0,54 12-321,-75-13 501,-109-7-1,-86 11-196,258 11-361,-1253-10 336,3 94-354,1094-59-23,0 7 0,-281 91 0,324-75 50,2 5 0,2 6-1,-225 142 1,204-100 140,6 7 0,4 5 0,-186 198 0,253-231 11,3 4 0,4 2 0,-94 165 0,145-224-58,1 0 1,1 1-1,2 0 0,1 1 1,1 0-1,1 1 1,2-1-1,-2 35 0,6-51-39,1 0 0,1 0 0,0 0 0,0 0 0,1-1 0,1 1 0,0 0 0,1-1 0,0 0 0,1 1 0,0-2 0,1 1 0,0-1 0,1 1 0,0-2 0,1 1 0,0-1 0,1 0 0,0-1 0,0 0 0,13 9 0,0-4 22,0 0-1,1-1 0,1-2 1,0 0-1,0-2 0,29 8 1,11-1 112,89 10 0,-12-12 62,231-7-1,146-43 1,612-103 35,-4-52-162,-33-31-114,-22-81-182,-876 233-159,-3-8 0,322-182 0,-454 222 55,-1-3 1,58-53-1,-80 60 6,-1-1 0,-2-2 1,55-78-1,-72 89 111,-2 0 0,0-1 0,-2 0 0,-1-2 0,-1 1 0,-2-1 0,8-40 0,-13 45 45,-1 0 0,-1 0-1,-2 0 1,0 0 0,-2 0-1,0 0 1,-2 0-1,0 0 1,-2 1 0,-10-28-1,4 21 37,-2 1-1,-1 0 0,-1 2 0,-1-1 1,-1 2-1,-2 1 0,-1 0 0,-1 1 1,0 1-1,-2 2 0,-1 0 0,0 1 1,-30-16-1,7 7-7,-2 3 1,0 1 0,-2 3 0,-1 2-1,0 2 1,-92-18 0,45 21-177,-1 3 0,-1 5 1,1 4-1,-110 12 0,-402 82-2250,-194 115-4695,631-146 3109,17 4-1989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5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0 558 6013,'1'-1'94,"0"1"1,0 0-1,-1-1 1,1 1-1,0-1 1,0 1-1,0-1 1,-1 0-1,1 1 1,0-1-1,-1 1 1,1-1-1,-1 0 1,1 0-1,-1 1 1,1-1-1,-1 0 1,1 0-1,-1 0 1,0 0-1,1 0 1,-1 1-1,0-1 1,0 0 0,0 0-1,1 0 1,-1 0-1,0 0 1,0 0-1,0 0 1,-1 0-1,1 0 1,0-1-1,-1 0 2767,10 0-3293,-8 1 922,0 1-1,-1 0 1,1-1-1,0 0 1,-1 1 0,1-1-1,-1 1 1,1-1 0,-1 0-1,1 1 1,-1-1 0,1 0-1,-1 1 1,0-1-1,1 0 1,-1 0 0,0 1-1,0-1 1,1 0 0,-1 0-1,0 0 1,0 1 0,0-1-1,0 0 1,0-1-1,-3-6 1498,-1 2-136,6 9-1283,21 21-485,-18-19-48,0-1 1,-1 0-1,0 1 0,0 0 0,0 0 1,0 0-1,-1 1 0,0-1 0,0 1 1,0-1-1,2 11 0,2 6 170,5 43 0,0-5 39,3 6 15,-2-12 273,32 90 0,-38-130-443,0 0 1,1 0-1,1-1 1,0 0 0,1 0-1,0-1 1,1-1-1,24 21 1,-18-19 1,0 0 0,2-1 0,-1-1 0,1 0 0,1-2 1,21 8-1,-18-10-85,0-1 1,0-1 0,1-1 0,-1-1 0,1-1 0,34-2-1,-20-3-5,0-1-1,-1-2 1,48-13-1,63-33 0,-65 23 0,122-59 0,123-86 0,271-131 0,511-114 0,-993 379 0,215-61 0,-317 98-4,-23 1-561,7 1 355,-1 0 0,1 0 0,-1 1 0,0-1 0,1 0-1,-1 1 1,1 0 0,-1-1 0,0 1 0,1 0 0,-1 0-1,0 0 1,-2 0 0,-35 5-4309,-50 14 0,34-3-2138,4 3-3920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6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0 620 7405,'19'-17'2735,"4"-6"5790,-23 27-8008,-2 38 320,0-15-203,3 43 0,0-53-484,1 15 299,2 0 1,13 56 0,-11-60-227,1-1-1,1 0 1,1-1-1,1 0 1,1 0 0,2-1-1,25 38 1,-31-53 51,1 0 0,0-1 0,1 0 0,0 0-1,12 9 1,-16-14-177,1-1 0,-1-1-1,0 1 1,1-1 0,-1 1-1,1-2 1,0 1-1,0-1 1,0 1 0,0-2-1,0 1 1,0-1 0,6 0-1,14-2 74,-1-2-1,0 0 0,0-2 1,-1-1-1,25-10 0,-2 2-7,747-273 768,-440 153-805,481-186-375,96-37-69,-743 287 245,-185 70 66,-6 2-10,-18 4-1581,0 2 0,1 0 0,0 1 0,0 2-1,-24 14 1,24-13-751,-14 0-5721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8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309 489 7069,'-19'-23'4315,"21"18"-3825,0 1 0,0-1 0,0 1 0,-1-1 0,1 0 0,-1 1 0,0-1 0,-1 0 0,1-8 0,0 5-218,-1 5 354,0 0-29,-5-28 425,4 28 1036,0 1-1906,0 0-1,-1 0 0,1 0 1,-1 0-1,1 0 0,-1 1 1,0-1-1,0 1 0,-2-3 1,-4 7-107,0-1 0,0 1 0,0 1 0,1 0 0,0 0 0,-1 0 0,2 1 0,-1 0 0,0 0 0,-6 8 0,-12 11 90,-22 29 0,27-26-21,-17 29-1,19-28-55,11-16-42,1-1 0,0 1 1,1 0-1,0 0 0,1 0 1,0 1-1,1 0 1,1-1-1,0 1 0,1 0 1,0 0-1,1 0 0,0 0 1,1 0-1,0 0 0,5 16 1,-4-18-11,1-1 0,0 1 0,1-1 0,0 0 0,1 0 0,0 0 0,1-1 0,0 0 0,0 0 0,1 0 0,0-1 0,0 0 0,1 0 0,0-1 0,1 0 0,0 0 0,0-1 0,0 0 0,16 7 0,-6-6-7,-1-1 1,1-1-1,0-1 1,0 0-1,0-2 1,1 0 0,-1-1-1,1-1 1,-1-1-1,0-1 1,29-5-1,-15 0 0,0-2 1,-1-1-1,-1-1 0,0-2 1,54-30-1,-67 32-1,-1-1 0,0 0 0,-1-2 0,-1 1 1,0-2-1,0 0 0,-2-1 0,0 0 0,-1-1 0,0 0 0,-2-1 1,0-1-1,9-23 0,-12 25-2,0 0-1,-2 0 1,0 0 0,-1 0 0,-1-1-1,0 1 1,-1-1 0,-1 0-1,-2-24 1,-4 6-3,0 0 1,-21-64-1,20 83 2,-1 0-1,0 0 1,-1 1 0,-1 0 0,-1 1 0,0 0-1,-20-23 1,11 18-13,-1 0 1,-1 1-1,0 1 0,-32-20 1,42 32-26,1 0 0,-1 0 0,0 1 0,0 1 0,0 0-1,0 0 1,-1 1 0,0 1 0,0 0 0,0 0 0,0 1 0,-22 1 0,27 1-104,0-1-1,1 1 1,-1 1 0,0-1-1,1 1 1,-1 0 0,1 0-1,0 1 1,0 0 0,0 0-1,0 0 1,0 1 0,1 0-1,0 0 1,-1 1 0,2-1-1,-1 1 1,0 0 0,-6 10-1,-16 28-5232,-34 73 0,40-70-961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8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94 136 7717,'-4'-10'857,"-3"-3"148,6 2 8032,-14 35-6972,-15 85-699,22-87-1240,0 0 0,2 0 0,-4 28 0,8-40-100,1 1-1,0-1 1,1 0 0,0 0-1,1 1 1,0-1-1,0 0 1,1 0 0,5 16-1,-5-21-19,1 0 0,0 1 0,0-2 0,1 1 1,-1 0-1,1-1 0,0 1 0,0-1 0,0 0 0,1 0 0,-1-1 0,1 0 0,0 1 0,0-1 0,0-1 0,1 1 0,-1-1 0,0 0 0,1 0 0,0-1 0,-1 1 0,1-1 0,10 0 0,4 0-2,1 0 1,0-1-1,-1-2 0,0 0 1,28-6-1,-25 2-2,1 0 0,-1-1 0,0-1 0,-1-2 0,0 0 0,-1-1 1,0-1-1,0-1 0,-1-1 0,35-32 0,-49 40-2,0 0 0,-1-1 0,0 0-1,0 0 1,-1 0 0,1-1 0,-2 1 0,1-1 0,-1 0 0,0 0 0,-1 0 0,1-1 0,-2 1 0,1-1 0,-1 1 0,-1-1 0,1 1 0,-2-1-1,1 1 1,-1-1 0,0 1 0,-1-1 0,-4-13 0,2 11-20,0-1 0,-1 2 0,0-1 0,-1 0 0,0 1 0,-1 0 1,0 1-1,0-1 0,-1 1 0,-1 1 0,1-1 0,-1 2 0,-1-1 0,1 1 0,-1 0 0,-15-7 0,15 9-158,-1 1 0,0 0 1,1 0-1,-1 1 0,0 0 0,-1 1 0,1 0 1,0 1-1,-1 0 0,1 1 0,-1 0 0,1 1 1,-1 0-1,1 1 0,0 0 0,0 1 0,0 0 0,0 1 1,0 0-1,1 0 0,0 2 0,0-1 0,0 1 1,0 0-1,-15 14 0,-29 33-2999,24-14-1949,15-6-1624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9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18 8465,'-32'0'2169,"31"0"-2033,1 0-1,-1 0 1,0 0 0,0 0 0,1 0 0,-1-1 0,0 1 0,0 0 0,1 0 0,-1-1 0,0 1-1,1 0 1,-1 0 0,1-1 0,-1 1 0,0-1 0,1 1 0,-1-1 0,1 1 0,-1-1 0,1 1-1,-1-1 1,1 1 0,-1-1 0,1 0 0,-1 0 0,1 0-46,0 1 0,0 0 0,0-1 1,-1 1-1,1-1 0,0 1 0,0 0 0,-1-1 0,1 1 1,0 0-1,-1-1 0,1 1 0,0 0 0,-1 0 0,1-1 1,-1 1-1,1 0 0,0 0 0,-1 0 0,1-1 0,-1 1 1,1 0-1,-1 0 0,1 0 0,0 0 0,-1 0 0,1 0 1,-1 0-1,1 0 0,-1 0 0,0 0 0,-15 2 639,0 1 1,-1 1-1,1 0 0,0 1 0,-16 8 0,26-10-667,0 0 0,0 1 0,1-1 0,-1 2-1,1-1 1,0 0 0,0 1 0,0 0 0,1 0-1,-1 1 1,1-1 0,1 1 0,-1 0-1,1 0 1,-4 10 0,-6 18 39,1 0 0,-8 43 0,17-61-95,1-1 1,0 1 0,1 0-1,1 0 1,1-1 0,3 23-1,-3-35-8,0 0 0,0 0 0,1 1 0,-1-1 0,1-1 0,0 1 0,0 0 0,0 0 0,0-1 0,0 1 0,1-1 0,-1 0 0,1 1 0,0-1 0,-1 0 0,1-1 0,0 1 0,0 0 0,0-1 0,1 0 0,-1 0 0,0 0 0,6 1 0,1 0-6,-1 0 1,1-1-1,-1 0 0,1-1 1,0 0-1,-1-1 0,14-2 0,-10 1 7,1-1 0,-1-1 0,0 0 0,0 0 0,-1-2 0,0 1 0,1-1-1,-2-1 1,1-1 0,-1 1 0,0-2 0,12-12 0,-19 18 3,-2 0 1,1 0-1,0-1 1,-1 1 0,1-1-1,-1 0 1,0 0-1,0 0 1,-1 0-1,1 0 1,-1 0-1,0 0 1,0 0 0,0-1-1,0-7 1,-1 4 2,-1 0 0,0 0 1,0 0-1,0 1 0,-1-1 0,0 0 1,-1 1-1,-4-10 0,1 4-150,-1 0-1,0 0 0,-1 0 0,-1 1 0,0 1 0,-1-1 0,0 1 1,-21-17-1,24 24-244,0 0 1,0 0 0,-1 1-1,0 0 1,0 0 0,0 1 0,0 0-1,0 0 1,0 1 0,0 0-1,-1 1 1,1 0 0,0 0-1,0 0 1,-1 1 0,1 1 0,0-1-1,-13 5 1,-16 6-3963,1 2-2468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29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70 132 6641,'0'0'3444,"0"-4"-1948,3-4-617,2-6 515,-4 5 5917,-3 8-7130,0 0-1,0-1 1,0 1-1,0 0 1,-1 0-1,1 0 1,0 0 0,-1 0-1,1 1 1,0-1-1,-1 1 1,-3-1-1,0 9 25,1-1 0,0 1 0,1 0 0,-1 0-1,2 0 1,-1 1 0,1-1 0,0 1 0,1 0 0,0-1 0,1 1 0,-1 0-1,2 1 1,-1 10 0,1-15-168,1 1-1,0-1 1,-1 0-1,2 1 1,-1-1-1,0 0 1,1 0-1,0 0 1,0 0-1,1 0 1,3 5-1,-4-8-49,1 1 0,-1-1 0,1 0 0,-1 0 1,1 0-1,0 0 0,0 0 0,0 0 0,0-1 0,0 0 0,0 1 0,1-1 0,-1-1 0,0 1 0,1 0 0,-1-1 0,0 1 0,1-1 0,5-1 0,8 1-167,-1-2 0,1 0-1,-1-1 1,0-1-1,0 0 1,0-1 0,-1-1-1,0-1 1,20-11-1,-12 5-17,-2-1 0,0-1 0,0 0 0,-2-2 0,25-26 0,-41 40 126,0-1 0,-1 0-1,1 0 1,0 0 0,-1 0-1,0 0 1,0-1 0,-1 1 0,1-1-1,-1 1 1,0-1 0,0 0 0,0 1-1,-1-1 1,1 0 0,-1 0-1,-1 1 1,1-1 0,-2-7 0,2 9-97,-1 0 1,0 0 0,0 0-1,0 1 1,-1-1 0,1 1 0,-1-1-1,1 1 1,-1-1 0,0 1 0,0 0-1,0 0 1,0 0 0,0 0 0,0 0-1,-1 0 1,1 1 0,-1-1 0,1 1-1,-1-1 1,0 1 0,1 0-1,-1 0 1,0 0 0,0 1 0,1-1-1,-1 1 1,0-1 0,0 1 0,0 0-1,0 0 1,0 0 0,-3 1 0,-4 0-1185,-1 1 1,1 0-1,0 0 1,-17 7 0,11 0-5508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30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36 5216,'11'6'12493,"-23"3"-7225,5 2-7948,6-7 2694,0 1 0,0 0 0,1 0 1,-1 0-1,1 0 0,0 0 0,0 0 0,1 0 0,0 0 0,-1 0 0,2 0 0,-1-1 0,3 8 1,-1-5-52,0 0 1,0-1 0,1 1 0,0-1 0,0 0 0,0 0 0,1-1 0,7 8 0,-8-11 11,0 0 1,0 0-1,1 0 1,-1-1-1,1 1 1,-1-1-1,1 0 1,0-1-1,-1 1 1,1-1-1,0 0 1,5 0-1,-8 0 9,8-1-2,0 0 0,0-1 0,0 0 0,0-1 1,-1 1-1,1-2 0,-1 0 0,0 0 0,0 0 0,0-1 0,0 0 0,-1-1 0,0 0 0,0-1 0,-1 1 0,0-1 0,8-10 0,-13 15 22,0 0-1,0-1 0,0 1 0,-1-1 0,1 0 0,-1 1 0,0-1 0,0 0 0,2-5 1,2-41-28,-4 31-54,0 17 54,-1 0-1,0 0 1,0 0-1,0 0 0,0-1 1,0 1-1,0 0 1,0 0-1,-1 0 0,1 0 1,0 0-1,-1 0 1,1 0-1,0 0 0,-1 0 1,0 0-1,1 0 0,-1 0 1,-1-2-1,1 2-40,0 1-1,-1-1 0,1 0 1,-1 0-1,0 1 0,1-1 0,-1 1 1,1 0-1,-1-1 0,0 1 1,1 0-1,-1 0 0,0 0 1,-1 0-1,-2 1-634,0-1-1,0 1 1,1 1-1,-1-1 1,1 0 0,-1 1-1,1 0 1,-1 0 0,1 1-1,0-1 1,0 1 0,-5 4-1,-2 4-5175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3:31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6453,'9'26'8554,"9"4"-9126,-11-20 1274,-6-7-689,19-10 69,-11 3-15,0 0 0,-1-1 1,1 0-1,-1-1 0,0 0 0,-1 0 0,0-1 1,0 0-1,0 0 0,-1-1 0,1 1 0,5-12 0,-12 19-73,1-1-1,-1 0 0,0 0 0,1 0 0,-1 0 0,0 1 1,0-1-1,0 0 0,0 0 0,0 0 0,0 0 0,0 0 1,0 0-1,0 0 0,0 1 0,0-1 0,0 0 1,-1 0-1,1 0 0,0 0 0,0 0 0,-1 1 0,1-1 1,-1 0-1,0-1 0,-1 0-78,0 0 0,0-1 0,-1 1 0,1 0 0,0 1 0,-1-1 0,1 0 1,-4-1-1,0 0-384,0 0 1,0 1 0,0 0 0,-1 0-1,1 0 1,0 1 0,-10-2 0,-4 5-2945,-2 5-1608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4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2616,'1'1'299,"1"0"-1,-1 0 0,1-1 1,-1 1-1,0 0 0,1-1 1,0 1-1,-1-1 0,1 1 1,-1-1-1,1 0 0,-1 0 1,1 0-1,0 0 1,-1 0-1,1 0 0,0 0 1,2-1-1,10-4-608,-12 4 1698,-2-2-1225,1-2-554,0 4 491,-1-1 0,0 1 0,1 0 0,-1 0-1,0-1 1,1 1 0,-1 0 0,0-1 0,0 1 0,0 0 0,0-1-1,0 1 1,0 0 0,-1-1 0,1 1 0,0 0 0,-1-1 0,1 1-1,-1 0 1,1 0 0,-1 0 0,0-1 0,1 1 0,-1 0 0,0 0-1,0 0 1,0 0 0,0 0 0,0 0 0,0 1 0,0-1 0,0 0 0,0 0-1,0 1 1,0-1 0,-1 1 0,-2-2 3420,31 17-3200,0-6-202,-24-8 10,0 1-116,26 14 32,-26-14 125,14 23-83,-16-22-79,1 0-1,0-1 1,0 1 0,0-1 0,0 1 0,1-1-1,-1 0 1,1 0 0,5 4 0,0-3-3144,0-2-3376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03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0 4392,'8'6'1035,"-16"0"2467,-22 4-2534,29-9-898,0 0 0,-1 0 0,1 0 0,0 1 0,0-1 0,0 0 0,0 1-1,0-1 1,0 0 0,0 1 0,1-1 0,-1 1 0,0 0 0,1-1 0,-1 1 0,1-1 0,0 1 0,0 0 0,-1 1 0,6 14-6548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08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32 7325,'0'0'25272,"-9"-6"-33240,-28-10 3288,13 10-1902,-11 2-3801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1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5885,'26'-12'1356,"-21"9"6,-2-17 774,-1 16-974,-1 1-1,1-1 1,0 0-1,0 1 1,0-1-1,1 1 1,-1-1-1,6-4 1,11-10 394,-19 18-1579,2-2 1177,-1-1-980,0 1 0,0-1 0,0 1-1,1-1 1,-1 1 0,1-1 0,-1 1-1,1 0 1,0 0 0,2-3 0,-2 5-105,-1 0 1,1 0-1,0-1 1,-1 1-1,1-1 1,-1 1-1,1-1 1,0 1-1,-1-1 1,1 0-1,-1 0 1,3-1-1,-5 1 42,0 0 0,1 0 0,-1 0 0,0 0 0,0 0 0,0 0 0,0 0 1,0 1-1,0-1 0,0 0 0,0 1 0,0-1 0,0 1 0,0-1 0,0 1 0,-1-1 0,-1 1 0,1-1 941,2 0-1049,0 0-1,0 1 1,0-1 0,0 0-1,0 1 1,0-1-1,-1 0 1,1 1 0,0-1-1,0 0 1,-1 1-1,1-1 1,0 1 0,-1-1-1,1 0 1,0 1-1,-1-1 1,1 1 0,-1-1-1,1 1 1,-1-1 0,1 1-1,-2-1 1,2 1-2,0 0 0,-1 0 0,1 0 0,-1 0 0,1 0 0,0-1 0,-1 1 1,1 0-1,0 0 0,-1 0 0,1 1 0,0-1 0,-1 0 0,1 0 0,-1 0 0,1 0 0,0 0 1,-1 0-1,1 0 0,0 1 0,-1-1 0,1 0 0,0 0 0,0 0 0,-1 1 0,1-1 0,0 0 0,-1 0 1,1 1-1,0-1 0,0 0 0,0 1 0,-1-1 0,1 0 0,0 1 0,0-1 0,0 0 0,0 1 1,0 0-1,-3 5-4,2-3 2,-1 0 1,1-1-1,0 1 0,0 0 1,0 0-1,0 0 1,0 0-1,1 0 1,0 0-1,-1 0 0,1 0 1,0 0-1,0 0 1,1 0-1,-1 0 0,1 0 1,-1 0-1,1 0 1,2 4-1,-2-5 34,0-2-288,0 0 98,1 0 0,-1 0 1,0 1-1,1-1 1,-1 1-1,0-1 1,1 1-1,-1-1 1,0 1-1,0 0 1,0 0-1,0 0 1,0-1-1,0 1 0,0 0 1,0 0-1,0 0 1,0 0-1,0 1 1,-1-1-1,1 0 1,0 2-1,0-2-134,0 0-1,-1 0 0,0 0 1,1 0-1,-1 0 0,1 0 1,-1 0-1,0 1 0,0-1 1,0 0-1,0 0 0,0 0 1,0 0-1,0 1 0,0-1 1,0 0-1,0 0 1,-1 0-1,1 0 0,0 0 1,-1 0-1,1 0 0,-1 1 1,1-1-1,-2 1 0,-8 10-5692,-5 4-3480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0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573 208 7937,'1'-37'1555,"1"18"567,-1-1 0,-3-30 1,1 46-1789,1-1 1,-1 1-1,0 0 1,0 0-1,0-1 1,-1 1-1,1 0 1,-1 0-1,0 0 1,0 1-1,-1-1 1,1 0-1,-1 1 1,0 0-1,1-1 1,-2 1-1,-3-3 1,4 4-164,-1 1-1,1-1 1,-1 1-1,1 0 1,-1 0 0,1 1-1,-1-1 1,0 1-1,1-1 1,-1 1 0,0 0-1,0 1 1,1-1-1,-1 1 1,0-1-1,1 1 1,-1 0 0,-5 3-1,-1 0 116,-1 0 0,1 1 0,-1 0 0,-17 13 0,10-3 4,1 0 1,1 1-1,0 0 0,2 2 1,0 0-1,-14 22 0,-63 124 700,82-147-908,-21 45 86,3 0 0,2 2 0,3 1-1,3 1 1,3 0 0,-12 107-1,26-153-231,1 1-1,1-1 0,1 1 0,1-1 1,1 1-1,0-1 0,2 0 0,0 0 0,1-1 1,14 30-1,-13-36 0,0 0 0,1 0 0,1-1 0,0 0 1,1 0-1,0-1 0,1 0 0,0-1 0,0 0 0,1-1 0,1 0 1,-1-1-1,1-1 0,27 12 0,-7-7-116,1-1 0,0-2 1,1-2-1,0-1 0,0-1 0,0-2 0,1-2 1,-1-1-1,0-1 0,1-3 0,-1 0 0,0-3 0,-1 0 1,1-3-1,56-23 0,-78 27 150,0 0-1,0 0 1,-1-2-1,-1 0 1,1 0 0,-1-1-1,12-12 1,66-68-131,-72 69 167,0-1 0,-1-1 0,-1 0 0,23-48 0,-13 22 474,-14 29-281,-9 15 387,-5 22-42,-2 36-126,1-24-275,1 1-1,2-1 0,0 1 1,6 34-1,-4-56-130,1-1 1,0 1-1,0-1 0,1 0 0,0 1 0,0-1 0,1-1 0,0 1 0,1 0 0,-1-1 0,2 0 0,-1 0 0,1-1 1,0 1-1,0-1 0,0 0 0,1-1 0,0 0 0,10 6 0,-5-5-2,0 0 1,0-1-1,1-1 0,0 0 1,0-1-1,0 0 0,0-1 1,0-1-1,0 0 0,1 0 1,-1-1-1,26-4 0,-26 2-4,1 0 0,-1-2 1,0 1-1,1-1 0,-2-1 0,1-1 0,-1 1 0,1-2 0,-2 0 0,1 0 0,-1-1 0,17-16 0,-23 20-7,-1-1 0,0 1 0,0-1 0,0 0 0,-1-1 0,0 1 0,0 0-1,0-1 1,-1 0 0,0 0 0,0 1 0,0-1 0,-1 0 0,0-1 0,1-7 0,-2 6 2,-1 0 0,1 0 0,-1 1 0,-1-1 0,0 0 0,0 1 0,0-1 0,-1 1 0,0 0 0,-8-13 0,2 5-10,-2 0 0,1 1 0,-2 1 0,0 0 1,-1 1-1,0 0 0,0 1 0,-1 0 0,-1 1 0,-17-9 0,12 9-278,-1 0 1,0 1-1,-39-10 1,52 17-426,-1 1 0,0-1 1,0 2-1,0-1 0,-14 2 1,18-1-169,1 1 0,0 0 0,-1 0 0,1 0 0,0 1 1,0-1-1,0 1 0,0 0 0,0 0 0,0 0 0,1 1 1,-6 3-1,-3 6-8317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0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17 11669,'1'0'484,"1"0"-278,0 0 1,0 0 0,0-1 0,0 1 0,-1-1 0,1 1 0,0-1 0,0 0 0,0 0 0,2-1 0,0-8 8891,-20 13-7019,13-2-1981,0 1 1,0-1 0,0 1-1,0 0 1,0 0 0,1 0-1,-1 0 1,1 0 0,-1 1-1,1-1 1,0 1 0,0 0-1,0-1 1,0 1 0,0 0-1,1 0 1,-1 0 0,-1 6-1,-4 9 203,1-1 1,-5 22-1,6-21-177,1 1 0,1 0 1,1 1-1,1-1 0,0 1 0,2 19 1,0-34-135,-1 0 1,1 0-1,0 0 0,0 0 1,1 0-1,-1 0 1,1 0-1,0-1 1,0 1-1,1-1 0,0 1 1,-1-1-1,1 0 1,1 0-1,-1 0 0,0-1 1,1 1-1,0-1 1,0 1-1,0-1 1,0-1-1,1 1 0,-1 0 1,1-1-1,-1 0 1,1 0-1,0-1 1,9 3-1,-3-2-6,0 0 0,1-1 0,-1-1-1,0 0 1,1 0 0,-1-1 0,0 0 0,1-1 0,-1-1 0,0 0 0,0 0-1,0-1 1,-1 0 0,11-6 0,-14 6 41,0 0 0,-1 0 0,0-1 0,0 1 0,0-2 0,0 1 0,-1 0 0,0-1 0,0 0-1,0 0 1,-1-1 0,0 1 0,0-1 0,-1 0 0,0 0 0,0 0 0,0-1 0,-1 1 0,0 0 0,-1-1 0,2-11 0,3-19 574,-4 27-146,-5 26-435,1 11-1581,0 0-1,3 36 0,0 15-5249,-1-48 749,2 11-3737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1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93 9117,'7'-15'3323,"-13"19"2817,-10 14-1248,8-5-6651,-2 7 1967,-1-1 1,-18 24 0,18-26 13,11-15 82,8-8-157,3-4 159,0 0 0,0 1 0,1 1 0,1 0 0,-1 1 0,1 0 0,23-9 0,-30 14-173,0 1 1,0 0-1,0-1 1,0 2-1,1-1 0,-1 1 1,0 0-1,0 0 1,0 1-1,1-1 1,-1 2-1,0-1 0,0 1 1,0-1-1,0 2 1,-1-1-1,1 1 1,0-1-1,-1 2 0,9 6 1,-9-7-101,-1 1-1,0 0 1,-1 0 0,1 0 0,-1 1-1,0-1 1,0 1 0,0 0 0,0 0 0,-1 0-1,0 0 1,0 0 0,0 0 0,-1 1-1,0-1 1,0 1 0,0-1 0,-1 1-1,1-1 1,-1 1 0,-1-1 0,1 1-1,-1-1 1,-1 6 0,-4 15-172,-1-1 0,0-1 0,-21 43 1,18-43-293,0 8-237,12-25 450,9-15 110,9-15 62,-1-1 0,-1-1-1,20-35 1,0-1-15,147-196 196,-183 254-87,1 0-1,-1 0 1,1 0-1,0 0 1,0 0-1,0 1 1,0 0-1,1-1 1,-1 1-1,6-2 1,-8 4-33,0-1 1,0 1 0,0 0-1,0 0 1,0 0-1,0 0 1,0-1 0,0 2-1,0-1 1,0 0 0,0 0-1,0 0 1,0 0 0,0 0-1,0 1 1,-1-1 0,1 0-1,0 1 1,0-1 0,0 1-1,0-1 1,0 1 0,-1 0-1,1-1 1,0 1 0,0 0-1,-1-1 1,1 1-1,-1 0 1,1 0 0,-1-1-1,1 1 1,-1 0 0,1 0-1,-1 0 1,0 0 0,1 0-1,-1 0 1,0 0 0,0 0-1,0 0 1,1 0 0,-1 1-1,0 6 36,1-1 0,-1 1-1,-1 0 1,1 0 0,-1-1-1,-4 15 1,3-12-6,-48 181 153,40-141-1009,-16 100-3151,25-131 1982,0 1 0,2 0 0,2 22 0,4-15-3183,7 8-2796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1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 12105,'-1'1'276,"0"0"-1,0 1 0,-1-1 1,1 0-1,0 1 1,0-1-1,0 1 1,1-1-1,-1 1 1,0 0-1,1-1 0,-1 1 1,1 0-1,-1-1 1,1 1-1,0 0 1,0 0-1,0 1 1,6 35 2311,-4-32-2141,-1 1 0,1 0-1,-1-1 1,0 11 0,-10 89 2692,-28 126 0,1-7-4048,-1 13-5886,27-181 3439,5-16-2204,9-6-3262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1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39 197 10125,'-38'-11'7929,"63"8"-6561,20-9-312,-1 4-140,13-6-376,7-1-356,3-5-472,9 0-680,9-5-864,4-4-788,7 6-2197,8 6-3792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2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108 356 3616,'0'0'5329,"-2"-1"-4280,-57-24 4142,53 22-4087,-21-18 2251,15 15-2558,10 1 931,25-1 509,-14 4-2695,417-111 3351,-224 55-2466,-50 13-125,92-23-683,-240 67 210,1 1 0,-1-1 0,0 1-1,0 0 1,0 0 0,0 0 0,0 0-1,0 1 1,0-1 0,0 1 0,6 2 0,-10-3 117,0 2-152,0 0 1,-1 0-1,1-1 1,-1 1-1,1-1 1,-1 1-1,0 0 1,0-1-1,0 1 1,0-1-1,-2 3 0,3-4 59,-6 8-546,0-1 0,0 0 0,-1-1-1,0 0 1,0 0 0,-1 0 0,-8 5-1,-36 16-6653,12-6 757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2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26 6649,'0'0'10825,"3"-15"-8052,-2 5 1585,-7 19-2372,-10 27-166,-7 34-94,-72 240 359,88-270-3637,1-1-1,2 1 0,2 44 0,3-54-2473,1-1 1,9 45-1,3-25-6924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3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1 8033,'0'0'14472,"-4"1"-12918,0 0-1202,-1 2 1,0-1-1,1 0 0,-1 1 1,1 0-1,0 0 0,0 0 1,0 1-1,0-1 0,1 1 1,0 0-1,-1 0 1,-4 9-1,-4 7 820,-17 41 0,20-40-566,-17 41-143,-26 98 1,-5 72-781,44-172 195,-23 119-5978,18-58-4478,11-45-2190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4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1284 4740,'-1'-3'1436,"-1"1"-1155,1 0 0,-1 0 0,0 0 0,0 1 0,1-1 0,-1 0 0,0 1 0,-1-1 0,1 1 0,0-1 0,0 1 0,0 0 0,-1 0 1,-2-1-1,-41-5 2495,-7-2 960,73-4-2522,2 2-1011,0 1 0,1 1 0,0 1 0,0 1 0,39-6 0,-15 3-71,895-176 822,-373 81-765,213-55-89,186-37 322,2 28 238,592-45-79,-817 90-916,-724 120-174,-18 4-157,-9 0-1190,-127 18-2809,78-2-685,36-7-659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8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25 3132,'0'0'5273,"-2"-2"-4785,-2-1-1050,-5-6 3260,9 8-2645,0 1 0,0-1 0,0 1 0,0 0 0,0-1 0,0 1 0,0 0-1,1-1 1,-1 1 0,0 0 0,0-1 0,0 1 0,0 0 0,1-1 0,-1 1 0,0 0 0,0 0-1,1-1 1,-1 1 0,0 0 0,0 0 0,1-1 0,-1 1 0,0 0 0,1 0 0,-1 0 0,0 0 0,1-1-1,-1 1 1,0 0 0,1 0 0,-1 0 0,0 0 0,1 0 0,-1 0 0,0 0 0,1 0 0,0 0 0,7-1-46,0 0 0,0 1 0,0 0 0,1 1 0,-1-1 0,0 1 0,10 3 0,7 1 8,-21-4-5,1 1 1,-1-1-1,1 1 0,-1 0 1,0 1-1,0-1 1,1 1-1,-2 0 0,5 4 1,4 1-1,-7-4-3,-1 0 1,1 0 0,-1 0-1,0 0 1,0 1 0,0-1-1,-1 1 1,0 0-1,0 0 1,0 1 0,0-1-1,-1 1 1,3 7-1,1 10-5,-1 1-1,3 25 0,0-4-7,45 249-1,-48-269-134,-1 1 0,-1 0 0,-2 0 0,0 0 0,-1 0 0,-2-1 0,-1 1 0,-1 0 1,-1-1-1,-1 1 0,-1-2 0,-11 26 0,8-28-324,-1-2-1,0 1 1,-2-1 0,0-1 0,-1 0-1,-1-1 1,-26 24 0,-8 6-1738,1 3-431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29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14 3552,'-6'-14'816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11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248 138 5817,'-10'9'1030,"6"-9"331,5-20 1469,0 17 336,-22-29 3012,19 28-5879,1 1 0,-1-1 0,-1 0 0,1 1 0,0-1 0,-1 1 0,0 0 0,0 0 0,0 0 0,0 0 0,0 0 0,0 1 0,-1 0 0,1-1-1,-1 1 1,0 0 0,0 1 0,0-1 0,0 1 0,0 0 0,0 0 0,0 0 0,0 0 0,0 1 0,-6-1 0,2 2-156,-1 0 0,1 0 0,-1 1 0,1 0-1,0 0 1,0 1 0,0 0 0,0 0 0,0 1-1,1 0 1,-1 1 0,1 0 0,-7 6 0,13-11-128,1 1 0,-1-1 0,1 1 0,-1-1 0,1 1 0,-1-1 0,1 1 0,0 0 0,-1-1 0,1 1 0,0 0 0,0-1 0,-1 1 0,1 0 0,0-1 0,0 1 0,0 0 0,0-1 0,0 1 0,0 0 0,0-1 0,0 1 0,0 0 0,0-1 0,0 1 1,0 0-1,1-1 0,-1 1 0,0 0 0,0-1 0,1 1 0,-1 0 0,0-1 0,2 2 0,12 14 209,-8-13-160,-1 0 0,1 0 0,-1-1-1,1 0 1,0 0 0,0-1 0,0 1 0,9 0 0,55 0 289,-44-2-263,584-42 447,-436 22-531,4 1 68,488-38 58,-652 56-119,1 1 0,-1 0 0,0 1 0,1 1 0,15 3 0,-29-5-13,0 1-1,0-1 0,-1 0 1,1 0-1,0 1 1,0-1-1,0 0 0,0 1 1,0-1-1,-1 1 1,1-1-1,0 1 0,0 0 1,-1-1-1,1 1 0,-1 0 1,2 0-1,-4 9-63,-9 0-180,9-7-168,24-12-10563,1 1 4178,5-1-4466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11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70 145 11265,'-33'-59'3847,"4"0"4486,22 37-3090,9 17-2402,5 10-1603,-5 0-1238,0 0 0,0-1 0,0 1 0,0 0 0,-1 0 0,0 0 0,0 0 0,0 0 0,-1 0 0,1 0 0,-2 11 0,2-1 0,0 286 0,-4-215 0,3 113-5870,-2-172 2059,2 0 1,5 38-1,4-12-8670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12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161 211 13093,'-1'-2'75,"1"-3"372,-1 1 1,0-1-1,0 1 0,0 0 0,-1 0 1,1 0-1,-1 0 0,0 0 1,0 0-1,-1 0 0,1 0 0,-1 1 1,1-1-1,-1 1 0,0 0 1,-5-4-1,-4-3 1805,1 0 0,0-1 0,-10-15 0,20 26-2107,-1-2 2175,-1 3-2280,0 1 0,-1-1 0,1 1 1,0 0-1,0 0 0,0 1 0,0-1 0,0 0 0,0 1 1,1 0-1,-1 0 0,-2 4 0,2 1-40,0 0 0,0 1 0,1-1 0,0 1 0,0-1 0,1 1 0,0 0 0,1 0 0,0 8 0,-1 14 0,-3 30 0,2-1 0,4 1 0,12 84 0,-8-104 0,3-1 0,1 0 0,2-1 0,1-1 0,2 0 0,21 37 0,-27-60 0,1 0 0,1-1 0,0 0 0,1 0 0,1-1 0,0-1 0,0 0 0,2-1 0,-1-1 0,1 0 0,1-1 0,-1 0 0,2-1 0,-1-1 0,1-1 0,0 0 0,0-1 0,1-1 0,-1-1 0,1 0 0,0-2 0,20 1 0,-20-2 0,0 0 0,0-2 0,0 0 0,0 0 0,-1-2 0,1 0 0,-1-2 0,0 1 0,0-2 0,0 0 0,-1-1 0,-1-1 0,1 0 0,-1-2 0,-1 1 0,0-2 0,0 0 0,-1 0 0,-1-1 0,0-1 0,20-29 0,-20 20 0,0 0 0,-2-1 0,0 0 0,-2-1 0,-1 1 0,0-2 0,-2 1 0,2-30 0,-5 24 0,-1 0 0,-1 1 0,-2-1 0,-2 0 0,0 1 0,-16-54 0,13 60 0,-2 0 0,0 1 0,-2 0 0,0 1 0,-2 0 0,0 1 0,-2 0 0,-25-28 0,26 35 0,0 1 0,0 0 0,-1 1 0,-1 1 0,0 0 0,-1 1 0,0 1 0,0 1 0,-1 0 0,0 1 0,-34-8 0,36 12-552,0 0-1,-1 1 1,1 1 0,-1 0-1,0 2 1,1-1 0,-1 2 0,1 1-1,-1 0 1,1 0 0,-22 9-1,28-8-49,0 1-1,0 0 0,0 0 0,1 0 0,0 1 0,0 1 0,1 0 1,0 0-1,0 0 0,0 1 0,1 0 0,0 1 0,1-1 1,0 1-1,0 1 0,1-1 0,0 1 0,-4 11 0,4 2-11098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16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59 9493,'-19'-18'2954,"14"12"-1782,0 1 1,-1 0-1,1 1 1,-1-1-1,-6-3 1,9 7-886,1 0 1,-1 0-1,0 0 0,0 0 1,0 0-1,0 1 0,0-1 1,0 1-1,0 0 0,0 0 1,1 0-1,-1 0 0,0 0 1,0 1-1,0 0 1,-3 0-1,-1 2 41,0 0 0,1 0 0,0 0 0,0 1 0,0 0 1,0 1-1,0-1 0,1 1 0,0 0 0,0 0 0,0 0 0,1 1 0,-1 0 1,1 0-1,1 0 0,-6 11 0,-1 4 250,1 1-1,1 0 1,-9 42 0,9-24-543,2-1-1,2 1 1,2 0 0,1 0 0,2 0 0,2 0 0,1 0 0,3 0 0,1-1 0,1 0 0,30 72 0,-28-84-30,2 0 1,0-1-1,2-1 1,1 0-1,1-1 0,1 0 1,1-2-1,1 0 1,1-1-1,1-1 0,1-2 1,0 0-1,1-1 1,1-1-1,1-1 1,48 19-1,-61-29-5,1-1 0,-1 0 0,1-1 0,-1-1 0,1 0 0,0-1 0,0-1 0,0 0 0,-1 0 0,1-2 0,0 0 0,0 0 0,-1-1 0,20-8 0,-23 8 0,0-2 0,-1 0 0,0 0 0,0 0 0,0-1 0,-1 0 0,1-1 0,-2 0 0,1-1 0,-1 1 0,0-1 0,0 0 0,-1-1 0,0 0 0,-1 0 0,0 0 0,0-1 0,-1 1 0,5-20 0,-4 6 0,0-1 0,-2 1 0,-1-1 0,-1 0 0,-1 0 0,-2 0 0,0 0 0,-1 1 0,-1-1 0,-1 1 0,-2 0 0,0 0 0,-1 0 0,-14-26 0,1 8 0,-2 1 0,-1 2 0,-2 0 0,-1 2 0,-2 1 0,-52-49 0,40 48-260,-1 2-1,-2 2 1,-1 1 0,-1 3-1,-58-26 1,85 45-306,0 1 0,0 1 0,-1 1 0,0 1 0,0 0 0,-22-1-1,39 5 343,0 1 0,1 0-1,-1 0 1,1 0 0,-1 1-1,0-1 1,1 1 0,-1-1-1,1 1 1,-1 0 0,1 0-1,0 0 1,-1 0-1,1 0 1,0 1 0,0-1-1,-1 1 1,1-1 0,0 1-1,1 0 1,-1 0 0,0 0-1,0 0 1,1 0-1,0 0 1,-1 0 0,1 1-1,-1 2 1,0-1-453,0 1 1,1 0-1,-1 0 0,1 0 1,0 0-1,1 0 1,-1 0-1,1 0 0,0 0 1,0 0-1,1 0 0,1 8 1,16 31-8280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16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97 362 9273,'16'-8'747,"-13"6"-276,1 0 1,0 0-1,-1 0 0,1-1 1,-1 1-1,5-5 0,-10 4 11,0 1-1,1 0 1,0-1-1,-1 1 1,1-1-1,0 0 1,0 1-1,0-1 1,1 0 0,-1 1-1,1-1 1,-1 0-1,1 0 1,0 0-1,0-4 1,6-41 4438,-5 45-4924,-1 1 528,-47-12 1915,45 14-2427,0 0-1,0 0 1,0 1-1,0-1 1,0 1-1,0-1 1,0 1-1,0 0 1,0 0 0,0 0-1,0 0 1,0 0-1,0 0 1,1 0-1,-1 1 1,0-1-1,1 0 1,0 1-1,-1 0 1,1-1-1,0 1 1,-1 0-1,1 0 1,0 0-1,0-1 1,0 4-1,-4 6 19,0 1-1,1 0 1,-3 14-1,4-13-19,-2 6 9,0 1-1,1 0 1,2 0-1,0 0 1,1 39-1,1-51-10,1 0 0,0-1 0,1 1 0,-1 0 1,2-1-1,-1 1 0,1-1 0,0 0 0,0 0 0,1 0 0,0 0 0,0-1 0,0 1 0,1-1 0,0 0 1,1-1-1,6 7 0,-9-10-9,1 1 1,0-1 0,0-1-1,-1 1 1,1 0-1,0-1 1,0 0 0,1 0-1,-1 0 1,0 0 0,0-1-1,0 1 1,1-1-1,7-1 1,0 0-6,0-1 1,0-1-1,20-6 0,-7 0 9,0-1 0,-1-1-1,0-1 1,-1-1 0,-1-2-1,24-18 1,-15 7-1,0-2 0,-2-1 0,30-40 0,-7 5-77,-49 61 65,17 18-11,-18-10 30,0 1-1,-1-1 1,0 1 0,0-1 0,1 11 0,2 19 36,4 1-4,22 64 0,-24-84-30,1 0 1,0 0-1,2-1 0,-1 0 1,2-1-1,15 19 0,-20-28-103,1 0-1,-1 0 0,1-1 1,0 0-1,1 0 1,-1 0-1,1-1 1,-1 1-1,1-2 1,0 1-1,0-1 1,1 0-1,-1 0 1,0-1-1,1 0 1,-1-1-1,0 1 1,10-2-1,-1 0-169,-1-1 1,1 0-1,-1-1 1,0-1-1,0-1 1,0 0-1,25-12 1,-25 7 152,1 1 1,-2-2-1,1 0 1,-1-1-1,-1 0 1,0-1-1,-1-1 1,-1 0-1,0 0 1,0-1-1,-2-1 1,11-20-1,-3-1 43,-1-2-1,-2 0 0,-1 0 0,9-53 1,28-95 1355,-49 184-1188,-1 0-1,1 0 1,0 0 0,-1 0-1,0 0 1,0 0-1,0 0 1,0 0 0,-1 0-1,0-5 1,1 8-83,0 0 1,0 0-1,-1-1 0,1 1 0,0 0 1,0 0-1,0 0 0,0-1 1,0 1-1,-1 0 0,1 0 0,0 0 1,0-1-1,0 1 0,0 0 0,-1 0 1,1 0-1,0 0 0,0 0 1,-1 0-1,1-1 0,0 1 0,0 0 1,0 0-1,-1 0 0,1 0 0,0 0 1,0 0-1,-1 0 0,1 0 1,0 0-1,0 0 0,-1 0 0,1 0 1,0 0-1,0 0 0,-1 0 0,1 1 1,-15 14 661,10-6-551,0 1 0,1-1 1,0 1-1,1-1 0,0 1 0,-3 12 0,-7 68 291,9-56-353,2-1-876,1 0 1,1 0-1,5 33 0,18 84-11428,-13-102 1357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16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0 303 11757,'0'0'4741,"26"-5"-2425,21-10-432,1 4-416,15-6-280,13 0-204,17-6-292,15-3-792,6 0-332,-3-2-408,6-1-444,1 1-916,-10-1-284,-7 3-2769,-8 3-4200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17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28 9069,'2'-2'5136,"-6"18"-1794,-11 35 74,10-34-2348,-6 28 726,1 0 0,-4 68 0,5 93-822,5-60-2575,2 26-2486,10-63-1406,-8-104 4235,3-7-450,4-6 1530,0 0 0,0 0 0,-1-1 0,0 0 0,0 0 0,-1 0 0,0 0 0,-1-1 1,6-17-1,1-13 207,8-48 1,-10 44 72,-2 11 49,2-14 489,2-1 0,32-82 0,-38 119-469,-1 0-1,2 0 0,-1 1 0,2 0 1,-1 0-1,1 1 0,1-1 0,0 2 1,0-1-1,0 1 0,1 0 0,1 1 1,-1 0-1,1 0 0,0 1 0,22-9 1,-28 13-72,1 1 0,0 0 0,0 0-1,0 0 1,0 1 0,0 0 0,-1 0 0,9 0 0,-12 0-80,0 0-1,0 1 0,0-1 0,1 0 0,-1 0 1,0 0-1,0 1 0,0-1 0,0 1 0,0-1 1,1 1-1,-1-1 0,0 1 0,0-1 0,0 1 1,-1 0-1,1 0 0,0-1 0,0 1 0,0 0 1,0 0-1,-1 0 0,1 0 0,-1 0 0,1 0 1,0 0-1,-1 0 0,0 0 0,1 1 1,-1-1-1,0 0 0,1 0 0,-1 0 0,0 0 1,0 3-1,-2 2 13,0 0 0,0-1 0,-1 1 0,1 0 0,-1-1 0,-1 1 0,1-1 0,-7 7 1,7-8-24,-18 20 83,0-2 0,-1-1 1,-1 0-1,-1-2 0,-1-1 1,-38 21-1,62-38 37,17 4 90,-9-4-200,1 0 0,-1-1 0,0 0 0,1-1 1,-1 0-1,0 0 0,9-2 0,56-20 92,-27 8-66,248-79-68,-281 91 11,23-7-158,38-17 0,-25 5 119,-38 16 44,0 1-1,0 0 1,0 1 0,1 0-1,-1 1 1,1 0 0,0 0-1,0 1 1,0 1 0,16-1-1,-9 4 33,-1 1 0,-1 1 1,1 0-1,16 8 0,-16-7-8,0 1 0,0-2 0,18 3 0,-28-7-9,0 1 0,0-1-1,0 0 1,0-1-1,0 0 1,0 0 0,0-1-1,0 1 1,-1-1 0,1-1-1,9-4 1,-1-1 125,-1-1 1,0-1-1,0-1 1,-1 0-1,0 0 1,-1-1-1,16-20 1,68-103 3192,-92 129-3079,8-17 663,-11 18-694,1 1 0,1 0 0,-1-1 1,1 1-1,0 0 0,4-5 0,2 30 532,-4 0-608,0-1 1,-1 1-1,-1 0 1,0 23 0,-3-30-399,1 0 1,0 1 0,1-1-1,1 0 1,0 0 0,0 0-1,2 0 1,0-1 0,0 1-1,14 21 1,-9-20-646,1-2-1,1 1 1,0-2-1,1 1 1,0-2 0,1 0-1,19 12 1,30 12-9360,-45-26 5042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17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76 298 9833,'-69'-17'5464,"65"3"-3927,1-3-261,32 5-312,15-11-208,-3 6-216,13 3-60,7-9-376,5-3-604,14-2-748,15-12-1060,13 2-2673,22 10-3952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02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95 5124,'10'-11'1481,"-1"-1"-1,-1 0 0,0 0 0,0 0 1,8-21-1,-15 31 1352,-5 22-1037,-10 17-1030,-1 0-1,-38 67 1,11-27-280,-5 18-166,-49 94-501,-71 206 0,56-52-4114,53-115-3100,43-136 705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03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0 509 3204,'1'1'172,"1"-1"-1,-1 0 0,0 0 0,1 0 1,-1 0-1,0 0 0,0 0 1,1-1-1,-1 1 0,0 0 1,0-1-1,1 1 0,-1 0 0,0-1 1,0 0-1,0 1 0,0-1 1,2-1-1,33-21 766,-19 12-361,4 1-182,0 0-1,1 1 1,0 1-1,30-7 1,97-12 551,-114 21-766,616-67 1669,7 38-1122,-576 32-642,410-19 253,1083-51 237,-4-29-281,-1351 85-312,338-31 149,-491 38-260,-64 10-92,-6 1-1202,-24 10 295,20-7 749,-1-1 0,1 0 0,-1 0 1,-10 2-1,15-4-69,0-1 1,0 0-1,0 0 1,0 0-1,0 0 1,0 0-1,0-1 1,0 1-1,-6-3 1,-4-1-2316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03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534 87 5364,'-3'-12'1746,"0"-1"-1,1 1 0,0-13 0,2 21-294,1 1-128,9-15 535,-10 18-1806,0 0 0,1 1 1,-1-1-1,0 0 0,0 0 0,1 0 1,-1 0-1,0 0 0,0 1 0,0-1 0,1 0 1,-1 0-1,0 0 0,0 0 0,0 1 0,1-1 1,-1 0-1,0 0 0,0 1 0,0-1 0,0 0 1,0 0-1,0 1 0,0-1 0,0 0 0,1 0 1,-1 1-1,0-1 0,0 0 0,0 0 1,0 1-1,0-1 0,0 0 0,-1 0 0,1 1 1,0-1-1,1 46 1450,-2-44-1590,-2 34 420,-2 0 0,-2 0 1,-18 55-1,8-31-121,-143 520-27,18-71-3351,83-298 1161,-23 86-4561,43-139-756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04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9 376 4548,'-9'8'994,"13"-1"-48,28 2 742,1-1-523,4 3-567,1-2 0,0-2-1,0-2 1,41 1 0,-35-2-338,684 9 1857,194-62-1220,0-40-124,-715 68-546,726-85 477,77-7-152,3 37-122,-950 73-405,51-2-6,144 10-1,-244-3-35,59 7-37,-66-8 6,-1 1-1,1 0 1,-1 0-1,1 0 0,-1 1 1,0 0-1,0 0 1,9 7-1,-14-9-24,0 0 0,0 0 0,1 0 0,-1 0 0,0 0 0,0 0 0,0 0 0,0 0 0,0 0 0,0 1 0,0-1 0,-1 0 0,1 1 0,0-1 0,-1 0 0,1 1 0,-1-1 0,1 1 0,-1-1 0,0 1 0,1-1 0,-1 1 0,0-1 0,0 1 0,0 0 0,-1-1 0,1 1 0,0-1 0,0 1 0,-1-1 0,1 1 0,-1-1 0,1 1 0,-1-1 0,0 0 0,-1 2 0,-3-1-1044,-2-2 359,-28-6-988,33 6 1361,0-1 0,1 0 0,-1 1 0,0-1 0,1 0 0,-1 0 0,0 0 0,1 0 0,-1 0 0,-2-3 0,-5-11-3918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04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20 5821,'26'-20'2076,"-7"20"-88,0 0 1064,3 3-1736,0 3-176,-12 14-91,-1 0-309,-9 17-96,-3 26-140,-7-3-108,-9 8-228,-6 15-652,-7 9-584,-12 8-653,-4 5-2827,-6 4-3541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31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1 247 5304,'48'-25'3015,"-47"23"-2700,0 0 1,1 0 0,-1 0-1,0 0 1,0-1 0,0 1-1,-1 0 1,1-1 0,0-2-1,0 3 298,16-52 4067,-9 20-2052,-8 31-2480,1 0 0,-1-1 0,1 1 0,0 0 0,0 0 0,0 0 0,0 0 0,1 0-1,-1 0 1,1 0 0,3-4 0,-4 5 1566,-3 3-1659,-8 4-88,9-5 40,1 0 0,0 1 1,-1-1-1,1 0 0,0 1 0,-1-1 1,1 0-1,0 1 0,-1-1 0,1 0 0,-1 0 1,1 0-1,0 1 0,-1-1 0,1 0 1,-1 0-1,1 0 0,-1 0 0,1 0 1,-1 0-1,1 0 0,-1 0 0,1 0 1,-1 0-1,1 0 0,0 0 0,-1 0 0,1 0 1,-1 0-1,1-1 0,-1 1 0,1 0 1,0 0-1,-1-1 0,1 1 0,-1 0 1,1 0-1,0-1 0,-1 1 0,1 0 1,0-1-1,-1 1 0,1 0 0,0-1 0,0 1 1,-1-1-1,1 1 0,0 0 0,0-1 1,0 1-1,0-1 0,-1 1 0,1-1 1,0 1-1,0-1 0,0 1 0,0-1 0,0 1 1,0-1-1,0 0 0,-11-40 5,10 39-37,-9-8 350,3 3-1503,3 10-2955,4-1 3819,0 0 0,-1 0 0,1 0 1,0 0-1,1 0 0,-1 0 0,0 0 1,0 0-1,1 0 0,-1 0 0,1 0 1,0 0-1,0 0 0,0 0 0,-1 0 1,2-1-1,-1 1 0,0 0 0,0-1 1,0 1-1,1-1 0,-1 1 0,1-1 1,1 2-1,40 22-7207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0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80 193 2792,'0'0'3533,"-19"-8"-2417,10 4 3122,3 3-5449,5 1 1585,0-1-1,0 1 1,-1 0-1,1 0 1,0-1-1,0 1 1,0-1-1,-1 1 1,1-1 0,0 1-1,0-1 1,0 0-1,0 0 1,0 1-1,0-1 1,0 0-1,0 0 1,1 0-1,-1 0 1,0 0-1,0 0 1,1 0 0,-1-1-1,1 1 1,-1 0-1,1 0 1,-1-2-1,0 0-250,1 1 1,-1-1-1,0 1 0,0-1 0,0 1 0,0 0 0,0 0 0,0-1 1,-1 1-1,1 0 0,-1 0 0,1 0 0,-4-3 0,5 0-108,0 3-13,0 0 0,-1 0 0,1 0 0,1 1 0,-1-1-1,0 0 1,0 0 0,1 0 0,-1 0 0,1 0 0,0 1-1,-1-1 1,2-2 0,50-27-21,-49 29 12,-2 3 7,0-1 0,0 0 1,-1 0-1,1 0 0,0 0 0,0 0 0,0 0 1,0 0-1,0 0 0,-1-1 0,1 1 0,0 0 0,0 0 1,0-1-1,0 1 0,-1 0 0,1-1 0,0 1 1,0-1-1,-1 1 0,1-1 0,0 1 0,-1-1 1,1 0-1,-1 1 0,1-1 0,-1 0 0,1 1 0,-1-1 1,1-1-1,-4-24 19,3 25-20,-1-1-4,3-2-1879,7-2 3936,0 1-5815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1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383 169 4584,'0'0'2198,"1"-3"-1305,13-20 3092,-35 0-1340,0-1-1412,19 23 81,2-3-690,0 1-561,1 0 90,-1-1 0,0 0 0,0 1 0,0-1-1,0 0 1,-1 1 0,1-1 0,-1 1 0,0-1 0,0 1 0,0-1 0,-1 1 0,1 0 0,-1-1-1,0 1 1,0 0 0,0 0 0,0 0 0,0 1 0,-4-4 0,4 4-98,1 1-1,-1-1 1,0 1 0,0 0-1,0-1 1,0 1 0,-1 0-1,1 1 1,0-1 0,0 0-1,-1 1 1,1-1 0,0 1-1,-1-1 1,1 1 0,0 0-1,-1 0 1,1 0 0,0 1-1,-1-1 1,1 1 0,0-1-1,-1 1 1,1-1 0,-4 3-1,1 0 7,0 1 0,0-1-1,1 1 1,-1 0-1,1 0 1,0 1 0,0-1-1,-6 10 1,-33 53 459,4 2 0,-54 127 0,84-173-482,0 0 0,2 1 0,1-1 0,1 1 0,0 1 0,2-1 0,1 0 0,1 1 0,5 48 0,-3-65-50,1 0 1,1 0-1,-1 0 1,1 0-1,1-1 1,-1 1-1,1-1 0,1 0 1,-1 0-1,1-1 1,1 1-1,-1-1 1,1 0-1,0-1 1,0 1-1,0-1 0,1 0 1,0-1-1,0 1 1,0-1-1,1-1 1,12 5-1,-1-1-14,1-1 1,-1-1-1,1-1 0,0-1 1,0 0-1,1-2 1,-1 0-1,22-2 0,7-3-13,0-3 1,0-1-1,-1-2 0,62-23 1,-80 22 57,-2-1-1,0-2 1,0 0 0,-1-2 0,-1-1 0,-1-1 0,45-42 0,-44 36 600,-21 22 386,-15 14-331,5-6-549,1-1-1,1 1 1,-1-1 0,1 1 0,0 0-1,0 1 1,1-1 0,-1 0 0,1 1-1,1-1 1,-1 1 0,1 0 0,1-1-1,-1 1 1,1 0 0,0 0 0,0-1-1,1 1 1,0 0 0,0-1 0,1 1-1,4 11 1,-3-9-71,1 0 0,0 0 0,0-1 0,0 1 0,1-1 0,1-1 0,-1 1 0,1-1 0,1 0 0,-1 0-1,1 0 1,1-1 0,-1 0 0,1-1 0,13 8 0,-6-6-45,0-2-1,1 0 1,-1-1-1,1 0 1,0-2 0,0 0-1,0 0 1,0-1-1,0-1 1,0-1 0,0-1-1,0 0 1,0 0-1,0-2 1,0 0 0,-1-1-1,23-10 1,-31 11-59,-1 0 0,0 0 0,0 0 0,-1-1 0,1 0 0,-1 0 0,0 0 0,0-1 0,-1 1 0,0-1 0,0 0 0,0-1 1,-1 1-1,6-14 0,-6 10 1,0 0 1,-1 0-1,-1-1 1,1 1 0,-1-1-1,-1 1 1,0-1 0,-1 1-1,-2-19 1,0 16-100,0-1 1,0 1-1,-1 0 0,-1 0 1,-1 0-1,1 1 1,-2 0-1,0 0 1,0 0-1,-1 1 0,0 0 1,-1 1-1,-1 0 1,1 0-1,-1 1 1,-13-9-1,14 12-261,-1 0 1,-1 0-1,1 1 0,-1 1 0,1 0 1,-17-4-1,23 7-81,-1 1 1,1-1 0,-1 1-1,0 0 1,1 0-1,-1 0 1,-7 2-1,8-1-407,0 1 0,0-1 0,1 1 0,-1-1 0,0 1 0,1 0 0,-1 1 0,1-1 0,-5 5 0,-3 4-6933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1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78 6945,'-4'-38'4920,"1"-1"7041,-12 63-10423,11-6-1326,1 0 0,1 0 1,1 0-1,0 0 0,1 0 0,5 30 1,-3-40-200,0-1-1,1 0 1,0 0 0,1 0 0,-1-1-1,2 1 1,-1-1 0,0 0 0,1 0-1,0 0 1,1-1 0,-1 0 0,1 0 0,0 0-1,0-1 1,1 1 0,-1-1 0,1-1-1,8 4 1,-6-4-37,1 0-1,-1 0 1,1-1-1,-1 0 1,1-1-1,0 0 1,0-1-1,-1 0 1,1 0-1,0-1 1,0 0-1,-1-1 1,1 0-1,15-6 1,-12 3 52,0 0-1,-1-1 1,0 0-1,0-1 1,0-1-1,-1 0 1,0 0-1,0-1 1,11-13-1,-18 17 116,0 0 0,0 0 0,-1-1 0,0 1 0,4-9 0,-5 10-36,-1 0 786,-3 7-952,0-1-57,1 0 1,-1 1-1,1-1 1,0 1-1,0-1 1,0 1-1,0-1 0,0 1 1,0 0-1,1 0 1,-1-1-1,1 1 1,0 0-1,-1 0 1,1 0-1,1 5 0,-2 25-1501,-1-14-4,1-1 1,2 29 0,10 40-9053,-7-66 3961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2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166 218 5180,'-38'-20'9871,"35"40"-8805,2-16-967,0-1 0,0 1 0,0-1 1,-1 1-1,1-1 0,-1 0 0,0 1 0,1-1 1,-2 0-1,1 0 0,0 0 0,-1-1 1,1 1-1,-1 0 0,0-1 0,0 0 0,-5 4 1,-4 1 350,0-1 0,-1 0 1,-17 5-1,23-8-91,4-3 839,2-2-1124,0 0 0,0 0 0,0-1 0,0 1 0,1-1 0,-1 1 1,1-1-1,0 1 0,-1-1 0,1-3 0,2 4-43,-1 0 1,0 0-1,1 0 1,-1 0-1,1 1 0,-1-1 1,1 1-1,0-1 1,0 1-1,0 0 0,0-1 1,0 1-1,0 0 1,0 0-1,0 0 0,0 1 1,0-1-1,1 1 1,-1-1-1,0 1 0,3-1 1,1 1 8,-1-1 1,1 1 0,0 0-1,-1 0 1,1 0 0,-1 1-1,1 0 1,6 2 0,-3 0-20,-1 1 1,1 0-1,-1 1 1,-1 0-1,1 0 1,-1 0-1,0 1 1,0 0-1,0 0 1,-1 1-1,0 0 1,0 0-1,-1 1 1,7 10-1,-1 4-35,0 1 0,-2 0 0,14 48 0,-18-40-111,-5-29 126,0 1 1,0-1-1,1 1 1,-1-1-1,1 1 1,-1-1-1,1 1 1,0-1-1,0 0 1,0 1-1,0-1 1,1 0-1,2 4 1,-2-4-6,11-22-83,54-90 203,49-67-43,41-56 1161,-156 232-1184,0-1-1,1 1 1,-1-1 0,0 1-1,1-1 1,-1 1 0,1 0-1,-1 0 1,1 0 0,0-1-1,-1 2 1,1-1 0,0 0-1,0 0 1,0 1 0,0-1-1,0 1 1,0-1 0,3 1-1,-4 0-24,1 0 0,-1 0 0,0 0 1,0 1-1,0-1 0,0 0 0,1 1 0,-1-1 0,0 1 0,0-1 0,0 1 0,0 0 0,0-1 1,0 1-1,0 0 0,-1 0 0,1 0 0,0 0 0,0 0 0,-1 0 0,1 0 0,0 0 0,-1 0 1,1 0-1,-1 0 0,1 0 0,-1 0 0,0 0 0,1 3 0,7 41 203,-3 0 0,-1 0 0,-3 48 1,-2-43-957,3 0 1,12 75-1,-6-90-869,2-1 1,23 57-1,-24-70-1321,2 0-1,22 33 0,-4-16-5654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2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10861,'-42'63'2424,"36"-49"-228,-7 6 1,-3 0-49,10 11-296,3 1-336,3 2-292,6 20-240,4-17-228,-1 1-544,10 2-700,3-3-252,1-9-440,-4 1-600,6-3-444,-18-12-372,8 0-2545,-2 1-4096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2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41 115 9701,'-41'-9'4816,"60"12"-2947,0 0-309,-6-12-360,22-2-284,9 2-104,10 6-300,10-5-296,12-1-572,3-5-852,13 0-896,13-1-3233,13-5-4276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3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 21 5028,'0'1'115,"0"-1"-1,0 1 1,1 0-1,-1-1 1,0 1-1,0-1 1,0 1-1,1 0 1,-1-1-1,0 1 1,1-1-1,-1 1 1,1-1-1,-1 1 0,0-1 1,1 0-1,-1 1 1,1-1-1,-1 1 1,1-1-1,0 1 1,9-7 2949,-1-1-2252,-7 5 1588,-1 1-2193,0-1 0,0 1 1,0-1-1,1 1 0,-1 0 1,1 0-1,-1 0 0,1 0 1,-1 0-1,8-4 7425,-25 22-7473,1 1 0,0 0 0,-13 22 0,-29 37 118,-40 37-109,-28 31-95,64-77 110,-93 135 0,152-200-127,-1 1 0,1-1 1,0 1-1,1 0 0,-1-1 0,0 1 1,1 0-1,0 0 0,0 0 1,0 1-1,1-1 0,-1 0 0,1 0 1,0 6-1,1-7-14,0 1 1,0-1-1,0 0 0,0 0 1,0 0-1,1 0 0,-1-1 1,1 1-1,-1 0 0,1 0 1,0-1-1,0 0 0,1 1 1,3 3-1,4 1 32,0-1 1,0-1-1,0 1 1,0-1-1,1-1 0,0 0 1,-1-1-1,19 4 0,72 10 465,160 6-1,-163-17-289,64 1 72,40 3 438,-136-15-48,-58-29-2201,3 3-4177,-5 2-4107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4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25 184 6885,'1'-1'643,"-1"-1"0,0 0 0,0 1 0,1-1 0,-1 0 0,-1 1 0,1-1 0,0 0 0,0 1 0,-1-1 0,1 0 0,0 1 0,-1-1 0,0 1 0,1-1 0,-1 1 0,0-1 0,-1-1 0,-9-6-69,11 8-370,-1 0-1,0 0 0,0 0 0,1 0 0,-1 0 0,0 0 0,1 0 0,-1-1 0,1 1 0,0 0 0,-1 0 0,1 0 0,0-1 0,0 1 0,-1 0 0,1 0 0,0-1 0,0 1 0,0 0 0,1-3 0,5-22 1885,-4 21-1989,0 1 0,1 0 1,-1 0-1,1 1 0,0-1 1,0 1-1,1-1 1,-1 1-1,1 0 0,-1 0 1,1 0-1,0 1 0,0 0 1,0-1-1,1 1 0,5-2 1,5-1-99,1-1 1,0 2-1,23-4 1,9 3-1852,-1 1 1,1 2 0,0 3 0,48 6-1,-74-4-2146,37 11-1,-18 0-3502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4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3 155 8865,'-3'-31'2488,"9"45"-172,4-2 1957,9-18-2137,3 0-212,4-2-300,24-12-316,-2 8-276,12 1-280,4-6-184,9-1-479,6 7-798,1 0-267,-4-4-824,3 7-840,-9 2-3649,-10 6-5688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5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383 64 3796,'-14'-15'16657,"14"15"-15739,0-1 0,0 0 0,0 0 0,0 1-1,0-1 1,0 0 0,0-1 0,2-7 2658,0 3-7886,-2 3 5763,-1 1-1199,-15-17 206,14 17-141,-2 3-193,-16 3-30,-1 2-1,1 0 1,0 1-1,0 1 1,1 1 0,0 1-1,-25 16 1,26-12-23,0 1 0,0 1 0,1 0 0,1 1 0,1 1 0,-24 37 0,35-49-59,1 0 1,0 0 0,0 0-1,0 0 1,1 0-1,0 1 1,1-1-1,-1 1 1,1-1 0,0 1-1,1 0 1,-1 0-1,2-1 1,-1 1-1,1 0 1,-1-1-1,2 1 1,-1 0 0,1-1-1,0 0 1,0 1-1,1-1 1,0 0-1,0 0 1,1 0 0,-1-1-1,1 1 1,6 6-1,4 3 28,0-1 0,1-1 0,1 0 0,33 20 0,77 35-62,-57-32 18,-50-26-2,-1 1 0,0 0 1,0 2-1,-1 0 0,0 1 1,-2 1-1,1 0 0,-2 1 1,17 23-1,-30-35 5,1-1 1,-1 0 0,0 1-1,0 0 1,0-1-1,-1 1 1,1-1-1,-1 1 1,0 0-1,0 0 1,0-1-1,0 1 1,0 0 0,-1-1-1,0 1 1,0-1-1,0 1 1,0-1-1,-1 1 1,1-1-1,-1 1 1,0-1-1,0 0 1,0 0 0,0 0-1,0 0 1,-4 2-1,-4 5-16,-2-1 0,1 0 0,-1-1 0,0-1 0,0 1 0,-1-2 0,0 0 0,-1-1 0,-27 8 0,3-4-768,-2-1-1,-48 2 1,73-9-104,-1-1-1,1 0 1,-19-4-1,-7 0-2357,35 4 2624,-13-3-2344,9-6-2730,0-5-4311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6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 13001,'15'2'705,"1"-1"0,-1-1 1,1 0-1,-1-1 0,1 0 0,-1-2 0,1 0 0,25-8 1,25-4 530,450-54 2216,-488 64-3394,22-2-29,-48 7-35,0 0-1,0 0 1,0 0 0,0 0 0,0 0 0,0 0 0,0 0 0,0 1 0,0-1 0,0 1 0,0 0-1,-1-1 1,1 1 0,0 0 0,0 0 0,-1 0 0,3 2 0,-5-1-17,0 1 0,-1-1 0,0 0 0,1 1 0,-1-1 1,0 0-1,0 0 0,0 0 0,0 0 0,0-1 0,-4 3 0,-9 5-174,0 0 0,-1-1 0,0-1 0,-1-1-1,-20 6 1,-39 15-3668,58-19 2115,1-5-233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6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26 6145,'1'-6'1383,"-3"7"-631,-3 7 8267,4-6-8045,1 0-753,-1 1 1,1-1-1,-1 1 1,1-1-1,0 0 0,0 1 1,0-1-1,0 1 1,0-1-1,0 1 0,1-1 1,1 5-1,-1-5-125,0-1 0,0 1 0,0-1 0,0 0 0,1 1 0,-1-1 0,1 0 0,-1 0 0,1 0 0,-1 0 0,1 0 0,-1 0 0,1 0 0,0-1 0,0 1 0,-1-1 0,1 1 0,0-1 0,2 1 0,36 5 527,1-2-1,0-2 0,0-1 0,80-10 0,-62 4-298,225-29-929,-94-7-7188,-166 34 2007,2 3-3552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28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6 4764,'-15'-5'8702,"28"11"-3250,2-2-6908,16 1 1952,0-2 0,32-1 0,10 0-91,444 22 709,-58-4-789,1132 25 74,-892-67-2001,-699 22 1597,10-1-330,0 0-1,0 0 1,1 1-1,11 2 0,-19-2-858,-7-1-1617,-47-14-2927,14 11 557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3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32 3464,'-4'-9'405,"-2"-13"1438,6 24-1584,-1-1 0,1 1 0,-1-1 0,1 1-1,-1-1 1,0 1 0,0-1 0,1 1 0,-1-1 0,0 1 0,0-1 0,-1 0 0,1 0 0,0 1 0,0-1 0,-1 0 0,1 0 0,0 0-1,-1-1 1,1 1 0,-1 0 0,1 0 0,-1-1 0,1 1 0,-1-1 0,0 1 0,1-1 0,-4 0 0,-1 2-578,4-1 866,-18 2 606,-39 0 1867,55-3-1672,1 1-829,-18 7 804,21-6-90,14-4-789,18-2-237,-1 1 0,1 2 1,44 3-1,-1 1-101,157 7-730,43-1-6066,-215-10 1648,1 3-3042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4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3680,'24'-8'754,"-19"7"796,-5-2-1461,1 0 0,0-1 0,0 1 0,0 0 0,1 0 1,-1 0-1,1 0 0,0 1 0,-1-1 0,1 0 0,0 1 0,1-1 0,-1 1 1,4-4-1,34-26 594,-38 30 2615,-17 9-2073,13-7-990,0 1 0,1 0-1,-1 0 1,0-1 0,1 1-1,-1 0 1,1 1 0,0-1 0,-1 0-1,1 0 1,0 1 0,0-1-1,0 0 1,0 1 0,0-1-1,0 1 1,0 0 0,0-1 0,1 1-1,-1-1 1,0 1 0,1 0-1,0 0 1,-1 2 0,2-2-160,-1 0 0,1 0 0,0 0 0,0-1 1,0 1-1,0 0 0,0 0 0,0-1 0,1 1 0,-1-1 0,0 1 1,1-1-1,-1 1 0,1-1 0,0 0 0,-1 0 0,1 0 0,0 0 1,0 0-1,0 0 0,0 0 0,3 0 0,27 9 103,1-1-1,1-2 1,-1-1 0,58 1-1,-2 2-41,277 13 227,2-28-341,48-24-655,-412 30 581,-11 1-94,0 1 131,0 0 0,1 1 0,-1 0-1,1 0 1,-1 0 0,-8 7 0,13-9 101,-12 30-1153,1-7 163,12-22 356,-1 0-18,-15 13-753,16-15 1250,0 1-1,0-1 1,0 0 0,0-1 0,0 1 0,0 0-1,0 0 1,-1 0 0,1-1 0,0 1-1,0-1 1,0 1 0,0 0 0,0-1-1,0 0 1,0 1 0,0-1 0,-1-1-1,0 1 1133,6-21-554,-3 16-3730,-7 11 2519,-4 4-317,6-7-3027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6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21 221 4492,'-2'-1'199,"0"-1"-1,0 1 1,0 0-1,1 0 1,-1-1-1,1 1 0,-1-1 1,1 0-1,-1 1 1,1-1-1,-1-2 1,2 3-96,0 0 0,0 1 0,0-1 0,0 0 0,1 0 0,-1 0 0,0 0 0,1 0 0,-1 0 0,0 1 0,1-1 0,-1 0 0,1 0 0,0 1 0,-1-1 0,1 0 0,-1 1 0,1-1 0,0 0 0,0 1 0,-1-1 0,1 1 0,0-1 0,0 1 0,3-2 5225,-3-1-5066,4-26 139,-4 26 1102,-1 1-1260,1-2-475,4-11 1602,-5 14-1341,1 1 1,-1 0 0,0 0-1,0 0 1,1 0 0,-1 0 0,0 0-1,1 0 1,-1 0 0,0 0-1,1 0 1,-1 0 0,0 0-1,1 0 1,-1 0 0,0 0-1,0 0 1,1 1 0,-1-1-1,0 0 1,1 0 0,-1 0-1,0 0 1,0 1 0,1-1 0,-1 0-1,0 0 1,0 0 0,1 1-1,-1-1 1,0 0 0,0 0-1,0 1 1,0-1 0,1 0-1,-1 1 1,0-1 0,0 0-1,0 0 1,0 1 0,0-1-1,0 0 1,0 1 0,0-1-1,0 1 1,1 2 1,0 0-1,0-1 0,0 1 1,0 0-1,-1 0 1,1 0-1,-1 0 0,0 0 1,0 0-1,0 0 1,0 1-1,0-1 1,-1 3-1,-14 47 173,3-13-69,9-23-103,1 0 0,0 0 0,1 1 0,1-1 0,0 1 0,2-1 0,0 0 0,1 0 0,0 0 0,7 19 0,-8-31-28,0 0 0,0-1 1,1 1-1,0 0 0,0-1 1,0 1-1,0-1 1,1 0-1,-1 0 0,1-1 1,0 1-1,0-1 1,1 1-1,-1-1 0,10 4 1,-5-3 0,-1-1 0,1 0 1,0 0-1,0-1 0,1-1 0,-1 1 1,0-1-1,16-1 0,-7-1 13,0-1 0,-1 0-1,0-1 1,1-1 0,-1-1-1,0 0 1,-1-1 0,0-1-1,22-12 1,-26 11-11,8-4 20,29-23 1,-47 33-35,29 14-26,4 13 9,-29-19 51,1-1-1,1 1 1,-1-2-1,11 6 1,-5-5-17,-1-1 0,1 0 0,0-2 0,0 1 0,1-1 0,-1-1 0,0-1 0,23-1 0,-20 0-3,1-1 1,-1-1-1,1 0 1,-1-1-1,0-1 0,25-11 1,-34 12-5,0 0 0,0 0 0,0-1 0,0 0 0,-1-1 0,0 1 0,0-1 0,-1 0 0,1-1 0,-1 1 0,-1-1 0,1 0 0,-1 0 0,-1-1 0,1 1 0,3-14 0,1-7 5,-1-1 1,-2 0-1,3-40 0,-6 45-21,0-5 20,-4-48-1,0 53-174,1 0 0,4-33 0,-2 54-179,0 8-1130,0 0 1183,0-1 0,1 1 0,0 0 0,0 0 0,0-1 0,1 1 0,4 6 0,-1 0-204,67 118-4410,-63-115 4543,0 0 1,1-1-1,0 0 1,1-1-1,0 0 1,20 13-1,-30-23 444,0-1-1,0 0 1,0 0 0,0 0-1,0 0 1,0 0 0,0 0-1,1-1 1,-1 1 0,0-1-1,0 1 1,1-1 0,-1 0-1,0 0 1,1 0 0,-1 0-1,0 0 1,5-2 0,12 1 952,-18-1-717,0 0-1,0 0 1,1 1 0,-1-1 0,1 0 0,-1 1-1,1-1 1,-1 1 0,3-2 0,36 135 1666,-35-128-1804,7-1-107,-1-1 1,1 0 0,-1-1 0,1 0 0,0-1-1,0 0 1,-1 0 0,22-5 0,-13 1-8,1 2-1,-1 0 1,1 1 0,0 1-1,0 1 1,20 4 0,-36-5 167,0 0 1,0 0 0,0-1-1,0 0 1,-1 0 0,1 0 0,0 0-1,6-4 1,-3 2 89,-4 2-150,0-1 0,-1 1-1,1-1 1,-1 0 0,1 0-1,-1-1 1,0 1 0,5-5-1,-6 5 447,0 1-569,0 0 0,-1 0 1,1 0-1,1 0 0,-1 0 1,0 1-1,0-1 0,0 0 1,0 1-1,4-1 0,-3 9-147,0 0-1,-1 1 1,0-1-1,-1 0 0,0 1 1,0-1-1,-1 0 1,-1 15-1,1-9-889,1 0-1,4 21 1,-5-32-225,2 6-895,-2-8 2015,0 0-1,0 0 1,0-1 0,0 1-1,0 0 1,0 0-1,1 0 1,-1 0 0,0 0-1,0 0 1,1 0 0,-1 0-1,1-1 1,-1 1-1,1 0 1,-1 0 0,1 0-1,-1-1 1,1 1 0,1 1-1,3-4-30,1-1 0,-1 1 0,0-1 0,0 0 0,0 0 0,0-1 0,0 1 0,-1-1 0,0 0 0,1-1 0,-2 1 0,1-1 1,0 1-1,-1-1 0,4-7 0,5-11 38,-1-1 1,10-32 0,0 3 28,38-116 186,-51 150-138,-2-1 1,9-33 0,-12 11-4940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6285,'-47'9'6644,"56"2"-5264,-3 4-188,1 2-255,-4 0-177,0 9-200,4-1-108,-7 7-276,3 19-364,-3-14-632,-7 1-361,4 2-207,0-6-544,0 0-1812,6 0-2405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 5188,'42'-2'2259,"7"1"2702,-46 0-4807,0 1-1,0-1 0,-1 1 0,1-1 1,0 0-1,-1 0 0,1 0 0,0-1 0,-1 1 1,3-2-1,3-2 177,0 1 79,-1 1-1,1-2 1,-1 1 0,0-1 0,10-10-1,8-5 924,-24 19-1283,-1 0 0,1 1 0,0-1 1,-1 0-1,0 0 0,1 0 0,-1 0 1,1 1-1,-1-1 0,0 0 0,0 0 1,1 0-1,-1 0 0,0 0 0,0 0 1,0 0-1,0-2 0,0-1 93,1 1-31,-1 0 0,0-1 0,1 1 0,-1-1 0,-1 1 0,1 0 0,0-1 0,-1 1 1,0-1-1,0 1 0,0 0 0,-2-5 0,2 7-91,0 0 1,1 1-1,-1-1 0,0 1 1,0-1-1,0 1 1,0-1-1,-1 1 0,1 0 1,0-1-1,0 1 1,0 0-1,0 0 0,0 0 1,0 0-1,0 0 1,0 0-1,-2 0 0,1 0 24,-1 0-18,-1 0 0,1 0-1,-1 0 1,1 1 0,-1-1 0,1 1-1,-1 0 1,1 0 0,0 0 0,-1 0-1,1 1 1,0-1 0,0 1-1,0 0 1,0 0 0,0 0 0,1 0-1,-1 0 1,0 1 0,1-1-1,0 1 1,-1 0 0,1 0 0,-2 4-1,2-4-43,1-1 0,-1 1 0,1 0 0,0-1-1,0 1 1,0 0 0,0 0 0,1 0-1,-1 0 1,1 0 0,0 0 0,-1 0 0,1 0-1,1 0 1,-1 0 0,0 0 0,1 0 0,-1 0-1,1 0 1,0-1 0,0 1 0,0 0-1,1 0 1,-1-1 0,1 1 0,-1-1 0,1 1-1,0-1 1,4 5 0,3 1-237,1 0-1,0-1 1,1 0 0,0-1 0,0 0-1,0 0 1,1-1 0,-1-1-1,1 0 1,0-1 0,21 4 0,13-1-1630,85 0 0,-61-5 181,-56-1 256,-1 0 0,1-1 0,19-4 0,-15 0-2447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8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3252,'0'0'2639,"13"-5"-1962,0-3-190,5-1-13,-8 6-3405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2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3564,'38'-20'9561,"-38"17"-8229,-3-28 893,3 28-237,0 0-1242,4-11 63,3-15 1326,-8 12-5556,4 26 3018,-1-5-636,0 1 0,-1-1 0,0 0 0,0 1 0,0-1 0,0 1 0,-1-1 0,0 9 1,-3 7-5164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2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21 8565,'10'-20'6548,"-4"31"-5304,0 3 1761,-22 1-2709,1-4 56,-1 9-348,-13 9-444,-3-7-656,-6 1-584,-6 6-925,-7 5-1483,-6-2-3033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3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38 7585,'5'-3'706,"0"0"-1,-1 0 1,1-1 0,-1 1 0,1-1 0,-1 0-1,8-10 4185,-25 45-1898,-31 75-445,-57 163 894,91-234-3705,2 1 0,1-1-1,2 1 1,1 0 0,2 71 0,4-75-679,9 91-2165,-9-105 1163,2-1-1,0 0 1,1 0-1,13 30 1,0-17-6103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4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 7041,'-23'2'1962,"18"-2"2524,8-1-4100,0-1 0,0 0 1,1 1-1,-1-1 1,0 1-1,6-1 0,-5 3-293,-1 0-1,1 0 0,-1 0 0,1 0 0,-1 1 0,0-1 0,1 1 0,-1 0 0,0 0 0,3 3 1,1-1 48,23 16 263,-1 0 0,-1 2 1,44 44-1,-70-63-382,1 0 0,0 0 1,-1 0-1,1 0 0,-1 1 0,0-1 0,0 1 0,-1-1 0,1 1 1,-1 0-1,0 0 0,0 0 0,0 0 0,0 0 0,0 0 1,-1 0-1,0 0 0,0 8 0,-2-8-13,1 1-1,-1-1 0,1 1 1,-1-1-1,-1 1 1,1-1-1,0 0 1,-1 0-1,0 0 0,0-1 1,0 1-1,-1-1 1,1 1-1,-1-1 1,-4 3-1,-7 6-751,0-1 0,0-1 0,-1-1 0,-1 0 0,-20 8 0,34-16-1400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4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8161,'3'-1'382,"1"-1"1,-1 1 0,0 0 0,1 0-1,-1 0 1,1 1 0,-1-1-1,1 1 1,-1 0 0,1 0 0,-1 0-1,1 0 1,-1 1 0,1-1-1,-1 1 1,4 1 0,-2 0-119,0 0-1,-1 1 1,1-1 0,-1 1 0,0 0-1,1 1 1,-1-1 0,-1 0 0,7 8 0,3 6-107,-1 1 0,-1 0 0,-1 1 0,11 24 0,-13-24 243,-3-6-298,0 1 0,-2-1-1,0 1 1,0 0 0,1 21 0,-1-4 30,-2-28-22,18-11-27,-11 4-84,-1 1 0,-1-1 0,1-1 0,-1 1 0,1-1 0,-1 0 0,9-11 0,36-48 6,-7 7-52,6 5 52,-49 53 6,0-1 1,0 0-1,0 0 0,0 0 1,0 1-1,0-1 0,0 0 0,0 1 1,0-1-1,0 1 0,0-1 1,-1 1-1,1-1 0,0 1 0,0-1 1,-1 1-1,1 0 0,1 1 1,-2-2 8,3 2-4,-1 1-1,0-1 1,0 0-1,-1 1 0,1-1 1,0 1-1,-1-1 0,1 1 1,-1 0-1,0-1 0,0 1 1,0 0-1,1 5 1,3 48 72,-2-13-34,20 86-939,-22-126 622,0-1 0,1 1-1,-1 0 1,0-1 0,1 1 0,-1-1 0,1 0-1,0 0 1,0 1 0,0-1 0,0 0 0,0-1-1,0 1 1,1 0 0,-1-1 0,0 1-1,1-1 1,0 0 0,-1 1 0,1-1 0,0-1-1,5 2 1,-7-1 37,-1-1 0,1 0 0,0 0 0,0 0 0,0 0 0,0 0 0,0 0 0,0 0 0,0 0 0,-1 0 0,1 0 0,0-1 0,0 1 0,0 0 0,0 0 0,0-1 0,-1 1 0,2-1 0,2-1-895,12-1-3515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4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7101,'-25'0'4020,"38"6"-3252,3 5-168,-4-5-104,-2 2-240,9 4-444,0 2-188,0 6-432,3 3-532,0-3-1796,13 11-1273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5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57 4620,'-13'-22'1305,"11"18"1492,1 4-2736,0 1 0,0-1 0,0 1 0,0-1 1,0 0-1,0 1 0,0 0 0,0-1 0,0 1 0,1 0 0,-1-1 0,0 1 0,1 0 0,-1 0 0,0-1 0,0 3 0,0-2 6,1 0-1,-1-1 1,1 1-1,-1 0 1,0 0-1,1-1 1,-1 1-1,0 0 1,0-1-1,1 1 1,-1-1-1,0 1 1,0-1-1,0 1 1,0-1-1,-1 1 1,7 8 222,-5-9-226,0 1-1,0 0 1,0-1-1,1 1 1,-1 0-1,0-1 1,0 1-1,0-1 1,1 1-1,-1 0 1,0-1 0,1 1-1,-1-1 1,0 1-1,1-1 1,-1 1-1,1-1 1,-1 1-1,1-1 1,-1 0-1,1 1 1,-1-1-1,1 0 1,0 1 0,-1-1-1,1 0 1,0 1-1,4-1 66,-1 0 0,1 0 0,-1-1 0,1 0 0,-1 1 0,0-1 0,1-1 0,-1 1-1,0-1 1,0 1 0,0-1 0,0-1 0,0 1 0,6-5 0,5-4 587,1 1 0,17-9 0,-30 17-623,1 0 0,0 0 0,0 1 0,0-1 0,0 1 0,0 0 0,0 0 0,1 1 0,-1-1 0,0 1 0,0 0 0,1 0 0,-1 0 0,8 2 0,9 6 42,-1 1 1,0 2-1,0-1 1,-1 2-1,21 17 1,-12-9-191,36 19 0,-59-36 46,1 0 0,-1-1 0,1 1 1,0-1-1,-1-1 0,1 1 0,0-1 1,0 0-1,0 0 0,0-1 0,1 0 1,-1 0-1,0 0 0,0-1 0,0 1 1,0-2-1,0 1 0,0-1 0,-1 0 0,9-3 1,1-4 234,-1 0-1,0 0 1,0-2 0,-1 0 0,0 0 0,11-14 0,-23 24-205,-1 0 1,1 1 0,0-1 0,0 0 0,0 0-1,0 1 1,0-1 0,-1 0 0,1 1 0,0-1-1,0 1 1,0 0 0,1-1 0,-1 1 0,0 0-1,0-1 1,0 1 0,0 0 0,0 0 0,0 0 0,0 0-1,0 0 1,1 0 0,-1 0 0,0 1 0,0-1-1,0 0 1,0 0 0,0 1 0,0-1 0,0 1-1,0-1 1,0 1 0,0 0 0,0-1 0,0 1-1,0 0 1,-1-1 0,1 1 0,0 0 0,0 0-1,0 1 1,4 8-34,-1-1 0,0 1 0,-1 0 0,3 11 0,5 14-563,-6-23 9,1 0-1,0 0 1,1 0 0,0-1-1,1 0 1,11 12 0,-10-14-1056,0 0 0,0 0 0,19 11 0,9 4-5622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5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4 261 7325,'-4'-32'2232,"11"9"-468,12 15-396,9-7-272,1-2-216,6 3-240,13 0-40,5-1-136,11-2-596,6 3-476,9-9-276,7 3-284,3 0-440,0 3-1900,3 6-1969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5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11 7381,'1'0'173,"-1"0"0,0-1 0,0 1 0,1 0 0,-1 0 0,0-1 0,0 1 1,0 0-1,0-1 0,0 1 0,1 0 0,-1-1 0,0 1 0,0 0 0,0-1 0,0 1 1,0 0-1,0-1 0,0 1 0,0 0 0,0-1 0,0 1 0,0 0 0,0-1 1,-1 1-1,1 0 0,0-1 0,0 1 0,0 0 0,0 0 0,-1-1 0,1 1 0,0-1 1,-12 4 2013,-19 21 28,7 2-1332,2 2-1,1 1 1,1 0-1,-20 40 1,-50 134 298,81-179-1097,0 1 0,2 0-1,1 1 1,1 0 0,-3 34 0,8-50-71,0 0 0,0 1 0,1-1 0,0 0 0,1 0 0,0-1 0,0 1 0,1 0 0,0 0 0,1-1 0,0 0 0,1 0 0,0 0 0,0 0 0,1-1 0,11 13 0,-5-9-86,1-1 0,0-1 0,1 0 0,0-1 0,0 0 0,1-1 0,0-1 0,0-1 0,1 0 0,0 0 0,0-2 0,25 5 0,-1-4-742,1-1 0,-1-2-1,0-1 1,44-6 0,84-18-6918,-88 4-512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6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38 8085,'26'-31'2062,"-20"25"3156,-8 9-3694,-7 17-271,0 1-1,1 1 1,-8 37 0,-6 16-436,20-66-738,0 1 1,0-1 0,1 1-1,0-1 1,1 1 0,0-1-1,0 1 1,1-1 0,0 1-1,6 18 1,-3-7-10,-4-16-82,1 0 1,0-1 0,0 1-1,1-1 1,-1 1 0,1-1-1,0 1 1,0-1 0,0 0-1,1 0 1,-1 0-1,1 0 1,0-1 0,0 1-1,0-1 1,1 1 0,-1-1-1,1 0 1,0 0 0,0-1-1,8 5 1,-3-4-61,0 0 1,0-1-1,0 0 1,0 0-1,1-1 1,-1 0-1,1-1 1,-1 0-1,0 0 1,1-1-1,-1 0 1,0-1-1,0 0 1,0 0-1,0-1 1,13-6-1,-11 3 31,-1 0-1,0 0 1,-1-1-1,1-1 1,-2 0-1,1 0 0,-1-1 1,0 0-1,0 0 1,-1 0-1,-1-1 1,1-1-1,-2 1 0,1-1 1,-2 0-1,1 0 1,-1 0-1,-1 0 1,0-1-1,-1 0 0,0 1 1,0-25-1,1-23-220,-1 57 259,-1 1 1,0 0-1,1 0 1,-1 0-1,1 0 1,-1 0-1,1 0 1,0 1 0,-1-1-1,1 1 1,0-1-1,0 1 1,-1-1-1,4 1 1,2 10-9,-4-7 11,0 0 0,-1 1 0,0-1-1,0 1 1,0-1 0,0 1 0,0 0 0,-1 0 0,0 0-1,0 0 1,0 0 0,0 0 0,0 0 0,-1 0 0,0 7 0,-6 135 8,6-128-24,1-1-1,0 1 0,5 18 1,-4-35 22,-1 1 0,1 0 0,0-1 0,0 0 0,-1 1 1,1-1-1,0 0 0,0 0 0,0 0 0,0 0 0,4 1 1,-4-3-26,1 1 1,-1-1 0,1 0 0,-1 0 0,0 0 0,1 0-1,-1 0 1,0-1 0,0 1 0,0-1 0,0 1 0,0-1 0,0 0-1,0 0 1,0 0 0,-1 0 0,1 0 0,-1 0 0,1 0-1,-1-1 1,0 1 0,0 0 0,0-1 0,0 1 0,-1-1-1,1 1 1,-1-1 0,1 0 0,-1-4 0,3-11-83,0 1-1,2 0 1,0-1 0,0 2 0,2-1-1,0 1 1,1 0 0,0 0 0,2 1-1,0 0 1,0 1 0,1 0 0,1 1-1,15-15 1,34-23-82,-60 49 181,4 2 8,0 1-1,0 0 1,0 0 0,-1 0 0,1 0 0,0 1 0,-1 0 0,1 0-1,-1 0 1,0 0 0,0 1 0,0-1 0,0 1 0,0 0 0,0 1-1,-1-1 1,0 1 0,5 5 0,0-1 5,1 0-12,1 0 0,0-1-1,19 11 1,18 13 4,7 10 13,-52-39-8,-1-3-86,-1 0 78,1 0 1,-1 1-1,0-1 1,1 1-1,-1-1 1,1 0-1,0 1 1,-1-1-1,1 1 1,-1-1-1,1 1 1,0-1-1,-1 1 1,1 0-1,0-1 1,0 1-1,-1 0 1,1 0-1,0-1 1,1 1-1,-1 0 3,1-1 0,-1 1 0,1-1 0,-1 0-1,1 0 1,-1 1 0,0-1 0,1 0 0,-1 0 0,0 0-1,0-1 1,2 0 0,70-114-200,-72 115 286,13 6-160,30 14 179,-42-19-115,1 0 1,-1 0-1,0 0 1,1-1-1,-1 1 1,0-1-1,0 0 1,0 0-1,1 0 1,-1 0-1,0 0 1,0 0-1,3-3 1,-3 3-11,8-6-81,1 1-1,0 1 0,0 0 1,19-6-1,-24 10 4,0 0 0,0 0 1,0 0-1,0 1 0,0 0 0,0 0 0,0 0 0,0 1 0,0 0 0,12 4 1,7 1-897,-14-3 7,1 1 0,-1-1-1,13 8 1,-21-10-382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6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5284,'27'-5'998,"-22"4"-97,-5-2-170,1 1-601,-1-1 0,1 1-1,-1-1 1,1 1 0,0-1 0,0 1-1,0 0 1,0-1 0,1 1 0,-1 0-1,1 0 1,-1 0 0,1 0 0,-1 0-1,3-1 1,0 0-9,0 1 0,0-1 0,0 1 0,0 0 0,0 0 0,0 1 0,0-1-1,8-1 1,32-8-226,71-27 0,-89 26-1532,-1 0 0,25-17 0,-15 8-1336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6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512 72 6369,'-32'-7'1734,"26"5"-68,2-19 2313,4 18-3364,-1 0 0,0 0 0,1 1 1,-1-1-1,1 0 0,0 0 1,0 0-1,1-4 0,-1 6-678,4-10 1377,-4 11-1255,1 0 1,0 0-1,-1 0 0,1 0 1,-1 0-1,1 0 1,-1 1-1,1-1 0,-1 0 1,1 0-1,-1 0 1,1 0-1,-1 1 0,1-1 1,-1 0-1,1 0 0,-1 1 1,1-1-1,-1 0 1,0 1-1,1-1 0,-1 0 1,1 1-1,-1-1 1,1 1-1,3 5 84,0-1-1,0 1 1,0-1 0,-1 1-1,0 0 1,0 0 0,0 1-1,-1-1 1,0 1 0,0-1-1,0 9 1,3 13 365,2 39 0,-7-66-498,2 20 107,-2-1-1,-1 0 1,0 1-1,-6 27 1,-20 96 178,19-111-488,-1 0 0,-1-1 1,-2 0-1,-1-1 1,-2 0-1,-29 45 0,20-42-664,-2 0 0,-2-2 0,0-1 0,-44 36 1,51-50-352,-1-1 0,-26 15 1,-16 4-4335,10-11-2372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9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731 186 6049,'7'-31'4599,"-7"28"-4401,0 1 0,0-1 0,1 1 0,-1-1 0,0 1 0,1 0 0,0-1 0,0 1 0,0 0 0,0 0 0,0 0 0,0 0 0,0-1-1,1 1 1,-1 1 0,4-5 0,8-5 378,1 1 0,1 0 0,-1 1 0,2 0 0,-1 1 0,30-11 0,12-6 539,-10 14-455,-45 11-648,0 1 0,-1 0 1,1-1-1,0 1 0,-1 0 0,1 0 1,-1 0-1,0 0 0,1 1 1,-1-1-1,0 0 0,0 1 0,0-1 1,1 0-1,-2 1 0,1 0 1,2 2-1,-3-4-6,7 14 19,-1-1-1,0 1 1,-1 0 0,0 0-1,-2 0 1,5 28 0,-4-8-6,-1 0 0,-3 33 0,-3-23-17,-1-1 0,-2 1 1,-2-1-1,-2 0 0,-2-1 0,-2-1 0,-1 1 0,-40 73 1,11-35-24,-64 90 0,96-153 10,1 0-1,-15 29 0,23-39 20,0 0-1,0 0 1,1 0-1,-1 1 1,2-1-1,-1 1 1,1 0-1,0 0 1,1 13-1,0-18-10,1-1 0,0 1 1,0-1-1,0 1 0,0-1 0,0 1 0,1-1 0,-1 1 0,1-1 0,-1 0 0,1 0 0,0 0 1,0 0-1,0 0 0,0 0 0,0 0 0,0-1 0,1 1 0,-1-1 0,0 1 0,1-1 0,-1 0 1,1 0-1,5 1 0,-1 0-1,0 0 0,1 0-1,-1-1 1,1 0 0,0 0 0,-1-1 0,14-1 0,-12 0 2,0-1 1,0 0-1,0 0 1,0-1-1,0 0 1,-1-1-1,1 0 1,-1 0-1,0 0 0,0-2 1,-1 1-1,0-1 1,0 1-1,0-2 1,0 1-1,-1-1 1,0 0-1,-1-1 1,1 1-1,-1-1 1,-1 0-1,4-9 1,-7 15 1156,-2 4-948,-68 142 1063,28-61-954,-31 87 0,62-141-285,-20 63 45,-5-2-1,-62 117 1,9-30 1,69-136-72,-2 8 61,12-27-76,-22 41-1,7-23 37,13-20 9,-1-1 1,-25 33-1,32-46-27,-1-1-1,1 0 0,-1 0 0,0 0 0,0-1 1,0 0-1,0 0 0,-1 0 0,0-1 1,0 0-1,0-1 0,-12 4 0,0-3-46,1-1 0,-1-1 0,1-1 0,-1 0-1,0-2 1,1 0 0,0-1 0,-1 0 0,1-2 0,-20-7-1,34 10-148,0 0 0,0 0-1,0 0 1,1 0-1,-1 0 1,0-1-1,1 0 1,0 1 0,0-1-1,0-1 1,0 1-1,0 0 1,-3-6-1,-15-29-6690,16 29 4295,-4-8-5930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59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9 8485,'-15'-4'1382,"16"1"-44,29 2 7864,-54 19-20238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09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 7957,'-10'14'6729,"7"-13"-5454,-24 2 446,-57 12 1865,77-13-3155,1-1 0,-1 0 0,0-1 0,-11 1 0,15-2-335,1 1 0,-1-1 1,0 1-1,0 0 0,0 0 0,0 1 1,1-1-1,-1 1 0,0-1 0,0 1 1,0 0-1,1 0 0,-1 0 0,1 0 1,-1 0-1,1 1 0,-1-1 0,1 1 1,0 0-1,-1 0 0,-1 2 0,-12 21 174,1 0-1,2 1 0,1 0 0,0 1 0,-13 53 1,16-42-168,1 1 1,2 0 0,-1 73 0,8-94-92,-1 1-1,2 0 0,1-1 1,0 1-1,1-1 0,1 0 1,1 0-1,0-1 0,2 0 1,0 0-1,0 0 0,14 18 1,-12-22-54,0-1 0,1 0 0,0-1 0,1 0 0,0 0 0,0-1 0,1-1 0,1 0 0,-1-1 0,1-1 0,1 0 0,0 0 0,0-2 0,24 7 0,-13-6 8,0-1 0,0-1 0,0-1 0,1-2 0,-1 0 0,1-2 0,40-6 0,-49 3 28,-1 0-1,1-1 0,-1 0 0,-1-2 1,1 0-1,-1-1 0,0-1 0,-1 0 0,0-1 1,0 0-1,-1-2 0,13-13 0,-9 6 42,-1 0-1,-1-2 0,-1 0 0,-1-1 1,-1 0-1,11-25 0,-23 44 114,12 18 149,-7-7-259,-1 0 1,-1 0-1,1 0 1,-1 0 0,-1 1-1,0-1 1,3 11-1,10 24 92,-8-25-95,1-1 0,0 0 0,2 0 1,0-1-1,0-1 0,2 0 0,27 26 0,-35-38-25,0 1-1,-1-1 1,1-1 0,0 1 0,1-1-1,-1 1 1,0-2 0,1 1 0,-1-1-1,1 1 1,-1-1 0,1-1 0,0 1-1,-1-1 1,1 0 0,0 0-1,-1-1 1,1 0 0,-1 0 0,1 0-1,5-3 1,-7 3 5,-1 0-1,0-1 1,1 1-1,-1-1 1,0 0 0,0 0-1,0 0 1,-1-1-1,1 1 1,0-1-1,-1 1 1,1-1-1,-1 0 1,0 0 0,0 0-1,0 0 1,-1 0-1,1 0 1,-1-1-1,1 1 1,-1-1 0,0 1-1,-1-1 1,1 1-1,0-1 1,-1 1-1,0-1 1,0 0-1,0 1 1,0-1 0,-1 1-1,1-1 1,-3-6-1,0-1 10,-1-1-1,0 1 1,0 0-1,-1 1 1,-1-1-1,0 1 0,0 0 1,-1 0-1,-1 1 1,1 0-1,-1 0 1,-1 0-1,-15-11 1,4 6-85,0 0 0,-1 2 0,0 1 1,-1 0-1,0 2 0,-24-8 0,9 9-1673,34 8 621,35-2-11514,12 6 2500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09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48 7789,'-1'0'123,"1"0"1,-1 0-1,0 0 0,0 0 1,1 0-1,-1 0 1,0 0-1,1-1 0,-1 1 1,0 0-1,0 0 1,1-1-1,-1 1 0,1 0 1,-1 0-1,0-1 1,1 1-1,-1-1 1,1 1-1,-1-1 0,1 1 1,-1-1-1,1 1 1,-1-1-1,0 0 0,9-14 3187,-2 6 4421,-8 7-7563,0 1-1,1-1 1,-1 1 0,0-1 0,0 1-1,0-1 1,-1 1 0,1 0-1,0 0 1,-3-1 0,0 5 13,1 0 0,-1 0 1,1 1-1,0-1 0,0 1 0,0 0 0,0 0 1,1 1-1,-1-1 0,1 1 0,0-1 1,-3 8-1,2-2-16,0 1 1,0 0 0,1-1-1,0 1 1,-1 20 0,2-8-81,1 0 1,2 0-1,0 0 1,1-1-1,8 35 1,-7-45-109,1-1 0,0 0 1,0 1-1,1-1 0,0-1 1,1 1-1,0-1 0,1 0 0,0 0 1,0-1-1,1 0 0,1 0 1,10 8-1,-14-14-34,0 0 1,0 0-1,0-1 1,1 0-1,-1 0 0,1 0 1,0-1-1,-1 1 1,1-2-1,0 1 1,11 0-1,-2-2-19,1 0 0,26-5 0,-25 2 65,-1-1 0,0-1 0,0 0-1,0-1 1,-1-1 0,0 0 0,0-1 0,-1-1-1,0 0 1,-1-1 0,0 0 0,-1-1 0,0-1 0,-1 0-1,0 0 1,17-29 0,-25 36 157,0-1 0,0 1 0,-1-1 0,1 1 0,-2-1 0,1 0 0,0-8 0,-4 14-68,0 1 1,0-1 0,0 0-1,0 0 1,0 1 0,0-1-1,0 1 1,0 0 0,0 0-1,-1-1 1,1 1 0,0 1-1,-3-1 1,0 3-13,1 0 1,-1 0-1,1 0 0,-1 1 0,1-1 1,0 1-1,0 0 0,1 0 1,-1 0-1,1 1 0,-4 6 0,-32 63 360,27-48-335,5-9-979,2-1-1,0 1 1,0 0-1,2 0 1,-4 34 0,-1 8-5758,3-33 818,1 11-3296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0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287 214 9477,'22'-4'2403,"-18"3"1684,-23 1-926,13 0-2278,-1 0-1,1 1 0,0 0 1,0 0-1,0 1 0,-8 2 1,-1 3-427,0 0 1,-24 17-1,-13 7 195,10-8-359,32-23-146,7-1-106,-1 0-1,1 1 0,-1-1 0,1 0 1,0-1-1,0 1 0,-1-1 1,1 1-1,0-1 0,1 0 1,-1 0-1,0 0 0,0-1 1,1 1-1,-1-1 0,1 1 0,0-1 1,0 0-1,0 0 0,0 0 1,1 0-1,-4-6 0,4 5 13,0 0 0,0-1-1,1 1 1,-1 0 0,1 0 0,0 0-1,0-1 1,0 1 0,1 0 0,-1 0-1,2-5 1,-1 6 61,13 3 17,-12-1-123,0 1 0,0 0 0,0 0 0,1 0 0,-1 0 0,0 0 0,0 0 0,0 1 0,0-1 0,0 1 0,0-1 0,0 1 0,0 0 0,0 0 0,0 0 0,0 0 0,-1 0 0,1 0 0,0 1 0,2 1 0,4 6 0,1 0 0,-1 0 0,-1 1-1,0 0 1,0 0 0,-1 1 0,0 0 0,-1 0 0,0 0 0,-1 1-1,0 0 1,2 13 0,0 8-133,-1-1 0,-2 1-1,-2 40 1,-1-56 40,-2-1 0,0 0 0,-1 1 0,-1-1 0,0 0-1,-2 0 1,-10 22 0,15-35 25,-1-13 26,0 1 32,1-1 0,0 0-1,0 0 1,1 1-1,1-1 1,-1 0 0,4-11-1,1-3 2,18-43 0,-7 24 45,-12 30-33,8-24 34,1 0 0,2 1-1,2 0 1,33-52 0,-37 66 98,2 1-1,0 1 1,2 0 0,0 1-1,1 1 1,1 0-1,0 2 1,38-25 0,-54 39-114,0 1 0,-1-1 0,1 1 0,0-1 0,0 1 0,0 0 0,0 0 0,0 1-1,0-1 1,0 0 0,1 1 0,-1 0 0,0 0 0,0 0 0,0 0 0,0 0 0,0 1 0,1 0 0,-1-1 0,0 1 0,0 0 0,0 0 0,0 1 0,-1-1 0,5 3 0,-3-1 12,1 0 0,-2 1 0,1 0 0,0-1 0,-1 1 0,1 0 0,-1 1 0,0-1 0,0 1 0,-1-1 0,1 1 0,-1 0 0,2 8 0,2 9 36,-2-1 1,0 1 0,-2 0 0,0 0 0,-4 43 0,-21 113-261,10-97-457,4-24-1129,3 1 0,2 0 0,4 73 0,0-123 1252,2 1 1,-1-1-1,1 1 0,0-1 0,1 0 0,0 0 0,5 11 1,-5-15-121,-1 0 1,1 0-1,0 0 1,0 0 0,0-1-1,1 0 1,-1 1 0,1-1-1,0-1 1,0 1-1,0 0 1,0-1 0,0 0-1,1 0 1,4 2 0,21 7-5875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0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 9217,'0'0'8106,"1"3"-6365,0-1-1441,0 1-57,0 0 0,0-1 0,0 1 0,0 0 0,0-1-1,-1 1 1,1 0 0,-1 0 0,0 0 0,0-1 0,0 1-1,0 0 1,-1 0 0,1 0 0,-1 0 0,1-1 0,-1 1-1,-2 5 1,-13 44 1113,2 1 1,-7 64-1,-4 115-512,7-62-5290,-9-14-6664,15-111 759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0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10365,'28'-20'8377,"-9"17"-6945,0 0-216,13-6-312,19-5-148,-13 8-200,6-2-532,7-1-264,-3 1-572,6-4-600,9 4-748,1-1-3505,3 3-4692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1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12 270 7237,'3'-11'2079,"-3"10"-1270,0 0-1,0-1 1,0 1-1,0 0 1,0 0-1,-1 0 1,1 0-1,0-1 1,0 1-1,-1 0 1,1 0-1,-1 0 0,1 0 1,-2-1-1,-6-9 449,7 10-1693,1 0 559,0 0 1,0-1-1,0 1 1,-1-1-1,1 1 1,1 0-1,-1-1 1,0 1-1,0 0 0,0-1 1,1 1-1,-1 0 1,1 0-1,-1-1 1,1 1-1,-1 0 1,1 0-1,1-2 0,-1 1 172,2-4-139,1 1 0,-1 0 0,1 0 0,0 1 0,0-1 0,0 1 0,1 0 0,-1 0 0,1 0 0,0 1 0,1-1 0,-1 1 0,0 1 0,11-5 0,12-3 309,51-13 0,-51 16-282,102-21-520,185-17-1,-193 31-1813,-98 10 1578,-16 3 17,0-1 0,0 1 0,0 1 0,0-1 0,0 1 0,0 1 0,0 0 0,14 2 1,8 7-3555,-27-9 1391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1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150 118 6449,'-20'-27'8662,"4"-19"-2298,2 4-85,13 40-4393,-5 19-400,1 6-815,-3 43 0,1-5-416,-14 143-2682,-11 56-8217,20-191 4227,5-1-3834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1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28 170 7077,'0'0'9642,"-3"-3"-8256,0-1-1076,1 0 0,-1 0-1,1 1 1,0-1 0,-1-1 0,2 1-1,-1 0 1,0-1 0,1 1 0,0 0 0,0-1-1,0 1 1,1-1 0,0 0 0,-1 1 0,2-1-1,-1 0 1,0 1 0,1-1 0,0 1-1,0-1 1,0 1 0,1 0 0,-1-1 0,1 1-1,3-6 1,-3 7-287,1 1 1,-1-1-1,1 0 0,-1 1 1,1-1-1,0 1 0,0 0 1,0 0-1,0 0 0,0 1 0,0-1 1,1 1-1,-1-1 0,0 1 1,4-1-1,5 0-382,-1-1-1,0 1 1,15 0-1,-18 1-84,0 1 0,-1 0 0,1 0 0,0 1 0,-1 0 0,1 0 0,-1 1 0,1 0 0,-1 1-1,0-1 1,0 1 0,0 0 0,0 1 0,11 8 0,-17-11 100,1 0 0,-1 0-1,0 0 1,0 1 0,0-1 0,0 0-1,0 1 1,0-1 0,0 1 0,0-1-1,-1 1 1,1-1 0,0 1 0,-1 0 0,0-1-1,1 1 1,-1 0 0,0-1 0,0 1-1,0 0 1,0-1 0,0 3 0,0 35-7498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1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10 169 6997,'-10'14'2460,"42"-42"-192,-19 22-192,3 0-288,3-2-211,6-4-309,16-5-344,-9 3-184,6 3-208,0-9-408,1 5-672,-1 1-772,-3 0-672,-20 5-2989,14 1-3948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2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14 6153,'6'-14'21195,"-8"16"-20454,-2 1-595,2-3-32,1 1 0,-1 0 0,1 0 0,0 0 0,0 0 0,-1 0 0,1 0 0,0 0 0,0 1 0,0-1 0,0 0 0,1 1 0,-1-1 0,0 0 0,0 1 0,1-1 0,-1 1 0,1-1 0,-1 1 0,1-1 0,0 1 0,0 0 0,-1-1 0,1 1 1,0-1-1,1 4 0,-7 27 286,-1 1 1,-18 53 0,3-16-150,-27 150-3664,10-35-1859,19-88-2605,8 3-5344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7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1535 314 3348,'0'0'5917,"4"-15"-5158,-4 14-706,0 1 0,0-1 0,1 0 0,-1 0 0,0 0 1,0 0-1,0 0 0,0 0 0,0 1 0,0-1 0,0 0 0,-1 0 0,1 0 0,0 0 0,0 0 0,-1 0 0,1 1 0,0-1 0,-1 0 0,1 0 0,-1 1 0,1-1 0,-1 0 0,1 0 0,-1 1 1,0-1-1,1 1 0,-1-1 0,0 1 0,1-1 0,-1 1 0,0-1 0,0 1 0,0-1 0,1 1 0,-1 0 0,0-1 0,0 1 0,0 0 0,0 0 0,-1 0 0,-37 1-127,36 0 20,-15-1 42,-45 3 56,-93-9-1,113 3-22,-10 0-1,-12 1 500,-72 5-1,94-1-453,-200 20 262,232-21-304,-179 3 1165,117-5-682,69 1-485,0 0 0,1 1 0,-1-1 0,0 1 0,1 0-1,-1 0 1,1 0 0,-1 1 0,1-1 0,0 1 0,-1 0 0,1 0-1,0 0 1,0 1 0,0-1 0,1 0 0,-1 1 0,0 0-1,1 0 1,0 0 0,-3 4 0,-3 6 18,0 1-1,1 1 1,-8 25 0,4-13 26,-4 8-17,-2-2-1,-1 0 0,-1 0 1,-41 50-1,-12 15 662,63-84-516,1 0 1,1 0-1,-9 29 1,13-37-175,-1 8 43,0 0 0,1 0 0,0 0 0,1 0 0,1 0 0,0 1 0,1-1 0,1 0 0,0 1 0,0-1 0,2 0 0,6 22 0,-1-6 147,-4-13-61,1 0-1,11 28 1,-9-30-42,-1-1-1,-1 2 1,-1-1-1,0 0 0,-1 1 1,-1 0-1,1 17 0,-3 12 250,-5 52 0,0-43-108,4-41-128,0 1 0,1-1 0,1 1 0,0-1 0,3 14 0,-2-21-84,-1-1-1,1 0 1,0 0 0,1 0-1,-1 0 1,1 0-1,0-1 1,0 1 0,0-1-1,1 1 1,0-1-1,0-1 1,0 1 0,0 0-1,6 3 1,25 17 86,0-2 0,52 24 0,-56-30-83,0 2-1,45 34 0,35 22-41,-97-66 11,1-1-1,0 0 0,0-1 0,1-1 0,-1-1 0,21 4 0,45-1 88,0-3 0,119-10 0,-162 4-81,-1-1-1,0-3 1,0 0 0,57-20-1,-59 14-9,0-3 0,-1-1 0,60-38 0,-73 40-7,-1-2 0,0-1 1,-1 0-1,-1-1 0,0-1 0,22-32 0,75-145-51,-59 95-32,-33 56 76,-3 0 0,24-77 0,-30 79 9,-4 6 0,-1-1 0,-3 0-1,3-41 1,-4 34 15,2-43 67,5-37-183,-2 60 76,14-70-33,-20 121 44,-1 0 0,0 0 0,-2 0 0,1 0-1,-2 0 1,0 0 0,-2-24 0,0 30 6,0 1 0,0-1 0,0 0 0,-1 1 0,0-1 0,-1 1 0,0 0 0,0 0 0,0 0 0,-1 0 1,0 1-1,0 0 0,-1 0 0,-10-9 0,-30-18-35,-1 1 0,-2 3 0,-89-40 0,94 47 38,16 13-43,24 8 52,-1-1 0,1 1 1,-1-1-1,1 0 0,0 0 0,0 0 1,-6-4-1,8 4-53,0 1-85,-12-14-754,26 24-848,32 28-2837,-19-10-187,6 8-2683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8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4668,'0'0'12157,"3"14"-11270,10 14 4992,-8-20-6617,-4-6 949,-15-23-9042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19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26 5140,'22'-14'8341,"-41"8"-11717,-4 0 372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3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157 474 5805,'0'-21'1146,"1"20"-1044,-1-1 0,0 1 0,0 0-1,0 0 1,0-1 0,0 1 0,0 0-1,0 0 1,0-1 0,0 1 0,0 0-1,-1 0 1,1-1 0,0 1 0,-1 0 0,1 0-1,-1 0 1,0 0 0,1 0 0,-1 0-1,0 0 1,0 0 0,1 0 0,-3-2 0,-3-1 329,0 0 1,0-1-1,0 0 1,1 0 0,0-1-1,0 0 1,0 0 0,1 0-1,0 0 1,0-1 0,-4-9-1,5 5 90,-1 0 0,-1 1 0,0-1 0,0 1 0,-1 0 0,-11-14 1,10 13-76,5 8-134,2 1-94,-1 0 1,1 0-1,-1 1 0,0-1 0,1 0 1,-1 0-1,0 0 0,0 1 0,0-1 0,0 0 1,-2-1-1,0 8-152,0 0 0,1 1 0,0-1 0,0 1-1,0-1 1,1 1 0,-1 0 0,2-1 0,-1 1 0,0 11 0,7 66 157,-1-39-143,-1-10-32,1 0 1,2 0-1,1 0 0,2 0 0,26 59 0,-32-84-18,1-1-1,0 0 0,0 0 1,0 0-1,1-1 0,0 0 0,0 0 1,1-1-1,0 1 0,0-2 0,1 1 1,-1-1-1,1 0 0,0 0 0,1-1 1,-1 0-1,1-1 0,0 1 0,14 2 1,-5-3 29,1 0 1,-1 0 0,1-2 0,0-1-1,-1 0 1,1-1 0,0-1 0,33-8-1,16-9 10,-1-3-1,109-52 1,120-84 84,-145 72-139,422-232-1067,-523 291 680,-2 0-1023,87-34 0,-128 59 928,-1 0 0,1 0 0,-1 1 0,1 0 0,0 0-1,11 0 1,-17 1 336,0 0 1,0 0-1,0 0 0,-1 0 0,1 0 1,0 1-1,0-1 0,0 0 0,-1 1 1,1-1-1,0 0 0,0 1 0,-1-1 1,1 1-1,0-1 0,-1 1 0,1-1 1,-1 1-1,1-1 0,0 2 0,0-1-91,-1 0-1,0 0 1,0 1-1,1-1 1,-1 0-1,0 0 1,0 0-1,0 0 1,-1 0-1,1 0 1,0 0-1,0 1 1,0-1-1,-1 0 0,1 0 1,-1 0-1,1 0 1,-1 0-1,0 1 1,-22 40-6574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33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7353,'84'-70'5439,"-82"68"-5192,1 1-1,-1 0 1,0 0 0,0 0 0,1 0 0,-1 0-1,1 1 1,-1-1 0,1 1 0,-1 0 0,5 0-1,-3-1 200,1 4 387,0 3-678,-1 1-1,0 0 1,0-1-1,-1 1 1,0 1-1,0-1 1,-1 0 0,0 1-1,0-1 1,-1 1-1,0-1 1,0 1-1,-1 0 1,-1 12-1,-2 12 51,-1-1 1,-12 44-1,-3 19 106,12-49-270,4-31 50,0 1-1,1 0 0,1 0 0,0 0 1,1 0-1,1 0 0,0 1 0,4 17 1,-4-30-61,0-1 0,0 1 0,1-1 0,-1 1 0,1-1 0,-1 1 0,1-1 0,0 0 0,0 0 0,0 0 0,0 0 0,0 0 0,1 0 0,-1-1 0,0 1 0,1-1 0,-1 1 0,1-1 0,0 0 0,-1 0 0,1 0 0,0-1 0,0 1 1,4 0-1,7 0 36,0 0 0,0-1 1,25-3-1,-28 2-36,60-10 171,-1-2 0,98-33 1,-65 16-146,64-20-1110,-2-8 0,244-122-1,-290 120-1080,79-39-5476,-109 58 667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34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92 9189,'-48'-9'1772,"39"-5"-376,2-1 688,1 1-1272,-1-3-280,1 6-7036,0-1 207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35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6316 161 5505,'0'0'4053,"-3"-3"-2857,-37-38 3303,38 39-2749,-3-5-1069,4 6-597,1-1 1,-1 1 0,0 0 0,1 0 0,-1 0 0,0 0 0,0 0 0,0 0-1,0 0 1,0 0 0,0 0 0,0 0 0,-2-1 0,-14 3 224,0 1 1,-20 6 0,-15 1 145,-12-6 63,-13 3 57,68-6-518,-1 1 1,1-1-1,0-1 0,-13-2 0,-21 0 3,-20 3 17,-296-12 59,-605-68-135,905 77 1,-456-8-44,238 10 94,-54-7-66,-687 68 100,790-35-41,-152 13 411,45 5-344,86-8-85,51-15 43,-361-12 0,463-14-15,-155-5 34,248 11-91,5 1-799,40 25-2545,14 8-82,-23-6-3507,-20-14 1514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36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879 146 7585,'1'-11'692,"0"1"0,0-1 0,1 1 0,0-1 0,1 1 0,0 0 0,0 0 1,6-10-1,1-8 799,-8 22-1593,0-2 1139,-15 18-224,-84 75-611,-169 114 0,186-146-144,3 4 0,1 3 0,4 3-1,-66 74 1,122-119-51,1 1 0,-18 30 0,28-41 17,0 1 1,1 0 0,0 1 0,0-1-1,1 1 1,0-1 0,1 1-1,-3 16 1,5-22-5,0-1 1,1 1-1,-1-1 0,0 0 0,1 1 1,0-1-1,0 0 0,0 1 1,0-1-1,0 0 0,1 0 0,-1 0 1,1 0-1,0 0 0,0 0 1,0-1-1,0 1 0,1-1 0,-1 1 1,1-1-1,-1 0 0,1 0 0,0 0 1,0 0-1,0 0 0,0-1 1,0 1-1,0-1 0,5 1 0,9 4 85,0-2-1,1 0 1,-1-1 0,24 1-1,-39-4-94,723 12 2066,-668-13-1987,1062-33 1016,-957 26-740,-158 7-236,-22-5-247,-15-6-2110,8 1-5715,9 6-1678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36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16 186 11301,'0'0'2108,"-3"-20"-216,0 0-251,9 6-237,0-1 704,-9-5-1384,3 0 324,-3 3-716,0 0-396,-4-3-3036,1 0 1020,22 17-12250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5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1 183 5080,'8'-8'386,"-2"4"48,-1-1 0,0 0 1,-1 0-1,7-9 0,-11 14-365,0 0 0,0-1 0,0 1-1,0-1 1,0 1 0,0 0-1,0-1 1,0 1 0,0-1 0,0 1-1,0 0 1,0-1 0,-1 1 0,1 0-1,0-1 1,0 1 0,0-1-1,-1 1 1,1 0 0,0 0 0,-1-1-1,1 1 1,0 0 0,0 0 0,-1-1-1,1 1 1,0 0 0,-1 0 0,1 0-1,-1-1 1,1 1 0,-1 0-1,1 0 125,-1 0-1,0-1 0,1 1 0,-1 0 0,1-1 0,-1 1 0,1 0 0,-1-1 0,1 1 0,0-1 1,-1 1-1,1 0 0,-1-1 0,1 1 0,0-1 0,-1 1 0,1-1 0,0 1 0,0-1 0,0 0 1,-1 1-1,1-1 0,0 1 0,0-1 0,0-1 0,8-29 1254,-8 29 690,3 4-1925,3 2-171,-2 1 0,1-1 0,-1 1 1,1 0-1,-1 0 0,0 1 0,-1-1 0,0 1 0,0 0 0,0 0 0,4 11 1,0 8 76,7 47-1,-2-11-36,5 17-9,-2-8 3,3-1-1,27 67 1,-42-128-76,1 0 0,0-1 1,0 0-1,1 0 0,0 0 1,0-1-1,1 1 0,-1-1 0,1 0 1,1-1-1,12 10 0,-14-12 7,0 0 0,1-1-1,-1 1 1,1-1 0,-1 0-1,1 0 1,0-1 0,0 1-1,0-1 1,0-1 0,0 1-1,0-1 1,0 0 0,0 0-1,0-1 1,0 0-1,10-2 1,16-8 3,0-1 0,-1-2 0,-1-1-1,0-1 1,47-35 0,130-119-19,-66 51-27,-97 85-98,45-37 272,138-84-1,-200 138-518,1 2 0,0 2 0,1 0 0,1 2 0,0 1 0,1 1 0,-1 2 0,2 1 0,61-3-1,-89 9-117,1 0-1,0 0 1,-1 1-1,1 0 1,-1 0-1,1 0 1,-1 0-1,1 1 0,-1 0 1,0 0-1,1 0 1,-1 0-1,0 1 1,4 3-1,5 9-5136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6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7205,'1'-1'258,"0"0"0,0 0 0,0 0 0,0 0 0,0 0 0,0 1 0,1-1-1,-1 0 1,0 1 0,1-1 0,-1 1 0,0-1 0,3 0 0,-3 1-74,0 1-1,-1-1 0,1 0 0,0 0 0,-1 0 1,1 0-1,0 0 0,-1 1 0,1-1 0,-1 0 1,1 1-1,0-1 0,-1 0 0,1 1 0,-1-1 1,1 1-1,-1-1 0,1 1 0,-1-1 0,0 1 1,1 0-1,2 4 342,-1 0 0,0 0 1,0 1-1,0-1 0,1 12 0,-1-11-1073,14 114 1262,-13-86-601,1-1 0,9 37 1,-10-58-94,1-1 1,-1 1 0,2-1 0,0 1 0,9 15-1,-11-23-1,0 0 0,1-1 0,-1 1 0,1-1 0,0 1 0,0-1 0,0 0 0,0 0 0,0-1 0,1 0 0,-1 1 0,1-1 0,-1-1 0,1 1 0,9 1 0,7 1 56,1-2 1,0 0-1,0-1 1,0-1-1,0-2 1,-1 0 0,1-1-1,34-9 1,5-6 66,100-42 0,-97 30-88,-1-3 1,93-64-1,18-34-4078,-166 124 3431,11-6-922,-2 4-2656,6 0-2601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7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4292,'-24'10'1116,"19"-8"2950,10-3-3560,231-5 1140,-148 5-1445,433 10 173,-292-1-702,99 3-536,233 4-2048,-390-13 636,-2 1-561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4660,'5'1'117,"0"1"-1,0-1 1,0 0 0,0 0-1,0 0 1,0-1-1,1 1 1,-1-1-1,0-1 1,0 1-1,0-1 1,0 0-1,1 0 1,-1 0-1,-1-1 1,8-2-1,24-9 428,0 1 0,1 2 0,1 2 0,57-6-1,-56 8-371,614-56 797,-426 45-1012,715-7-1825,-816 24 1318,17-6-3364,-119 6 2772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4664,'1'0'49,"-1"1"-1,0 0 0,1-1 0,-1 1 0,1-1 1,-1 1-1,1-1 0,-1 1 0,1-1 0,0 1 1,-1-1-1,1 0 0,0 1 0,-1-1 0,1 0 0,0 1 1,-1-1-1,1 0 0,0 0 0,0 0 0,-1 0 1,1 0-1,0 0 0,0 0 0,-1 0 0,1 0 1,0 0-1,-1 0 0,1 0 0,0 0 0,1-1 1,25-16 959,5-1-46,11 8-504,0 2 1,79-6 0,90 11-275,-144 3-13,498 16-1996,-443-21-1846,-92 5 2243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8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3328,'41'5'875,"1"-3"-1,44-3 1,98 8-284,-35 0-375,-34-4-122,79-2 346,-165-3-145,-7 1-58,0 0 0,0-2 1,33-8-1,56-25 91,-95 31-346,1 2 0,26-3 0,-36 5 42,-4 1-29,0 0 0,0 1 0,-1-1 0,1 1 0,0 0 0,0 0 1,0 0-1,-1 0 0,1 0 0,0 1 0,3 2 0,-1-2-26,-2 0-108,17 18 200,-9-18-48,1-1 0,-1 0 0,1-1 0,-1 0 0,1 0 0,0-2 0,15-3 0,2-1 88,0 1-1,38-2 0,-15 5-3427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9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34 3020,'4'-5'658,"1"0"0,0 1 0,1-1 0,-1 1 0,7-4 0,-10 7-1021,0-1 333,-6 3-80,-14 0-366,1 2 0,0 0 1,0 1-1,1 1 1,-17 7-1,18-4-151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52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6065,'1'13'973,"2"-12"-673,2-24 5446,-5 24-5709,0 0 0,1 0 0,-1 0 0,0 0 0,0 0 0,1 0 0,-1 0 0,0 0 0,1 0 0,-1-1 0,1 1 0,0 0 0,-1 0 0,1 0 0,-1-1 0,1 1 0,0 0 0,0-1 0,-1 1 0,1 0 0,0-1 0,0 1 0,0-1 0,0 1 0,0-1 0,0 0 0,-1 1 0,1-1 0,0 0 0,2 0 0,34 4 84,-34-4-85,451-19-1591,-237 5 402,322-28-4368,-343 32 2346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52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1 435 5076,'34'-16'296,"7"-4"257,0 2 0,2 1 0,51-12-1,261-33 2082,-200 38-2049,1276-146 332,-912 124-2610,-175 19-2723,-274 22 1790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53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0 232 5164,'108'-17'1405,"-35"0"-217,7 5-128,6-8-212,2 6-160,4 0-200,20-1-100,15-2-80,9 3-104,10-6-96,3 3-224,1 5-216,-4 1-200,-7 0-264,-18-1-408,-16 6-1384,-13 4-709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53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1 472 4760,'22'-13'283,"-1"-1"172,1 2 1,1 1-1,0 0 1,0 2 0,43-12-1,2 6 562,698-136 3114,-658 135-3952,880-122-2042,-714 99-1200,-196 27 949,-1 2-965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53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1 244 4236,'0'0'1373,"9"-14"-517,4 2-120,3 9-68,6-2-48,10-10-76,25-2-100,67-11 184,-39 13-404,11 1-80,12-3-104,6 3-132,7-1-196,2 1-120,-2 0-228,-13-1-364,-10 1-1324,-5-3-457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54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75 3616,'-45'-22'2177,"43"21"-5,2-2-2095,0 1-1,0 0 1,0-1-1,1 1 0,-1-1 1,1 1-1,0 0 0,0-1 1,0 1-1,0 0 1,0 0-1,0 0 0,1 0 1,-1 0-1,1 0 1,-1 0-1,1 0 0,0 0 1,0 1-1,-1-1 0,1 1 1,4-3-1,-4 3 372,-30 11 812,60-17-1194,-29 6 290,-3 2-410,0-1 61,1 1-1,-1 0 1,0-1-1,1 0 1,-1 1 0,1-1-1,-1 1 1,1-1-1,-1 1 1,1-1-1,-1 0 1,1 1-1,-1-1 1,1 0-1,-1 0 1,1 1-1,-1-1 1,1 0 0,0 0-1,-1 0 1,1 0-1,-1 0 1,1 1-1,0-1 1,0-1-1,7 4 272,-18 6-110,7-7-103,-1 0 0,0-1 0,0 0 0,0 1 0,0-2 0,-1 1 0,1 0-1,0-1 1,0 0 0,0 0 0,0 0 0,-1 0 0,-6-2 0,-10 0 858,24 2-1032,1 0 0,0 0 1,-1 0-1,1 1 0,0-1 0,-1 1 0,1 0 1,-1 0-1,1 0 0,-1 1 0,0-1 0,1 1 1,-1 0-1,0 0 0,3 3 0,-4-4-192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55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3 169 7913,'0'0'1935,"5"-14"1280,6-4 3049,9-5-3748,-6 9-1459,-13 12-377,2-2-695,0 1 0,-1 0 0,1-1 0,-1 0 0,4-6-1,-12-14-18,6 21 166,-25-13-6244,-4-4-1134,16 13 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38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86 272 4588,'-37'-49'4402,"36"47"-3490,-6-15 706,4 10-1252,1 0-1,1 0 0,-1 0 0,1 0 1,0 0-1,1 0 0,0-1 0,0 1 1,1-12-1,14-60 2269,-13 68-2229,0 4 107,-2-17 306,1 34-205,-2 45-311,-27 169-112,21-180-176,0 0 38,1 0 0,3 1 0,3 63 0,1-93-42,0 0-1,2 0 0,-1 0 0,2 0 0,0 0 0,1-1 1,0 1-1,1-1 0,0 0 0,2-1 0,-1 0 1,2 0-1,17 21 0,-18-26-19,-1-1 0,1-1 0,1 0 0,-1 0 0,1 0 0,0-1 0,0 0 0,0-1 0,1 0 0,13 3 0,-7-3-5,0-1 0,1 0 0,0-1 0,-1-1 0,31-2 0,-6-4-38,0-2 0,-1-1 0,0-3 0,51-19 0,-57 17 32,-1-1 0,-1-2 0,0-2 0,36-26 0,-50 32 5,-2-1-1,0-1 1,0-1 0,-2 0-1,0-1 1,0 0-1,-2-1 1,17-27 0,-28 41 16,0 0 1,0 0 0,1 0 0,-2 1-1,1-1 1,0 0 0,-1 0 0,1 0 0,-1 0-1,0 0 1,0 0 0,0-3 0,0-3 10,0 9-11,0 0 1,0 0-1,0 0 1,0 0-1,0 0 1,0 0-1,0 0 1,0 0-1,0-1 1,0 1-1,0 0 1,0 0-1,-1 0 0,1 0 1,0 0-1,0 0 1,0 0-1,0 0 1,0-1-1,0 1 1,0 0-1,0 0 1,0 0-1,0 0 1,0 0-1,0 0 1,0 0-1,-1 0 1,1 0-1,0 0 1,0 0-1,0 0 0,0 0 1,0-1-1,0 1 1,0 0-1,0 0 1,-1 0-1,1 0 1,0 0-1,0 0 1,0 0-1,0 0 1,0 0-1,0 0 1,0 0-1,-1 0 1,1 1-1,0-1 0,0 0 1,0 0-1,0 0 1,0 0-1,0 0 1,0 0-1,0 0 1,0 0-1,-1 0 1,1 0-1,0 0 1,0 0-1,0 0 1,0 0-1,0 1 1,0-1-1,0 0 1,0 0-1,0 0 1,-16 5-2,1 2 0,-1-1 0,1 2 0,1 0 0,0 0 0,0 2 0,1 0 0,0 0 0,0 1 0,1 1 0,1 0 0,0 0 0,-13 20 0,13-14 23,0 0 1,1 1-1,1 1 1,0-1-1,-7 32 1,15-48-21,0 1 0,1-1 0,0 1 0,-1-1 0,1 1 0,1-1 0,-1 1-1,0-1 1,1 0 0,0 1 0,0-1 0,0 1 0,0-1 0,0 0 0,1 0 0,-1 0 0,1 0 0,0 0 0,0 0 0,4 4 0,-2-3 8,0 1 1,1-1 0,0 0-1,-1 0 1,2-1-1,-1 0 1,0 0-1,1 0 1,-1 0 0,10 2-1,10 2 4,0-2 0,0-1-1,1 0 1,0-2 0,0-1-1,36-4 1,155-27 70,-208 28-72,7 0-21,0-2 0,-1 0 0,1-1 0,-1 0 0,0-1 0,0-1 0,-1 0 0,15-11 0,-27 17-2,0 0-1,-1 0 1,1 0 0,0-1 0,-1 1-1,0-1 1,1 1 0,-1-1 0,0 1-1,0-1 1,1 0 0,-1 1 0,-1-1-1,1 0 1,0 0 0,0 0 0,-1 0-1,1 0 1,-1 0 0,1 0 0,-1 0-1,0 0 1,0 0 0,0 0 0,0 0 0,0 0-1,0 0 1,-1 0 0,1 0 0,-1 0-1,1 1 1,-1-1 0,-1-3 0,-2-1-9,0 0 1,0 0-1,0 1 1,0 0 0,-1 0-1,0 0 1,-11-8 0,-1 1 0,0 0 1,-1 1-1,-1 2 1,-35-15 0,-82-19-46,116 38 45,-38-11-155,-1 2-1,-68-6 0,18 15-4362,125 18-1318,10 5-257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38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5036,'0'2'940,"0"0"-1,0-1 0,0 1 0,0 0 0,0 0 0,0-1 0,0 1 0,1 0 0,-1 0 0,1-1 0,1 4 0,15 37 1248,30 47-2480,-40-78 328,1-1 0,-1 0 0,1-1 0,1 1 0,0-2 0,0 1 0,1-1 0,0-1 0,0 0 0,16 8 0,-18-11-47,1 0 1,-1-1 0,1-1-1,0 1 1,0-1 0,0-1-1,0 0 1,0 0 0,0 0-1,0-2 1,0 1 0,0-1-1,0 0 1,0-1 0,13-3-1,-8 0 26,0 0-1,-1-1 0,1 0 0,19-12 1,-27 14-25,0-1 0,0 1 1,0-1-1,-1 0 0,0-1 0,0 1 1,0-1-1,0 0 0,-1 0 1,7-13-1,-6 10 38,-1 0-1,-1 0 1,1-1 0,-2 1-1,1-1 1,-1 1 0,0-1-1,0-11 1,-2 17 128,-4 5-148,0 0 1,0 0-1,0 0 0,0 0 1,0 1-1,0-1 1,1 1-1,-1 0 1,1 0-1,0 1 0,-1-1 1,1 1-1,0-1 1,0 1-1,0 0 1,1 0-1,-1 0 1,1 1-1,0-1 0,0 1 1,0-1-1,0 1 1,0 0-1,1-1 1,0 1-1,0 0 0,0 0 1,-1 7-1,-1 8-109,1 1 0,1 0-1,1-1 1,3 27 0,-3-45 90,1 6-244,-1 1 1,2-1-1,-1 1 1,1-1-1,0 0 1,0 0-1,1 0 1,0 0-1,1 0 0,3 6 1,-2-6-834,1 0 0,-1-1 0,1 1 0,0-1 0,8 6 0,22 15-5020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39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39 6501,'0'0'1394,"-3"1"-188,-21 6 531,22-7-1129,3 3-78,7 36 427,-4-25-824,-1 0 0,-1 0 0,0 0 1,0 1-1,-1-1 0,-1 1 0,-1-1 0,0 1 0,-3 14 1,-9 37 137,12-63-163,5-26 25,35-157 377,-34 161-215,0 0 0,2 0-1,0 1 1,11-19 0,-1 47 76,-13-6-334,-1 0 1,0 0 0,0 1-1,0-1 1,0 1 0,-1 0-1,1-1 1,-1 1 0,0 1 0,-1-1-1,0 0 1,1 0 0,-1 7-1,7 20 97,13 42-5,-13-42-714,2 0 1,24 56 0,-31-83 183,0 0 0,0 0 1,1 0-1,0-1 0,0 1 0,0-1 1,1 0-1,-1-1 0,8 6 1,13 5-3797,-4-3-784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39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6525,'5'4'596,"-1"-1"-1,1 1 1,-1 0 0,0 1 0,0-1 0,-1 0 0,5 8 0,10 12 936,-12-16-1230,-1 0-1,-1 0 1,0 1-1,0-1 1,0 1 0,-1 0-1,0 0 1,-1 0 0,0 0-1,1 18 1,0-8 55,7 46 43,-3 1 0,-3 101 0,-6-112-2910,-16 87 1,9-92-1374,5 1-1930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39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5044,'12'9'1641,"-2"2"-345,9-16-64,-3-4-240,12-2-300,26-4-148,0-2-84,13 0-284,9-6-388,7 6-444,-4-6-688,0-5-1584,1 8-1025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39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0 238 9853,'48'-63'1620,"-29"43"-284,9 6-236,-5-4-132,2 4-184,7 0-264,6 0-263,-3 2-618,12-5-583,-2 6-328,-4-9-748,0 8-1456,1 4-1905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0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4 217 7909,'-3'-25'2020,"22"5"-324,6 2-256,1 4-112,-4 0-264,19-9-208,-9 9-207,6-1-245,3 1-644,7-3-789,3 6-475,-7-7-2696,4 4-3209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0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23 309 8925,'-6'-14'2284,"-1"2"2828,1-5-3879,3 0-277,25 0-260,16-3-100,6 0-132,14-3-268,8 0-380,4-2-440,13 2-408,6 0-740,-1 0-317,1-3-2167,0 1-3265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0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13 9029,'-8'-13'3699,"10"27"2339,1 2-3471,-2-1-3397,-2 15 1373,2 0 1,2 0 0,8 43 0,2 21-445,-9 29-1790,-2-40-1129,6 0-3927,1-29-1788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0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388 159 9233,'-2'2'1705,"-4"0"-1261,1 1 1,0 0-1,-1 1 0,2-1 0,-1 1 0,0 0 0,1 0 0,0 0 0,-1 1 1,2-1-1,-1 1 0,1 0 0,-1 0 0,1 0 0,1 1 0,-4 7 0,3-4-366,0 0 1,1 0-1,0 1 0,1-1 0,0 1 0,0-1 0,1 1 0,0-1 0,0 1 0,1-1 0,1 0 0,0 1 0,0-1 0,1 0 0,0 0 1,0 0-1,1 0 0,8 14 0,-6-14-66,1-1 1,-1 0-1,1 0 1,0 0-1,1-1 1,0 0-1,0-1 1,1 0-1,-1 0 1,1-1-1,1 0 1,-1 0-1,1-1 1,-1 0-1,1-1 1,17 4 0,-1-3-37,0-1 1,-1-1 0,1 0 0,0-3 0,0 0 0,0-1 0,28-7 0,-38 6 3,-1-1 0,0 0 0,0-1 1,0-1-1,0 0 0,-1-1 0,0-1 0,-1 0 0,0-1 0,0 0 0,-1-1 0,20-21 0,-27 26 18,-1 0-1,0 0 1,0 0 0,-1-1-1,0 0 1,0 0 0,0 1-1,0-2 1,-1 1-1,0 0 1,-1 0 0,1-1-1,-1 1 1,0-1 0,-1 1-1,0-9 1,-1 7-3,0 0 0,-1 0 0,0 0 0,0 0 0,-1 0 0,0 0 0,0 1 0,-1-1 0,0 1 0,0 0 0,-9-9 0,-2-1-10,0 1 0,-1 0 0,-1 1-1,0 1 1,-2 1 0,1 0-1,-1 2 1,-35-16 0,16 12-10,-1 2 0,0 1 1,0 2-1,-1 2 0,0 2 0,0 1 1,-1 2-1,-62 4 0,83 0-107,0 2-1,0 0 1,1 2 0,-1 0-1,1 1 1,-31 14 0,36-13-484,1 0 1,-1 1 0,-19 16-1,24-16-397,1-1 0,1 1 0,-1 0 0,1 0 0,-10 17 0,0 9-5818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4:41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1 701 10001,'0'-1'2,"9"-7"428,1 0 0,0 0 0,0 1-1,0 0 1,1 0 0,0 1 0,1 1 0,18-7-1,233-76 4580,12-4-3158,122-23-777,202-61-814,-290 85-1830,2 25-3830,-284 63 3254,-22 2-1807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1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115 426 7681,'-10'-2'2157,"0"0"-1,0 0 1,1-1 0,-16-7 0,3 1-119,20 9-1907,1-1 0,-1 0 0,1 1 0,0-1 0,-1 0 0,1 0 0,0 0 0,0 0 0,0 0 0,0 0 0,0 0 0,-2-2 0,-8-7 1339,20-12-143,-6 17-1250,0 0 0,1 0 0,-1 0 0,1 1 0,0 0 0,0-1 0,0 2 0,1-1 1,0 0-1,-1 1 0,1 0 0,11-5 0,7-2 117,43-12 0,-39 13-104,267-70 30,40 16-2771,-273 52 1866,238-42-4580,-139 25-752,-46 8-2584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1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687 117 5617,'-2'-6'503,"-9"-22"4231,10 27-4540,1 0 1,-1 0-1,0-1 1,0 1-1,0 0 1,0 0 0,1 0-1,-1 0 1,-1 0-1,1 0 1,0 1-1,0-1 1,0 0-1,0 0 1,0 1-1,-1-1 1,1 1 0,0-1-1,-3 0 1,-20-1 851,-1 0 0,0 2 0,-26 3 0,15 1-553,0 2 0,1 2 0,-58 20 0,58-15-224,-40 21 0,60-26-207,0 1 0,0 0 0,1 1 0,1 1 0,-21 19 0,29-25-50,-13 14 60,1 1-1,-26 39 0,39-54-60,1 2 0,0-1-1,0 0 1,0 1 0,1-1 0,-1 1-1,2 0 1,-1 0 0,1 0 0,0 0 0,0 0-1,1 0 1,0 0 0,0 0 0,2 9-1,0-11-8,-1-1 0,1 0-1,0 0 1,0 0 0,0 0 0,1 0-1,-1-1 1,1 1 0,5 5-1,-6-7 3,0 0-2,-1-1 0,1 1 0,0-1 0,0 1 0,0-1 0,0 0 0,0 0-1,0 0 1,1 0 0,-1 0 0,0-1 0,0 1 0,1-1 0,-1 1 0,0-1 0,5 0 0,35-4 18,-32 3-14,7-3-9,1 0 0,0-1 1,-1-1-1,0 0 1,-1-1-1,1-1 0,26-17 1,99-83 64,-130 98-63,24-20 226,-1-1 0,-1-2 0,-2-1 0,-1-2 1,-2-1-1,31-52 0,-59 88-153,0 0-1,0-1 1,0 1-1,0 0 1,0-1 0,-1 1-1,1-1 1,-1 1 0,1-1-1,-1 1 1,1-1 0,-1 1-1,0-1 1,0 1 0,0-1-1,0 0 1,0 1 0,0-1-1,0 1 1,0-1 0,-2-2-1,2 3-24,0 1 0,-1 0 0,1 0 0,0 0-1,-1 0 1,1-1 0,0 1 0,-1 0 0,1 0 0,0 0-1,-1 0 1,1 0 0,0 0 0,-1 0 0,1 0 0,-1 0-1,1 0 1,0 0 0,-1 0 0,1 0 0,-1 0 0,1 0-1,0 0 1,-1 1 0,1-1 0,0 0 0,-1 0 0,-16 14 967,13-7-855,-1-1 1,1 1 0,0 0 0,1 0-1,0 0 1,0 0 0,0 1 0,1 0-1,-1 7 1,-9 68 622,-21 570-747,49-478-4248,6-62-2224,-12-72 133,5-4-3979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3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80 4660,'10'9'1924,"-7"-14"-19,-11-24 2336,0 0 1496,16 8-5368,-5 16-250,-11 14-71,-17 31-32,1 0 1,1 1-1,3 2 0,2 0 1,-24 81-1,28-65 12,3 0-1,2 1 1,2 0-1,4 101 1,6-28 13,-3-130 29,1 16 92,0-19-134,-1 1-1,0 0 1,0 0 0,1 0-1,-1-1 1,0 1 0,0 0-1,0 0 1,0 0 0,0-1-1,0 1 1,0 0 0,0 0-1,0 0 1,-1 0 0,1-1-1,0 1 1,0 0-1,-1 0 1,1-1 0,0 1-1,-1 0 1,1 0 0,-1-1-1,1 1 1,-1 0 0,1-1-1,-1 1 1,0-1 0,1 1-1,-1-1 1,-1 1 0,2 0-18,0-1 0,0 0 1,0 0-1,0 1 1,0-1-1,0 0 1,-1 0-1,1 0 1,0 1-1,0-1 1,0 0-1,-1 0 0,1 0 1,0 1-1,0-1 1,0 0-1,-1 0 1,1 0-1,0 0 1,0 0-1,-1 0 1,1 0-1,0 0 0,0 0 1,-1 0-1,1 1 1,0-1-1,-1 0 1,1 0-1,0-1 1,0 1-1,-1 0 1,1 0-1,0 0 1,0 0-1,-1 0 0,1 0 1,0 0-1,0 0 1,-1 0-1,1-1 1,0 1-1,0 0 1,0 0-1,-1 0 1,1 0-1,0-1 0,0 1 1,0 0-1,-1 0 1,1 0-1,0-1 1,0 1-1,0 0 1,0 0-1,0-1 1,-3-23 381,-2-10 32,19 22-296,-5 5-101,0 0 0,1 0 1,0 0-1,1 2 0,0-1 1,14-5-1,73-19 77,-46 16-35,107-26 25,259-31 0,-353 60-46,-20 3-34,49-1-1,-76 9-6,-15 0 4,-1-2-1076,16-8-433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4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32 289 5136,'-1'0'79,"1"0"-1,-1 0 0,0 0 0,1-1 0,-1 1 1,1 0-1,-1-1 0,1 1 0,-1-1 0,1 1 1,-1-1-1,1 1 0,-1-1 0,1 1 0,-1-1 0,1 1 1,0-1-1,-1 1 0,1-1 0,0 0 0,0 1 1,-1-1-1,1 1 0,0-1 0,0 0 0,0 1 1,0-1-1,0 0 0,0 1 0,0-1 0,0 0 0,0 1 1,0-1-1,0 0 0,0 1 0,1-2 0,-1 2 7,0-1-1,0 1 0,-1 0 0,1-1 0,0 1 0,0-1 0,0 1 0,0-1 0,-1 1 1,1-1-1,0 1 0,0 0 0,-1-1 0,1 1 0,0-1 0,-1 1 0,1 0 0,0-1 1,-1 1-1,1 0 0,0 0 0,-1-1 0,1 1 0,-1 0 0,1 0 0,-1 0 0,1-1 1,-1 1-1,0 0 0,1 0 1,-1 0 1,0-1-1,1 1 1,-1 0 0,0 0-1,1-1 1,-1 1-1,1 0 1,-1-1-1,0 1 1,1-1-1,-1 1 1,1-1 0,0 1-1,-1-1 1,1 1-1,-1-1 1,1 0-1,0 1 1,-1-1-1,1 1 1,0-1-1,0 0 1,-1 1 0,1-2-1,0-5 164,1 0 1,-1 0-1,1 0 0,1 0 0,-1 0 1,1 0-1,1 1 0,-1-1 0,1 1 0,0-1 1,0 1-1,6-7 0,-3 4-66,1 1 0,1 0 0,-1 0 0,1 1 0,0 0 0,1 1-1,13-9 1,-2 4-237,1 1 0,1 0 0,0 2-1,0 1 1,1 0 0,43-6 0,60-1-3246,-70 11-2036,-25 3-145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4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13 206 6705,'-13'15'2044,"29"-27"-168,-3 1-416,6-1-256,0 4-240,-3-4-456,-1 1 164,11-3-248,12-6-428,-6 2-516,-4 1-376,14 0-268,-4-9-408,6 4-1868,4 2-1837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4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97 107 4184,'1'-2'334,"0"-1"0,-1 1 0,1-1 0,-1 1 0,1-1 0,-1 1 0,0-1 0,0 1 0,0-1 0,0 1 0,-1-1 0,1 0 0,-1 1 0,0-1 0,1 1 0,-1 0 0,0-1 0,0 1 0,-1 0 0,1-1 0,-3-2 0,-5-12 1259,8 14-625,1-8-499,-2-7 2927,1 18-3312,1 0 0,-1 0 1,0 0-1,0 0 0,0 0 1,0 0-1,1 1 0,-1-1 0,0 0 1,0 0-1,1 1 0,-1-1 1,0 1-1,0-1 0,1 1 0,-1-1 1,0 1-1,1-1 0,-1 1 1,1 0-1,-1-1 0,0 2 0,-3 2-61,1 0 0,-1 1-1,1-1 1,0 1-1,0 0 1,1-1 0,-1 1-1,1 0 1,0 1-1,-2 9 1,-9 62 40,8-44 39,2-14-60,1 1 0,0 0-1,2 0 1,0 0 0,1-1 0,1 1 0,1 0 0,1-1 0,0 1 0,2-1 0,0 0-1,1-1 1,1 1 0,1-2 0,19 31 0,-27-46-38,10 17 29,2-1 1,0 0-1,1-1 0,22 21 1,-20-24-40,-2 0 1,0 1 0,18 26-1,-6-8 66,-24-30-60,0-1 1,0 1 0,0 0 0,0 0 0,-1 0 0,1 0-1,-1 0 1,0 1 0,1-1 0,-1 0 0,-1 1 0,1-1 0,0 0-1,-1 1 1,0-1 0,0 1 0,0-1 0,0 1 0,-1-1-1,1 1 1,-1-1 0,-1 4 0,0-2-2,-1 1 1,1-1 0,-1 0-1,-1 1 1,1-1-1,-1-1 1,0 1-1,0-1 1,0 1-1,0-1 1,-1 0-1,-5 3 1,-22 21-524,26-20-74,-1-2-1,-1 1 0,-11 7 1,16-12-196,-4 2 799,13-22-14516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0 218 7057,'0'0'2006,"2"-3"-209,2-3-1294,1 1-1,0-1 1,0 1-1,0 0 0,0 1 1,1-1-1,0 1 1,8-5-1,58-25 1006,-22 11-709,3-1-1068,1 2 0,2 3-1,63-15 1,-60 26-3156,-47 7 2145,-5 2-2340,4 6-1683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5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1372 4948,'0'0'1888,"1"-3"-1103,0-1-1166,-1 3 596,0-1-1,0 1 1,0-1-1,1 1 0,-1-1 1,1 1-1,-1-1 1,1 1-1,-1-1 1,1 1-1,0 0 1,0-1-1,0 1 1,0 0-1,0 0 1,0-1-1,0 1 1,0 0-1,0 0 0,0 0 1,1 0-1,-1 1 1,0-1-1,1 0 1,-1 0-1,1 1 1,-1-1-1,1 1 1,-1-1-1,3 1 1,811-305 2972,-403 147-2558,144-58 405,248-91 193,130-14-408,-927 319-723,33-13-1078,-36 10-41,-21 3 58,-5 3-726,0 2 1,-37 8-1,14-3-2288,3 1-1897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6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1529 6617,'-89'11'4865,"86"-11"-2576,3-1-2183,1-1-1,0 1 1,0-1-1,-1 0 1,1 1-1,0-1 1,1 1-1,-1 0 1,0-1-1,0 1 1,1 0-1,2-2 1,0-1 94,14-10-8,0 2 0,0 0 0,1 2 0,1 0 0,0 1 0,26-9 0,-18 7-77,864-332 887,-363 143-781,557-239-77,-548 217 52,-225 84 155,-199 86-17,-69 28-272,-42 22-140,-6 4-947,-26 12-1263,0 0 0,-39 11 0,32-13-1099,1 7-1387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6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1 941 5324,'0'0'4241,"0"-3"-2891,0-3-1305,0 4 335,0-1 0,0 0 0,0 0-1,0 0 1,0 1 0,1-1 0,-1 0 0,1 0 0,0 1 0,-1-1 0,2 0 0,-1 1 0,0-1 0,0 1-1,1-1 1,2-3 0,-2 4 1523,0 12-1680,0 1 0,1-1-1,0 0 1,1 0 0,0 0-1,1-1 1,10 18 0,-9-17-107,9 15-36,2 0 0,1-2 0,0 0 0,2 0 0,0-2 0,2-1 0,0 0 1,1-2-1,1 0 0,1-2 0,1-1 0,0-1 0,0-1 0,1-1 0,1-1 1,0-2-1,41 9 0,-53-16-41,0-1 1,-1 0 0,1-2-1,-1 0 1,1 0-1,-1-1 1,1-1 0,-1-1-1,0 0 1,27-12-1,8-7 60,81-52 0,-82 46-81,63-43-26,-3-4 0,142-131 0,174-207-3022,-248 237 216,-135 136 1880,-8 8-1208,51-61-1,-67 64-2845,-12 18 735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7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7 694 5477,'9'2'2194,"-25"-12"5160,33 18-5651,5 4-862,0 1-1,37 27 0,-38-24-410,1 0-1,45 22 1,-49-31-354,1 0 0,0-1 1,0-1-1,0-1 0,1 0 0,-1-1 1,1-2-1,0 0 0,-1-1 0,1-1 1,0 0-1,0-2 0,-1 0 0,0-2 1,0 0-1,0-1 0,0-1 0,31-15 1,58-43 56,-3-4 0,106-91 0,176-182-4996,-329 288 3065,20-13-3120,-4 10-2905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19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19 4588,'0'0'20198,"-13"-18"-19732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0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0 403 9585,'92'-28'2012,"-73"25"-112,22-6-140,20-2-223,-10-1-245,3-2-260,12-3-220,10-3-168,7-6-124,12-2-100,10-4-84,6 3-156,3 1-448,7-4-552,0-2-716,3 0-616,-1 8-2953,-5 6-4060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0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1112 284 8173,'4'-25'925,"-3"19"-495,0 0 0,0 1 1,1-1-1,-1 0 0,1 1 1,1-1-1,4-9 0,-6 13-220,-1 0 0,1 0 0,-1 0 0,0 0-1,1 0 1,-1 0 0,0 0 0,0 0 0,-1 0-1,1 0 1,0 0 0,-1 1 0,1-1 0,-1 0-1,1 0 1,-1 0 0,0 0 0,0 1-1,0-1 1,0 0 0,-1-1 0,-30-40 1845,24 34-1728,0-1-110,0 1 0,0 1 0,-1-1 0,0 1 0,-1 1 0,0 0 0,0 0 0,0 1 0,-1 0 0,1 1 0,-2 0 0,-16-4 0,11 5-96,1 1 0,-1 0 0,0 2-1,0 0 1,0 0 0,1 2 0,-1 0 0,-18 4 0,-6 4-59,1 3 0,1 0 0,0 3 0,1 1 0,1 2 0,-50 31 0,-147 109 143,202-133-232,2 2 0,1 0-1,1 2 1,1 1 0,-22 33-1,46-58 6,0-1 1,0 1-1,0 0 0,1 0 0,0 0 0,0 0 0,0 1 0,1-1 1,0 0-1,-1 9 0,2-12 10,0 0 1,0 0-1,0 0 1,1-1-1,-1 1 0,0 0 1,1 0-1,-1-1 1,1 1-1,0 0 0,0-1 1,-1 1-1,1 0 1,0-1-1,0 0 1,0 1-1,1-1 0,-1 1 1,0-1-1,1 0 1,-1 0-1,0 0 0,1 0 1,-1 0-1,1 0 1,0 0-1,-1 0 0,1-1 1,0 1-1,-1-1 1,1 1-1,0-1 1,0 0-1,0 1 0,2-1 1,22 2-159,0-1 1,0-1 0,0-1 0,50-9-1,107-34-689,-179 43 841,230-77-754,-199 63 710,-1-1 0,0-2 1,-2-2-1,44-33 0,-68 46 253,0 0 1,-1-1-1,0 0 1,-1 0-1,0 0 0,0-1 1,-1 0-1,0-1 1,0 1-1,-1-1 0,4-13 1,-8 21-70,1 1-1,-1 0 1,0-1 0,1 1 0,-1 0 0,0-1 0,0 1 0,1-1 0,-1 1-1,0-1 1,-1 1 0,1 0 0,0-1 0,0 1 0,-1-1 0,1 1 0,0 0-1,-1-1 1,1 1 0,-1 0 0,0-1 0,-1-1 0,2 3-82,0 0 1,-1 0-1,1 0 0,0-1 1,0 1-1,-1 0 1,1 0-1,0 0 1,-1 0-1,1 0 0,0 0 1,-1 0-1,1 0 1,0 0-1,-1 0 1,1 0-1,0 0 0,-1 0 1,1 0-1,0 0 1,0 0-1,-1 0 0,1 0 1,0 0-1,-1 0 1,1 1-1,0-1 1,0 0-1,-1 0 0,1 0 1,-1 1-1,-9 17 1040,4 11-554,1 0 0,1 1 0,1 58 1,3-68-378,-2 249 686,-23 343-317,2-431-595,-39 399-30,61-564 98,1 0 0,0-1 1,1 1-1,6 28 1,-5-44 13,-1 1-1,0-1 1,0 0-1,0 1 1,0-1 0,1 0-1,-1 0 1,0 0 0,0 0-1,0 0 1,1 0 0,-1-1-1,0 1 1,0 0 0,0-1-1,0 1 1,2-1 0,-2 1 1,3-2-15,1 1 0,-1-1 0,0 0 0,0 0 0,1 0 0,-1 0 0,-1-1 0,1 1 0,0-1 1,-1 0-1,1-1 0,-1 1 0,4-5 0,36-54-527,-30 41 175,-1 3-164,43-72-2757,-25 27-2115,-24 41-1421,-7-7-4557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1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4889 868 5344,'-4'-11'318,"0"1"-1,-1-1 1,0 1-1,0 0 0,-1 1 1,0 0-1,-1 0 0,0 0 1,0 0-1,-1 1 1,0 1-1,-1-1 0,0 1 1,0 1-1,0-1 1,-17-7-1,-7-2 70,0 2-1,-1 1 1,-68-16-1,-1 7-127,0 5 0,-1 5-1,-1 4 1,-174 9 0,60 17-116,-259 55 1,201-14-72,-321 112 1,379-91 274,-393 202-1,475-204-91,3 6 0,4 6 0,-164 147 0,207-157-47,4 5 1,4 2-1,4 4 0,4 3 0,-70 124 0,103-151-41,3 3-1,4 0 0,-45 148 1,63-164-101,2 0 1,2 1-1,3 1 1,2-1-1,2 0 1,8 73 0,2-69-46,2 0-1,2-1 1,3 0 0,3-2 0,2 0 0,3-1 0,2-1-1,2-1 1,2-1 0,3-2 0,2-1 0,2-1 0,2-3 0,2-1-1,2-1 1,2-3 0,1-2 0,2-1 0,2-3 0,1-2 0,77 37-1,-42-30-14,2-4-1,1-4 0,2-4 1,93 15-1,-63-22 34,0-6 1,200-2-1,-152-19 12,229-38 1,152-76-70,-273 38 12,348-154 1,230-195 18,-612 289-38,284-224 0,-375 245 24,-5-8-1,221-251 1,-300 297 100,-5-2 0,-3-3-1,68-141 1,-107 193-68,-2-2 0,-1 0-1,-2-2 1,-2 1 0,-2-1 0,-1-1 0,-3 0-1,-1 0 1,-2-1 0,-2 0 0,-4-60-1,-1 55-27,-3 0-1,-1 0 0,-3 1 0,-1 0 1,-3 0-1,-1 1 0,-39-77 0,25 70 3,-2 2-1,-2 0 0,-3 3 1,-1 1-1,-74-71 0,47 59 2,-3 4 0,-2 2 0,-111-64 0,82 63-1,-3 4-1,-126-43 1,94 48-5,-2 7-1,-1 5 1,-2 6 0,0 6-1,-188-4 1,203 25-60,0 4-1,1 6 1,0 5-1,1 6 1,2 5 0,-162 56-1,165-38-645,3 4-1,-213 127 1,246-123-1003,3 4-1,2 3 1,2 3-1,-90 100 1,76-57-3804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2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41 11693,'-45'-4'7784,"7"0"-5622,-90 1 2107,123 3-3827,-17-3 184,22 3-609,-1 0-1,1 0 0,-1 0 0,0 0 0,1 0 1,-1 0-1,1 0 0,-1 0 0,1 0 0,-1 0 0,0-1 1,1 1-1,-1 0 0,1 0 0,-1-1 0,1 1 1,-1 0-1,1-1 0,-1 1 0,1 0 0,-1-1 0,1 1 1,0 0-1,-1-1 0,1 1 0,-1-2 0,12-6-98,-6 6-87,1 0 1,-1 0 0,1 0 0,-1 1-1,9-1 1,-11 2 13,15 0-1497,0 0 1,33 6-1,-45-4 301,1-1-1,-1 1 1,0 1-1,0-1 1,0 1 0,10 6-1,3 3-7415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2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1 9341,'0'0'2998,"-1"2"-1701,0 2-825,-1 0 1,0 0 0,1 0-1,-2-1 1,1 1-1,0 0 1,-1-1-1,0 0 1,1 0-1,-1 0 1,-1 0 0,1 0-1,0 0 1,-1-1-1,1 0 1,-1 1-1,0-1 1,0-1-1,1 1 1,-10 2-1,5-1-1102,-3 1 4411,-24 10 2021,32-13-6332,0-1-1,0 0 0,0 0 1,0 0-1,0 0 0,0 0 0,1-1 1,-1 1-1,0-1 0,0 0 1,0 0-1,-4-2 0,-5-1-2796,-3 2-3926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7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 4920,'67'-37'420,"-36"17"-556,4 0-1396,0-6 844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39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53 6957,'-1'0'135,"0"-1"-1,0 1 1,0-1 0,0 1 0,0-1 0,0 0 0,0 1 0,0-1 0,0 0 0,1 0-1,-1 1 1,0-1 0,0 0 0,1 0 0,-1 0 0,1 0 0,-1 0 0,1 0 0,-1 0 0,1 0-1,0 0 1,-1 0 0,1 0 0,0 0 0,0 0 0,0 0 0,0-1 0,0 1 0,0 0-1,1-5 5249,13-15 4998,-17 24-10226,0-1 0,0 1-1,0 0 1,0 0 0,0 0 0,1 0-1,0 1 1,0-1 0,0 1-1,0-1 1,0 1 0,-1 5 0,-6-4 194,8-5-310,0 0 1,0 0-1,0 0 0,0 0 0,0 0 0,0 1 1,0-1-1,0 0 0,0 1 0,0-1 0,1 1 1,-1-1-1,0 1 0,0-1 0,0 1 0,1 0 1,-1-1-1,0 1 0,1 0 0,-1 0 0,1-1 1,-1 1-1,1 0 0,-1 1 0,-27 162 1279,-11 110-1671,37-231-2348,4 52 0,1-62-1114,1-1 0,12 42 0,-4-35-7427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0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1 158 8989,'0'0'15147,"3"-2"-14345,19-10-502,1 1 1,0 1-1,0 1 0,1 1 1,33-6-1,132-16-2899,-111 20 1111,33-6-1183,70-10-5529,-80 17-598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0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67 420 8085,'1'-4'297,"1"-1"0,0 1 1,0 0-1,0 0 0,1 0 1,4-6-1,-6 9-86,1 0 1,0 0 0,-1 0-1,1 0 1,0 0 0,0 0-1,-1 0 1,1 0 0,0 1-1,0-1 1,0 1 0,0-1-1,0 1 1,0 0 0,0 0-1,7 0 7893,-8-2-7812,0 1 0,0-1 0,0 0 0,0 1 1,0-1-1,1 1 0,-1 0 0,1-1 0,-1 1 0,3-2 483,-14 10-100,4-2-461,-1 1-1,1-1 1,0 1-1,1 1 1,-1-1-1,1 1 1,1 0-1,-1 0 1,1 1-1,-5 12 1,-3 11 256,-11 43 0,17-54-332,-1 7-60,1 0-1,1 1 1,1 0-1,2 0 1,0 0 0,2 0-1,2 1 1,0-1-1,11 48 1,-10-66-78,0-1-1,0 0 1,1 1-1,0-1 1,0 0-1,1-1 1,1 1-1,-1-1 1,1 0-1,1-1 1,-1 1-1,1-1 1,1 0-1,14 10 1,-12-11-46,0 0 0,1-1 0,-1 0 1,1-1-1,0 0 0,0-1 0,0 0 0,1-1 0,-1 0 0,0 0 0,1-1 1,21-2-1,-18 0 14,1-1 1,0 0-1,-1-1 1,0-1 0,1 0-1,-2-1 1,1-1-1,0 0 1,-1-1-1,0-1 1,-1 0-1,24-19 1,-22 14 14,0 0-1,-2-2 1,1 1 0,-2-2 0,13-19-1,-18 23 17,0 0-1,-1-1 1,-1 1 0,0-2-1,-1 1 1,0 0-1,-1-1 1,2-17-1,0-9-8,-2 0 0,-1 0 0,-2 1 0,-2-1 0,-2 0 0,-1 0 0,-3 1 0,-19-64 0,19 80 3,-2 0 0,0 1 0,-2 0 1,-1 0-1,0 1 0,-1 1 0,-28-30 1,29 37-35,-1 0 1,-1 1-1,0 0 1,-1 1-1,0 1 1,0 0 0,-1 1-1,0 1 1,-1 1-1,-26-8 1,34 13-299,-1 0-1,1 0 1,-1 1 0,1 0 0,-1 1-1,0 0 1,1 0 0,-1 2 0,0-1 0,1 1-1,0 1 1,-20 6 0,-16 16-3675,39-19 2122,0 0 1,0 0 0,-10 11-1,3-1-7646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4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6 8917,'-4'4'526,"-7"6"-192,4-7 3800,0-12-3533,0-3-1259,0 10-4955,-7 5 356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5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115 375 5845,'-2'1'108,"1"0"1,0-1 0,-1 1-1,1-1 1,-1 1 0,1-1-1,0 0 1,-1 1 0,1-1-1,-1 0 1,1 0 0,-1 0-1,1 0 1,-1-1 0,1 1-1,-1 0 1,1 0 0,-1-1-1,1 1 1,0-1 0,-1 0-1,1 1 1,0-1 0,-1 0-1,1 0 1,0 0 0,0 1-1,0-1 1,0-1 0,0 1 0,0 0-1,0 0 1,-1-2 0,0 1 969,-2 2-43,-36-3 1961,37 2-2688,1-1 0,0 0 0,0 1 0,0-1 0,0 0 1,0 0-1,0-1 0,0 1 0,-1-3 0,23-7 49,1 1 0,0 2 1,1 0-1,33-10 0,101-17 163,-82 20-290,492-100 391,-334 70-502,130-14-484,-356 59 284,-1 1 0,1 0 0,-1 0 0,1 0 0,0 1 0,-1 0 0,10 3 0,-8-2-61,-7-1 67,0 0 0,0 0 0,0 0 0,0 0 1,0 1-1,-1-1 0,1 0 0,0 0 0,0 0 0,-1 0 0,1 0 0,-1 0 0,1 0 0,-1 0 0,1 0 1,-1 0-1,-1 1 0,2-1-14,-4 4-313,-1 1 1,0-1 0,0 0 0,0 0-1,0-1 1,-1 1 0,0-1 0,0 0-1,0-1 1,-13 6 0,-8 5-3795,12-6-2624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54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2868 273 4176,'-27'-10'799,"17"7"-268,1-1 0,-1 1 0,1-2 0,0 1 0,1-1 0,-1 0 0,1-1 0,-14-12 0,-30-49 2258,40 51-2154,0 0 1,-27-29-1,36 43-616,0 0 1,0 1-1,0-1 1,0 1-1,0 0 1,0 0-1,0 0 1,0 0-1,-1 1 1,1-1-1,0 1 1,0 0-1,-6 0 1,-131 7 98,76-2-132,-79-3 1,3-5 24,-60-5-42,113 1 20,-108 5 0,144 6 18,1 2 0,0 2 0,0 3 0,1 1 0,0 3 0,-54 24 0,-2 8 38,-156 97 0,183-94 10,2 4 0,-133 122 0,150-117 192,3 3 0,2 2-1,-60 95 1,78-102-40,4 1-1,2 2 1,2 1 0,-32 108 0,56-151-149,0 1 0,1 0 1,2 0-1,0 0 1,0 0-1,2 0 1,0 1-1,2-2 1,0 1-1,1 0 1,1 0-1,0-1 1,1 0-1,2 0 1,0-1-1,0 0 1,2 0-1,0-1 0,0 0 1,2-1-1,0 0 1,1-1-1,0 0 1,1-1-1,24 17 1,6 0-15,1-2 1,1-1 0,2-3 0,1-2-1,0-2 1,102 27 0,-59-27-16,0-4 0,1-3 0,107-1 0,-124-11-87,0-4 1,0-3-1,0-3 0,122-31 1,-146 25-78,0-2 1,-1-3-1,0-2 0,-2-2 1,-1-2-1,-1-2 0,54-43 1,20-29-293,131-142 1,78-143-15,-298 345 441,-1-1 0,-3-2 1,-1-1-1,-3-1 0,31-76 1,-51 109 18,-1 1 0,-1-1 0,0 1 1,0-1-1,-1 0 0,-1 1 0,0-1 1,0 0-1,-1 0 0,-3-14 0,-1 9 4,1 1 1,-2-1-1,0 1 0,-1 0 0,-1 0 1,-12-17-1,-7-5 11,-1 1 1,-3 1 0,0 2 0,-45-36 0,40 38-29,-2 1 1,-1 3-1,-1 1 1,-1 1-1,-1 3 1,-47-19-1,66 33-158,0 1-1,-1 0 1,0 2-1,0 1 1,-1 1 0,1 1-1,-1 1 1,0 1-1,0 1 1,0 1-1,1 1 1,-1 2-1,-38 10 1,43-7-575,1 1 0,-1 1 0,1 0 0,1 2 0,0 0 0,1 1 0,0 1 0,-26 25 0,-12 20-4593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57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64 272 5925,'19'-6'6703,"-26"-3"1043,-1 2-4899,6-4-2839,1 9 0,1-1-1,-1 1 1,1-1 0,0 0-1,0 1 1,0-1 0,0 1-1,0-1 1,1 1 0,-1-1-1,1 1 1,1-4 0,-1 1 1,0 1 1,0-1-1,-1 0 1,1 0-1,-1 1 1,0-1-1,-1-5 0,1 0-44,0 7 9,-20-20-48,8-40 86,-4 3 78,10 69-266,5-8 109,0-1 1,1 1 0,-1 0 0,0 0 0,0 0-1,1 0 1,-1-1 0,0 1 0,1 0-1,-1 0 1,1 0 0,-1 0 0,1 0 0,0 0-1,-1 0 1,1 1 0,0 1 0,-2 8-314,-2 41-2939,4-40 1503,0-1 0,1 1-1,2 12 1,9 35-6239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9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112 372 4436,'0'0'14260,"12"-7"-14004,-5 0 2657,-12 7-2862,0 0 1,0 1 0,0 0 0,0 0-1,0 0 1,1 1 0,-1-1-1,0 1 1,1 0 0,-1 0 0,-6 6-1,6-6 60,0 1 0,-1-1 0,1 0-1,0 0 1,-7 1 0,-1 1 124,0-1 8,11-2 2619,7-4-2292,82-30 225,159-37 0,-167 49-655,750-191 377,-794 203-501,188-43 46,-219 52-69,-14 21-1048,6-11-3802,1 12 2822,1-17-2121,-14 2-10135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50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51 408 5416,'-10'-24'1255,"8"19"1094,-15 11 233,17-6-2456,-1 0-1,1 1 1,0-1 0,-1 0-1,1 0 1,-1 1 0,1-1-1,-1 0 1,1 0 0,0 0-1,-1 0 1,1 1 0,-1-1-1,1 0 1,-1 0 0,1 0-1,-1 0 1,1 0 0,-1 0-1,1 0 1,0 0 0,-1-1-1,1 1 1,-1 0 0,1 0-1,-1 0 1,1 0 0,-1-1-1,1 1 1,0 0 0,-1 0-1,1-1 1,0 1 0,-1 0-1,1 0 1,0-1 0,-1 1-1,1-1 1,0 1 0,-1 0-1,1-1 1,0 1 0,0-1-1,0 1 1,-1 0 0,1-1-1,0 1 1,0-1 0,0 1-1,0-1 1,0 1 0,0-1-1,-1-1-17,1 1-1,-1 0 1,1 0-1,-1-1 1,1 1-1,0 0 1,-1-1-1,1 1 1,0-1-1,0 1 1,0 0-1,0-1 1,0 1-1,1 0 1,-1-1-1,0 1 1,1 0-1,-1-1 1,0 1 0,1 0-1,1-3 1,0 2-26,-1 0 1,1 0-1,0 0 1,0 0 0,0 0-1,0 1 1,1-1 0,-1 1-1,0-1 1,5-1-1,6-2-20,0 1-1,1 0 0,21-3 0,-23 5 140,538-87 618,-57 12-685,180-56 10,-665 131-183,-14 2 38,-34 5-163,-29 2-1608,45-7 176,-2 0-641,6 4-5726,4 1 1640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50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0 397 8185,'0'0'3997,"5"-2"-2358,37-17 828,90-27 1,55-2-1103,508-99-26,-294 64-2046,-389 81 534,196-37-493,-165 33-2080,51 1-1,-94 6 2425,0-1 0,0 1-1,-1 0 1,1-1 0,0 1-1,0 0 1,0-1 0,-1 1-1,1-1 1,0 1 0,-1-1-1,1 1 1,0-1-1,-1 1 1,1-1 0,-1 1-1,1-1 1,-2 2 0,-10 9-4991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57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19 7977,'0'0'12591,"-12"-15"-11989,4 11-4194,-26 19-3620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58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1189 182 7297,'2'0'158,"0"-1"0,-1 0 0,1 0 1,-1 1-1,1-1 0,-1 0 0,1-1 0,-1 1 1,0 0-1,0 0 0,1 0 0,-1-1 1,0 1-1,0-1 0,0 1 0,0-1 0,-1 1 1,1-1-1,0 0 0,0-1 0,0-3 715,-1 0 0,1-1 0,-1 1 0,0 0 0,-2-8 0,1 8-513,0 0 0,0 0 0,-1 0 0,0 0 0,0 0 0,0 1 0,-1-1 0,0 1 0,0-1 0,0 1 0,-1 0 0,0 0 0,0 0 0,0 1 0,-9-8 0,11 10-273,-1 0 0,1 1 0,-1-1 0,0 1 0,0 0 0,0-1 0,0 1-1,0 0 1,0 1 0,0-1 0,0 0 0,0 1 0,0 0 0,-5 0 0,-41 5 492,43-4-455,-11 3 90,1 1-1,-1 0 1,1 1-1,1 1 1,-1 0-1,1 1 1,0 1-1,-18 14 1,-12 12 314,-43 44 0,35-28-307,2 2 0,3 3 1,2 2-1,3 1 0,3 3 0,-61 123 1,90-162-190,2 1 1,0 0 0,1 1-1,2-1 1,0 1 0,-3 43 0,9-60-57,0-1 0,0 0 0,0 1 0,1-1-1,0 0 1,0 1 0,1-1 0,0 0 0,0 0 0,1 0 0,0-1 0,0 1 0,0-1 0,1 1 0,0-1 0,0 0 0,1 0 0,0-1 0,0 1 0,0-1 0,1 0 0,-1-1 0,1 1 0,0-1 0,0 0 0,1-1 0,9 5 0,-3-3-40,1 0 1,0-1-1,0-1 0,0 0 0,0-1 1,0-1-1,0 0 0,1-1 0,-1 0 1,0-1-1,0 0 0,0-2 0,1 1 1,-2-2-1,1 0 0,0-1 0,23-11 1,-15 5 27,-1-1 1,-1-1-1,0-1 1,0-1 0,-2-1-1,0 0 1,-1-1 0,0-1-1,25-36 1,-19 17 69,0-1 0,-3-1 0,31-81 0,19-133 1445,-19 67 862,-49 180-2160,0 1-1,1 0 1,-1 0-1,1 0 0,0 0 1,4-5-1,-1 2 300,2 32 359,1 41-830,-2 1 1,-2 88 0,-19 138-15,10-229 4,-43 387 1,36-363 0,-16 131 0,4-17 0,-5 27 0,18-175 0,-2 0 0,-21 58 0,26-94 0,-1-1 0,0 0 0,-1-1 0,-1 0 0,0 0 0,-1-1 0,0-1 0,-2 0 0,1 0 0,-1-1 0,-28 19 0,3-6 0,-1-2 0,-2-1 0,-60 24 0,54-28 0,-1-1 0,-1-2 0,0-3 0,-1-2 0,0-1 0,-1-3 0,-89-2 0,126-4-294,1-2 0,0 0 1,0-1-1,0 0 0,0-1 0,0 0 1,-23-12-1,34 15 135,1 0-1,-1 0 1,0-1 0,1 1 0,-1-1-1,1 1 1,0-1 0,-1 1 0,1-1-1,0 0 1,0 0 0,0 0 0,0 1-1,0-1 1,1 0 0,-1 0 0,1 0-1,-1 0 1,1 0 0,-1 0 0,1-4-1,0-1-214,0 1 0,0 0 0,1-1 0,0 1 1,2-7-1,-1 5-559,1 1 1,1-1-1,0 1 1,0 0-1,0 0 1,1 0-1,0 0 1,0 1-1,0 0 0,9-7 1,32-25-10496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59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 13425,'16'0'1896,"0"-6"2521,-29 20-4877,0 0-980,-6-8-765,4 3-2347,-1 11-3545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1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4809 51 5549,'-31'-10'1099,"20"6"-481,0 1 1,1 0-1,-1 0 0,0 1 0,-1 0 0,1 1 0,0 1 1,-13 0-1,-665 30 5381,138-62-4035,363 16-1740,63 11-106,0 5-1,1 6 0,-1 5 1,2 5-1,-134 37 1,27 9 361,-379 159-1,470-161-340,3 6 0,-212 138 0,270-149-56,2 3 1,2 4 0,4 3 0,2 3 0,-80 104-1,104-113 67,2 2 0,3 2-1,2 1 1,4 2 0,2 1 0,-24 80-1,26-42 94,5 0-1,4 1 1,-6 123-1,23 325 583,17-372-422,7-1 0,9-1 0,63 213 0,-79-340-252,4-1 1,1 0 0,32 59-1,-43-96-116,1 0-1,0-1 0,1 0 1,0-1-1,1 0 0,1-1 1,0 0-1,0 0 1,1-2-1,1 1 0,-1-2 1,2 0-1,-1 0 0,30 11 1,-22-14-9,0 0 1,1-2 0,0 0-1,0-2 1,0-1 0,0 0-1,0-2 1,33-4-1,18-7-22,93-28-1,232-93-216,-3-29-125,-226 91 130,1225-561-2083,-702 243 1227,-563 302 910,-4-5 0,-4-5 0,118-123 1,-197 172 128,-2-1 0,-2-2 1,-2-2-1,-3-1 0,35-73 1,104-302-74,-85 202 122,-1-3-59,-65 161 67,-3 0 1,19-139-1,-35 189-25,-2 1 0,0-1 0,-1 0 0,-1 1 0,-1-1 0,-1 1 0,0-1-1,-1 1 1,-1 0 0,-1 0 0,-1 1 0,0 0 0,-1 0 0,-1 0 0,0 1 0,-1 0 0,-1 1-1,-1 1 1,0-1 0,-19-16 0,5 9-14,-1 2-1,-1 0 1,0 2-1,-2 1 1,0 1 0,-53-19-1,-2 6 42,-116-24 0,116 36-74,0 4 0,-1 4 0,-94 2 0,46 11-550,-169 26 0,275-26 170,1 2-1,-33 10 0,51-13 19,0 0 1,0 0-1,1 1 1,0 1 0,0-1-1,0 1 1,0 1-1,1 0 1,0 0-1,-9 9 1,14-13-132,0 1 0,0 0 1,1-1-1,-1 1 0,1 0 1,-1 0-1,1 0 0,0 0 0,-1 4 1,-1 34-8077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2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10749,'-12'12'4252,"-4"-10"-16269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1 215 11589,'0'0'5943,"0"-3"-4224,1-5-881,-1 7-684,0-1 0,0 0 0,0 0 0,1 0-1,-1 1 1,0-1 0,1 0 0,-1 1 0,1-1 0,0 0 0,-1 1-1,1-1 1,0 0 0,0 1 0,0-1 0,0 1 0,0 0-1,0-1 1,1 1 0,-1 0 0,0 0 0,1 0 0,2-2 0,29-11 464,0 2 1,1 2 0,0 1 0,1 1-1,45-3 1,-17 1-263,561-81-259,-575 90 27,-34 3-2815,-40 6-19705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1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32 9225,'1'0'210,"0"0"0,0 0 1,0-1-1,0 1 0,0 0 0,0-1 1,-1 1-1,1-1 0,0 1 0,0-1 1,0 1-1,0-1 0,-1 0 0,1 1 1,0-1-1,-1 0 0,1 0 1,0-1-1,-9-12 4043,3 8 2820,-10 15-4495,12-5-2374,0 1 0,0-1-1,0 1 1,1-1-1,0 1 1,0 0-1,0 0 1,0 0-1,1 0 1,0 1-1,0-1 1,0 8-1,-1 0 86,-63 328 1535,30-147-6999,14-106 824,1-6-4205,10-26-2261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1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52 12341,'0'-4'2180,"0"-37"1983,0 37-310,-3 4-2252,2 0-1446,0-1 0,0 1 0,0 0-1,0-1 1,-1 1 0,1 0 0,0 0 0,0 0-1,0 0 1,0 0 0,-1 0 0,1 0 0,0 0-1,0 1 1,0-1 0,0 0 0,0 1 0,0-1 0,0 1-1,0-1 1,0 1 0,-2 1 0,2 0 92,-1 1 1,1 0 0,1-1 0,-1 1 0,0 0-1,1 0 1,-1-1 0,1 1 0,0 4-1,-1 3-105,-21 143 2196,-52 201-2418,58-278-1155,-13 52-2782,21-99 1543,-1-1-1,-21 41 1,3-11-4049,7-3-3871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5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298 197 5072,'-201'-14'8473,"117"13"-5737,71-1-1521,56-2-893,270-28 355,-229 22-644,528-73-163,-427 51 243,-92 14-100,-90 17-7,-9 2-85,1-1 33,0 1 0,-1 0 1,1 1-1,0-1 1,0 1-1,0 0 0,0 1 1,0-1-1,0 1 0,0 0 1,1 0-1,0 0 0,-1 0 1,1 1-1,0 0 1,-3 4-1,5-5-364,5 0-722,9 7 622,-5-5-2871,8-1-297,2 0-1902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6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9 3676,'-10'-8'396,"1"19"-480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5:47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8 8205,'-22'20'7098,"20"-22"-6705,-1-1 1,1 1-1,0 0 0,0 0 1,-1 0-1,1 0 1,-1 0-1,0 1 1,0-1-1,1 1 0,-1 0 1,-6-2-1,5 2-973,0 1 1,0-1-1,0 1 0,-1 0 0,1 0 0,0 0 0,0 1 1,-1-1-1,1 1 0,0 0 0,0 1 0,0-1 1,0 1-1,0-1 0,0 1 0,-4 3 0,-19 12-6996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2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7405,'13'-40'2164,"3"46"-5932,-3 2 951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2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59 11509,'-19'-24'1780,"15"19"974,-10-25 1542,-9 53-4874,-21 26 0,-9 11-3222,46-53 2990,3-3 15,0 0 1,0 1-1,-1-1 0,0-1 0,0 1 1,0-1-1,-6 4 0,-5-1-4436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3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11 5456,'-58'-9'1376,"46"7"3710,15 2-5014,6 2-189,0 0 0,-1 1 0,1 0 0,15 7-1,-19-7-647,0 0-1,0 0 0,0 0 0,-1 1 0,8 6 0,-5 1-3059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03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4 189 5404,'-2'11'1190,"4"-15"-495,-2 3-358,1 0-1,-1 0 1,1 0 0,-1 0 0,1 0 0,0-1 0,-1 1 0,1 1-1,0-1 1,0 0 0,0 0 0,0 0 0,-1 0 0,1 0 0,2 0-1,-4 1-297,0 0-1,0 0 1,1-1-1,-1 1 0,0 0 1,1 0-1,-1-1 1,0 1-1,1 0 0,-1-1 1,0 1-1,1-1 1,-1 1-1,1-1 0,-1 1 1,1-1-1,-1 1 0,1-1 1,0 0-1,-1 1 1,1-1-1,-1 0 0,1 1 1,0-1-1,0 0 1,-1 1-1,1-1 0,0 0 1,0 0-1,-1-21 1029,10-9-190,-7 25-630,0 0 1,-1-1 0,1 1 0,-1 0 0,1-12 0,-2 15-177,1 0 0,-1 0 0,1 0 0,0 0-1,0 0 1,1 0 0,-1 0 0,2-3 0,-1 3-419,0 0 0,-1 0 0,1 0 0,-1 0 0,0 0-1,0-1 1,0 1 0,0-5 0,-14 17-5389,1 2-308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51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1 481 5889,'45'-41'6687,"-43"39"-5276,33-9 5036,-33 11-6327,1 1 1,-1-1-1,1 1 1,-1 0-1,1 0 1,-1 0-1,0 0 1,1 0-1,-1 0 1,0 1-1,0-1 1,0 1-1,0 0 1,0-1-1,0 1 1,2 3-1,-2-1 30,1 1-1,-1-1 0,0 1 1,0 0-1,0 0 1,0 0-1,-1 0 0,1 7 1,36 246 1643,-31-210-1645,-3-20-84,2 0 1,1 0-1,1 0 1,1-1 0,1 0-1,2-1 1,24 41-1,-32-60-47,0-1 0,1 0 0,0 0 0,0-1-1,1 0 1,0 0 0,-1 0 0,2 0 0,-1-1 0,0 0-1,1 0 1,0-1 0,9 4 0,-5-4 22,1 0 0,-1-1-1,1 0 1,0 0 0,-1-1 0,1-1 0,21-1 0,7-6 39,0-1 1,-1-1 0,72-28-1,337-149 149,-10-22-590,-321 152 35,650-332-2388,-611 301 1544,108-56-5575,-238 130 1706,-6 6-2980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6:5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7349,'38'-31'1364,"-22"8"-376,6 3-568,1-3-468,-7-8-624,-7-1-2096,7-5-881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5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153 472 12241,'-37'10'902,"27"-7"-289,0 0 0,-1-1-1,1 0 1,0 0 0,-20-1 0,-4 8 10915,38-12-9903,26-16-1125,1 2 1,64-25 0,79-18 670,-112 40-1050,187-59-1940,124-30-5495,-2 0-1139,-227 64-3744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5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1360 23 13725,'5'-19'2148,"-4"15"1423,-7 5-2054,-46 5-595,0 4-1,1 1 0,0 3 0,1 1 1,1 3-1,-59 30 0,-274 169 132,245-130-900,-215 180-1,283-198-425,69-69 269,-1 0 1,1 0 0,-1 1-1,1-1 1,0 0 0,-1 1 0,1-1-1,-1 1 1,1-1 0,0 1-1,-1-1 1,1 1 0,0-1 0,0 1-1,-1-1 1,1 1 0,0-1-1,0 1 1,0-1 0,0 1 0,-1-1-1,1 1 1,0-1 0,0 1-1,0 0 1,0-1 0,0 1 0,0-1-1,1 1 1,-1-1 0,0 1-1,0-1 1,0 1 0,0 0 0,1-1-1,-1 1 1,0-1 0,1 0-1,-1 1 1,0-1 0,1 1 0,-1-1-1,0 1 1,1-1 0,-1 0-1,1 1 1,-1-1 0,1 0 0,-1 1-1,1-1 1,-1 0 0,1 0-1,-1 0 1,2 1 0,2 0-11,-1 0-1,1 0 1,0-1 0,0 1-1,0-1 1,7 0 0,7-3-2,-1-1-1,0 0 1,0-2 0,0 1 0,31-17 0,1 0 35,-35 17 9,110-46 1171,256-68 1,-369 117-1075,1 0 0,-1 0 1,1 1-1,0 1 0,0 0 1,-1 1-1,1 0 0,0 0 1,19 7-1,-24-6-75,-1 0 0,0 1 0,0 0 0,0 0 0,0 0 0,-1 1 0,1 0 0,-1 0 0,0 0 0,0 1 1,-1-1-1,1 1 0,-1 1 0,0-1 0,0 0 0,-1 1 0,0 0 0,5 10 0,-3-1-113,-1-1 0,-1 1 0,0 0 0,-1 0 0,0 0 0,-2 0 1,0 0-1,0 0 0,-1 0 0,-6 26 0,-5 14-731,-30 80 1,36-115 587,-49 136-3986,26-74 298,0 2-3541,6-7-4342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5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63 10821,'15'-11'2494,"-1"0"1,27-30 5681,-42 43-6812,-12 17-742,2 0-1,0 1 1,2 0 0,0 1 0,-10 35 0,-4 8-334,3-8-1598,-24 97 0,3 62-6086,33-172 5211,0 18-3363,6-1-3088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6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45 735 13489,'-31'-15'2072,"18"7"-407,32-12-293,16-12-408,-3 4-212,6-1-240,12-5-276,23-6-408,16-3-520,16-3-308,13-2-348,12-1-221,0-5 13,7 0-20,-1-3 44,-3-1-348,10 1-1004,0-6-985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6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737 1 7905,'-51'8'3792,"28"4"-82,4-2-2704,0 0-1,0 2 1,1 0-1,1 1 1,0 1 0,1 0-1,-22 25 1,1 4 1055,-54 82 1,45-53-872,-56 121 0,27-5-3068,59-146-695,-37 67-1,-5 10-7194,36-51-410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29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55 209 3588,'-13'-8'4270,"30"-10"-806,-26 33-3306,9-15-151,0 0 0,0 0-1,0 0 1,0 0 0,0 1 0,0-1 0,0 0 0,0 0 0,0 0 0,1 0-1,-1 1 1,0-1 0,0 0 0,0 0 0,0 0 0,0 0 0,0 0 0,0 0-1,0 1 1,1-1 0,-1 0 0,0 0 0,0 0 0,0 0 0,0 0 0,0 0-1,1 0 1,-1 0 0,0 0 0,0 0 0,0 0 0,0 0 0,1 0 0,-1 0-1,0 0 1,0 0 0,0 0 0,0 0 0,1 0 0,-1 0 0,0 0 0,0 0-1,0 0 1,0 0 0,1 0 0,33-12 614,-11 3-590,122-51 223,-46 17-207,98-32-26,-195 74-75,-3 2 28,-1 0 16,1 0-1,0 1 1,-1-1-1,1 0 1,0 1-1,0-1 1,0 1 0,0 0-1,-1 2 1,-8 11-70,2-8 61,-1-1 0,0-1-1,0 1 1,-1-1-1,0-1 1,-15 5 0,-5 3-21,-71 36-391,-206 66-1,296-110 404,9-3 22,12-9-51,23-6 73,2 1-1,-1 2 1,39-8-1,-13 4-30,-47 11-10,1 1 0,1 0 0,25-1 0,-37 4-49,-5 3-352,0 0 399,-1 0 0,1 0 0,-1 0 0,0 0 0,0-1 0,1 1 0,-7 3 0,1-3-4,-1 1 0,1-1 1,0-1-1,-13 3 1,2-1 19,16-3 1,7-15-46,-2 12 46,-1 0 0,0 0 0,1 0 0,-1 1 0,1-1 0,0 0 0,0 1 0,-1-1 0,1 1 0,0 0 0,0-1 0,0 1 0,1 0 0,-1 0 0,0 1 0,4-2 0,44-8-12,-35 7-7,-3 1-106,0 0 0,-1 1 1,1 0-1,0 0 0,16 3 0,-25-2-167,-15 12-4112,2 2 2766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4:47:32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60 149 3816,'-19'6'1100,"-3"-12"-115,3 6 3939,32-11-4508,0 2-104,12-2-64,19-9-32,10 5-88,10-5-212,9-2-796,16 2-2424,3 0-1589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56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26 10733,'0'-1'219,"-1"1"0,1-1 0,0 0-1,-1 0 1,1 0 0,0 0 0,0 0 0,-1 0 0,1 0 0,0 0-1,0 0 1,0 0 0,0 0 0,0 0 0,0 0 0,1 0 0,-1 0 0,0 0-1,1 0 1,-1 0 0,1-2 0,0 3-150,0-1-1,-1 1 1,1 0-1,0-1 1,0 1 0,0 0-1,-1 0 1,1-1-1,0 1 1,0 0 0,0 0-1,0 0 1,0 0 0,0 0-1,-1 0 1,1 0-1,0 1 1,0-1 0,0 0-1,0 0 1,-1 1-1,1-1 1,0 0 0,0 1-1,0-1 1,-1 1-1,1-1 1,0 1 0,0 0-1,6 5 44,0 0 0,-1 0 0,0 1 0,0 0 0,0 0 0,-1 0-1,0 0 1,-1 1 0,6 12 0,11 16 72,5-2-289,0-1 1,2-2-1,2-1 0,0-1 1,2-2-1,1-1 0,1-1 1,45 23-1,-49-33-99,0-1 0,1-1 1,0-2-1,1-2 0,42 8 0,-64-15 182,-1-1 0,1 0-1,0-1 1,-1 0 0,1-1 0,-1 0-1,1 0 1,-1-1 0,0 0 0,1-1-1,-1 0 1,0 0 0,-1-1 0,1 0-1,0-1 1,-1 0 0,0 0 0,0-1 0,-1 0-1,0 0 1,12-13 0,-2-1 229,-1-1 0,0-1 0,-2-1 0,-1 0 1,0 0-1,14-40 0,-24 47 20,-11 22 17,-15 24-44,-67 130-50,25-39-617,-76 115-1828,-27 44-5800,126-206 3410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58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36 163 8569,'-35'-23'3676,"54"12"-2288,-3 2-240,-7-8-228,1 6-163,6-4-141,3 4-176,3-1-52,22-2-156,-2 3-260,5 5-584,4 0-312,9-2-361,4-1-351,9 9-2308,13 0-2777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8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35 3676,'-15'-34'3001,"11"51"-3373,-2-3-1493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55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575 93 7025,'-19'-19'1486,"19"19"-1464,1 0 0,-1 0-1,0 0 1,0 0 0,0 0 0,0 0 0,0 0 0,0-1 0,0 1 0,0 0-1,1 0 1,-1 0 0,0 0 0,0 0 0,0 0 0,0 0 0,0 0 0,0 0 0,0 0-1,0 0 1,0-1 0,0 1 0,0 0 0,0 0 0,0 0 0,1 0 0,-1 0 0,0 0-1,0 0 1,0 0 0,0-1 0,0 1 0,0 0 0,0 0 0,0 0 0,0 0-1,0 0 1,0 0 0,0 0 0,0-1 0,-1 1 0,1 0 0,0 0 0,0 0 0,0 0-1,0 0 1,0 0 0,0 0 0,0 0 0,0-1 0,0 1 0,0 0 0,0 0-1,0 0 1,-1 0 0,219-54 4261,-191 49-4051,-1 1-1,36-1 0,-55 5-230,0 0-1,0 0 1,0 1 0,0 0 0,0 0-1,0 0 1,0 1 0,0 1-1,0-1 1,-1 1 0,1 0-1,-1 0 1,10 7 0,-14-8-18,-1-1 1,1 1 0,-1-1 0,1 1 0,-1 0-1,0-1 1,0 1 0,0 0 0,0 0-1,0 0 1,0 0 0,0 0 0,0 0 0,-1 0-1,1 0 1,-1 0 0,0 0 0,1 0 0,-1 1-1,0-1 1,0 0 0,-1 0 0,1 0-1,0 0 1,-1 0 0,0 2 0,-2 6-76,-1 0-1,0-1 1,0 1 0,-8 10 0,-1 3-84,-6 13-27,14-30 154,1 1 0,0 0-1,1 0 1,-1 0 0,1 0-1,1 1 1,-1-1 0,1 1-1,1 0 1,-1-1 0,1 1-1,0 0 1,1 0 0,0 0-1,1 8 1,6 15-25,2-2-1,0 1 1,2-1 0,22 41-1,-29-62 63,0 1 1,-1-1-1,0 1 0,-1-1 0,0 1 0,0 0 0,-1 0 0,0 0 0,-1 0 0,1 0 0,-2 1 0,1-1 0,-4 14 0,2-16 10,0 1 0,-1-1 1,0 0-1,0 0 0,-1 0 0,0-1 1,0 1-1,0-1 0,-1 0 0,0 0 1,0-1-1,0 1 0,-1-1 0,0 0 1,0 0-1,-10 5 0,-10 5-3,-2-2 0,0 0 0,-1-2 0,0-1-1,-51 10 1,-158 15-311,162-26-20,-144 7-2453,146-12 704,-20 2-1461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57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54 137 6249,'-5'-17'1561,"-1"1"1,-17-32 0,22 46-973,-11-4 390,12 6-945,0 0 0,-1 0 0,1 0 0,0-1 0,-1 1-1,1 0 1,0 0 0,0 0 0,-1 0 0,1 0 0,0 0 0,0 0 0,-1 0 0,1-1 0,0 1 0,0 0 0,-1 0 0,1 0-1,0-1 1,0 1 0,0 0 0,-1 0 0,1-1 0,0 1 0,0 0 0,0 0 0,0-1 0,0 1 0,0 0 0,0 0 0,-1-1-1,1 1 1,0 0 0,0-1 0,0 1 0,0 0 0,0 0 0,0-1 0,0 1 0,0 0 0,1-1 0,-1 1 0,19-6 43,1 2 1,-1 0-1,1 1 1,0 1 0,33 0-1,-5 1-46,349-8-1735,-142 6-2798,-72-2-765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23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5256,'3'-4'1043,"1"0"0,0 0-1,0 0 1,1 0 0,-1 1-1,1-1 1,0 1-1,8-4 1,-9 5-890,1 1 0,0-1-1,0 1 1,-1 0 0,1 0 0,0 1 0,0-1 0,0 1-1,0 0 1,0 1 0,0-1 0,-1 1 0,1 0 0,0 0-1,0 0 1,-1 1 0,7 2 0,5 4 19,0 1 0,-1 0 0,0 2 0,0-1-1,-1 2 1,20 19 0,69 89 15,-89-100-223,21 41 0,4 3-186,-39-61 201,1-1 0,-1 0 0,1 1 0,-1-1 0,0 1-1,0-1 1,0 0 0,0 1 0,-1-1 0,1 1 0,-2 3 0,2-2-52,0-1-50,-18 21-9,18-25 130,-3-2-5,0-1-1,1 0 1,-1 0-1,1 0 1,0 0 0,0 0-1,0 0 1,1-1-1,-1 1 1,1-1 0,0 1-1,1-1 1,-1 1-1,1-8 1,1 2 3,0 1 0,1 0 0,0 0 0,1 0 0,0 0 0,0 0 0,8-14 0,36-53-388,-45 73 351,4-6-210,0 0 0,1 1 0,1 0-1,-1 0 1,1 1 0,0 0 0,18-12-1,-7 9-2232,0 0 0,41-13 0,-31 14-2398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24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356 175 4564,'-40'-26'1195,"32"20"-117,-18-9 1229,10 12-2112,0 1 0,1 1 0,-1 1 1,0 0-1,1 1 0,-1 1 1,1 0-1,-1 1 0,1 1 1,0 0-1,0 1 0,1 1 0,-22 11 1,31-14-195,0 0 1,0 0-1,1 0 1,-1 1 0,1 0-1,0 0 1,0 0-1,-5 7 1,8-10 82,6 10-119,-5-10 33,0 0-1,0 0 1,0 1 0,0-1-1,1 0 1,-1 0 0,0 0-1,1 0 1,-1 0 0,0 0-1,1 0 1,-1 0 0,1-1-1,0 1 1,-1 0 0,1 0-1,0 0 1,0 0 0,-1-1-1,1 1 1,1 1 0,14 0 6,-1-1 0,0 0-1,1-1 1,-1-1 0,1 0 0,-1-1 0,21-5 0,-24 5 46,-2-1-62,0 2 1,1-1-1,-1 1 0,1 1 1,-1 0-1,0 1 0,1-1 1,-1 2-1,14 3 0,50 9-416,-71-14 413,1 0 0,0 0 1,-1-1-1,1 0 1,0 0-1,-1 0 0,1 0 1,0 0-1,-1-1 1,0 1-1,1-1 0,3-3 1,2 0-46,0 0 1,0 1-1,1 0 1,-1 0-1,1 1 0,0 1 1,-1-1-1,1 2 1,19-2-1,-25 2 36,0 0 0,1 1 0,-1-2 1,0 1-1,0 0 0,0-1 0,0 0 0,7-3 0,5-4-18,2 2-20,-1-2 0,0-1 0,22-15 0,1-1-23,-35 23 106,0 1 0,1 0 1,-1 1-1,1-1 0,0 1 1,-1 0-1,10 0 1,-14 1-19,6-1 21,0 1 0,0-1 0,0-1-1,0 1 1,0-1 0,0-1 0,11-5-1,-16 8-26,0-1 0,0 0 1,0 0-1,0 0 0,-1 0 0,1-1 0,0 1 0,-1 0 0,1-1 0,-1 1 0,1-1 1,-1 1-1,0-1 0,0 0 0,2-3 0,-3 5 4,1 0-1,-1-1 1,0 1 0,0 0-1,0 0 1,0-1 0,0 1-1,0 0 1,0 0 0,0 0-1,1-1 1,-1 1 0,0 0-1,0 0 1,0 0 0,1 0-1,-1 0 1,0-1 0,0 1-1,0 0 1,1 0 0,-1 0 0,0 0-1,0 0 1,0 0 0,1 0-1,-1 0 1,0 0 0,0 0-1,1 0 1,-1 0 0,0 0-1,0 0 1,1 0 0,-1 0-1,6-32 57,-5 29 2,-1 29-269,1-16 193,0 1-1,-1-1 1,0 0 0,-1 0-1,0 0 1,-1 1 0,0-1 0,-1 0-1,-3 10 1,3-14 3,1 0-1,0 1 1,0 0-1,1 0 1,-1-1-1,2 1 1,-1 0 0,1 7-1,-4 24 8,-1-6-26,0-3-163,0 1-1,-3-1 0,-19 54 1,-26 14-75,50-93 272,0 1 0,0-1 0,0 0 0,0 0-1,-1 0 1,1 0 0,-1-1 0,0 1 0,0-1 0,-1 0 0,1 0 0,-7 3-1,-7 5 168,16-10-74,-8-16 3,2 0 98,9 13-184,-1 1 1,1-1 0,-1 0-1,1 1 1,-1-1-1,1 1 1,0 0-1,0-1 1,0 1 0,0-1-1,0 1 1,0 0-1,2-2 1,29-30-901,70-53 0,-71 62-1329,0-1-427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2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4100,'1'2'127,"-1"-1"0,0 1 0,0 0 0,0 0 0,0-1 0,-1 1-1,1 0 1,0-1 0,-1 1 0,1 0 0,-1-1 0,0 1 0,1-1 0,-1 1-1,0-1 1,0 1 0,0-1 0,0 0 0,0 1 0,0-1 0,0 0-1,-2 2 1,-38 24 841,10-8-517,14-6-302,13-11-108,1 0 1,-1 1-1,0 0 0,1 0 1,0 0-1,-1 0 0,1 0 1,0 1-1,1-1 0,-1 1 1,1 0-1,-1 0 0,1 0 1,0 0-1,-1 6 1,3-9-45,0 0 1,0 0 0,0 0-1,1 0 1,-1 0 0,0 0 0,1 0-1,-1 0 1,1 0 0,-1-1 0,1 1-1,-1 0 1,1 0 0,0 0 0,-1-1-1,1 1 1,1 1 0,0 0-24,0 1-188,1 0 1,-1-1 0,0 1-1,1-1 1,0 1-1,0-1 1,-1 0 0,1 0-1,0 0 1,1 0 0,-1-1-1,0 1 1,0-1-1,1 0 1,-1 0 0,1 0-1,5 1 1,12 0-2143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1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392 188 4348,'-11'-7'1728,"8"5"-1279,1 1 0,-1-1-1,1 0 1,-1 1 0,0 0-1,0 0 1,-5-2 0,3-31 1661,2 31-2030,1 0 1,-1 1-1,0-1 0,0 0 0,-1 1 0,1 0 0,-1 0 0,1 0 0,-1 0 0,1 0 0,-1 1 0,0-1 0,0 1 0,0 0 0,0 0 0,0 1 0,0-1 0,0 1 0,0 0 0,0 0 1,0 0-1,0 1 0,0-1 0,0 1 0,0 0 0,0 0 0,1 0 0,-1 1 0,-7 3 0,-16 8-25,1 0-1,1 2 1,0 1-1,1 1 1,1 1-1,1 1 1,-34 37 0,55-55-56,1-1 1,0 1 0,-1 0 0,1-1 0,0 1 0,-1 0-1,1 0 1,0-1 0,0 1 0,-1 0 0,1 0-1,0-1 1,0 1 0,0 0 0,0 0 0,0-1-1,0 1 1,0 0 0,1 1 0,-1 2 8,3 21 73,4-20-93,-4-3 14,3 2-3,-1 0 0,1-1 0,1 1 0,-1-1 0,0 0-1,1-1 1,-1 1 0,1-1 0,0-1 0,0 1 0,0-1 0,0 0 0,0-1 0,0 1 0,0-2 0,0 1 0,0-1-1,8-1 1,7-2-24,0-2 0,0 0 0,0-1 0,26-13 0,-17 4-49,40-29 1,-64 39 77,-4 5-3,7-8-24,-6 7 20,0-1 0,1 1 0,-1 0 0,1 0 0,0 0 0,9-1 0,-11 2 13,0 1-15,307-13-23,-227-5 8,-79 18 51,-4-1-31,0 1-1,1-1 1,-1 0 0,1 1 0,-1-1-1,1 1 1,-1-1 0,1 1 0,0-1-1,-1 1 1,1-1 0,0 1 0,-1-1-1,1 1 1,0 0 0,0 0 0,-1-1-1,1 1 1,1 0 0,14-10 27,-11 3-5,-5 6-23,1 1 0,-1-1 0,1 0 0,-1 1 0,1-1 0,-1 0 0,0 1 0,1-1 1,-1 0-1,0 0 0,1 1 0,-1-1 0,0 0 0,0 0 0,0 0 0,0 1 0,0-1 0,0 0 0,0 0 0,0 1 0,0-1 0,0 0 0,0 0 0,0 0 0,0 1 0,-1-1 0,1 0 0,0 0 0,-1 1 1,1-1-1,-1 0 0,0-1 0,-1 0 2,1 0 0,-1 1 1,0-1-1,0 0 0,0 0 1,0 1-1,0-1 0,0 1 1,-1 0-1,1 0 0,0 0 1,-1 0-1,1 0 0,-1 0 1,-4 0-1,8 0 0,-1 1-1,1-1 1,-1 1 0,1-1-1,-1 1 1,0-1 0,1 1-1,-1-1 1,0 0 0,1 1-1,-1-1 1,0 1 0,0-1-1,1 0 1,-1 1-1,0-1 1,0 0 0,0 1-1,0-1 1,0 0 0,0 1-1,0-2 1,0 2 0,0-1 1,0 0-1,0 0 0,0 0 0,0 0 0,0 0 1,0 1-1,0-1 0,1 0 0,-1 0 1,0 0-1,1 1 0,-1-1 0,0 0 0,1 0 1,-1 1-1,1-1 0,-1 0 0,1 1 1,0-1-1,0 0 0,11-1 5,8-1 37,-1 0 0,24 1 1,-37 2-37,0 1 1,-1-1 0,1 1 0,0 0-1,-1 0 1,1 1 0,-1-1 0,0 1 0,1 1-1,-1-1 1,0 1 0,7 4 0,3 4-2,-9-7 0,0 1-1,0-1 0,-1 1 1,1 0-1,7 10 0,-12-13-6,1 0 1,-1 1-1,0-1 0,1 0 0,0 0 0,-1-1 0,1 1 0,0 0 0,0-1 0,0 1 1,0-1-1,0 1 0,3 0 0,0 2 7,-2-3 32,25 0-34,-20 0 0,1-1 1,0 0-1,-1-1 0,1 0 1,0 0-1,-1-1 1,15-4-1,-4-2 2,33-19 0,-2 1-25,-47 25 19,0 0 4,0 0 0,1 0 0,-1 0 0,1 0 0,-1 1-1,1 0 1,4-1 0,-8 1-5,57 9 11,-41-8-29,-3 1 11,0-1-1,-1-1 1,1 0 0,0-1-1,-1 0 1,1-1 0,22-6-1,-10 0 19,-18 6-10,0 0-1,0 0 0,0 0 0,0-1 1,0 0-1,-1-1 0,0 1 0,10-8 1,14-16 58,-29 25-46,2 0-372,19-8 346,1 1 0,28-7 0,-52 36 34,-19 73-27,3 1-1,-6 159 0,23-250 2,-2 47-270,-10 66 0,10-104 211,-1 0 1,0 1-1,0-1 0,-2 0 0,1 0 0,-1-1 0,-1 1 0,0-1 0,0 0 0,-15 17 1,6-14 14,0 0 0,-1-1 1,-27 17-1,39-28 73,-24-10 185,28 6-200,1-1 0,-1 1-1,1 0 1,0-1 0,0 1 0,0 0-1,0 0 1,0 0 0,1 0 0,-1 0-1,1 0 1,-1 0 0,4-3 0,-1 0 4,163-180 318,-112 128-274,7-7-27,177-198 255,-222 246-253,-21 32-23,-4 24-29,8-33-11,0 0 1,1-1 0,0 1 0,0-1 0,1 1 0,0-1 0,0 1 0,0-1 0,1 0-1,0 0 1,0 0 0,1 0 0,0-1 0,-1 0 0,2 1 0,-1-1 0,1-1-1,0 1 1,0-1 0,8 7 0,9 2-385,0 0-1,1-1 1,49 18-1,-42-18-116,25 7-2058,81 19 1,-70-23-375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1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21 5653,'-2'-2'148,"1"0"1,-1 1-1,0-1 1,0 0 0,0 1-1,0 0 1,-1-1 0,1 1-1,0 0 1,0 0-1,-1 0 1,1 0 0,-1 1-1,1-1 1,0 1 0,-1-1-1,1 1 1,-5 0 0,-1-1 225,0 1-1,0 0 1,0 1 0,0 0 0,-9 2 0,8 0-213,-1 1-1,0 0 0,1 1 0,0 0 1,0 0-1,1 1 0,-1 0 0,1 0 1,0 1-1,1 0 0,0 1 0,0 0 1,0 0-1,-6 12 0,-5 8 80,2 0 1,1 2-1,-14 38 0,20-45-151,1 1 0,1 0 0,1 1-1,2-1 1,-4 48 0,8-59-68,0-1 0,0 0-1,2 0 1,-1 1 0,1-1 0,1 0 0,0-1-1,1 1 1,1 0 0,-1-1 0,2 0 0,-1 0-1,2-1 1,7 11 0,-3-6-103,1-2-1,1 1 1,0-2-1,1 1 1,0-2-1,1 0 1,0-1-1,1 0 1,28 12-1,-6-6-591,0-2-1,1-2 0,56 11 1,-71-20-545,1 0 1,0-1 0,48-4-1,-8-6-2330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2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4968,'-7'4'1488,"0"0"0,0 0 0,0 1-1,-11 10 1,15-7-220,-7 68 2541,9-54-3457,0 1 0,1 0 0,4 28 0,3-18-142,1 0 0,2 0 0,21 45 0,-19-52-210,-2-1 0,-1 1 0,-1 1 0,-1 0 0,5 50 0,-11-70-110,-2 0-1,1-1 0,-1 1 0,0 0 0,-1-1 0,1 1 0,-1-1 0,-1 1 0,1-1 0,-1 0 0,-7 12 0,-2 0-2368,-2 0 0,-19 20 0,24-27 208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6393,'41'-6'3042,"4"0"-795,0 1 1,85 3 0,-94 6-2575,0 3 0,-1 1 0,48 16-1,12 4-6814,-56-17 2399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2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66 4184,'-43'-29'1387,"35"24"-113,17-5 1002,4-5 2281,-12 14-4432,1 0 0,0 0 0,0 1-1,-1-1 1,1 0 0,0 1 0,0-1 0,0 1 0,0 0 0,0-1 0,0 1 0,0 0-1,0 0 1,0 0 0,0 1 0,0-1 0,2 1 0,-1 0-6,0 1 1,0-1 0,0 1-1,0 0 1,0 0 0,0 0-1,0 1 1,-1-1 0,5 5-1,2 5 155,0-1-1,0 1 1,-1 1 0,-1-1-1,11 27 1,20 72 326,-21-54-296,-2-13-171,65 230 456,-74-243-580,0 1 0,-3 0 0,0-1 0,-2 2 0,-1-1 0,-9 57 0,4-67-263,-2 0 1,0 0-1,-1 0 1,-1-1 0,-1-1-1,-1 0 1,-1 0 0,-1-1-1,0 0 1,-1-1 0,-24 23-1,7-12-563,-1 0 0,-1-2 0,-1-2 0,-2-1 0,-46 23 0,-20 0-2982,-7-3-1928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2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14 6709,'12'-8'2968,"4"2"-1784,0 6 1576,-35 0-2488,-3 0-300,3 6-412,0-1-416,-13 7-764,-12 11-1624,12-6-1477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3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18 5328,'-9'-17'7477,"14"17"-6778,1083 61 2351,-301-5-4819,-402-44-1101,-227-7-1368,-73-2-455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5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225 174 3480,'-2'1'182,"0"-1"-1,-1 0 0,1 1 1,0-1-1,-1 0 0,1-1 0,-1 1 1,1 0-1,0-1 0,-1 1 1,1-1-1,0 0 0,0 0 0,-1 0 1,1 0-1,0 0 0,0 0 1,0 0-1,0-1 0,0 1 1,1-1-1,-1 0 0,0 1 0,-1-4 1,1 4 1617,2-1-1641,-1 0 1,1 0 0,-1 0 0,0 0 0,0 0-1,0 0 1,0 0 0,0 1 0,0-1 0,-1 0-1,1 1 1,-1-1 0,1 1 0,-1-1 0,1 1-1,-1 0 1,0 0 0,1 0 0,-1 0-1,0 0 1,0 0 0,0 0 0,0 1 0,0-1-1,0 0 1,0 1 0,0 0 0,-2-1 0,-6 18-137,-2 1 92,9-13-63,0-1 0,0 1 0,0 0-1,0 0 1,1 0 0,0 0 0,-2 7-1,-19 54 458,2-6-216,10-18-87,-10 71 0,19-99-180,1 1-1,1 0 1,0-1 0,1 1-1,1-1 1,0 1 0,1-1-1,9 26 1,-5-21-2,2-1 1,0 0-1,1 0 1,1-1-1,1 0 1,0-1-1,1 0 1,24 22-1,-28-30-6,0 0 0,0-1 0,1 0 0,-1-1 0,2 0 0,-1-1-1,1 0 1,-1 0 0,1-1 0,1 0 0,-1-1 0,1-1-1,-1 0 1,1 0 0,-1-1 0,17-1 0,-23 0 18,1 0 0,-1-1 0,0 0 1,0 0-1,0-1 0,0 0 0,0 0 0,0 0 0,0 0 1,0-1-1,-1 1 0,0-1 0,1 0 0,-1-1 1,0 1-1,0-1 0,-1 0 0,1 0 0,4-7 0,2-4-1,-2-1 0,0 0 0,0-1 0,6-23 0,-9 25-24,8-26 28,-2 0-1,-2 0 0,5-50 1,0-128-50,-14 193 33,0 0 0,-2 0 0,-6-38-1,6 56-20,0 0-1,0 0 0,0 0 0,-1 0 0,-1 0 0,1 1 0,-1-1 0,0 1 0,-1 0 0,0 0 0,0 1 0,0-1 0,-1 1 0,-10-8 0,12 11-21,0 1 0,0 0 0,0 0-1,-1 0 1,1 0 0,-1 1 0,1-1 0,-1 1 0,0 1 0,1-1 0,-1 1 0,0-1-1,1 1 1,-1 0 0,0 1 0,-9 1 0,0 2-288,-1 0 0,1 1-1,-26 11 1,24-7-441,0 0-1,0 1 1,-22 19 0,-13 17-4227,22-15-417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5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12 8109,'-22'-11'9349,"12"39"-8465,-9 18-248,0-6-132,0 6-116,3 8-72,-9 6-384,-7 9-816,1 5-844,-14 6-1149,1 6-1335,15 8-3221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6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6129,'13'-6'601,"22"-13"2425,43-14-1,-67 28-2639,1 2-1,-1 0 0,1 0 1,0 1-1,-1 1 1,1 0-1,0 0 1,17 2-1,-24 0-342,-1 1-1,1-1 1,0 1 0,-1 0-1,1 0 1,-1 1 0,1 0-1,-1-1 1,0 1-1,0 1 1,-1-1 0,1 0-1,-1 1 1,1 0 0,2 4-1,-4-6-33,-1 1 0,1-1 0,-1 0-1,1 1 1,-1-1 0,0 1 0,0-1-1,0 1 1,0-1 0,-1 1 0,1 0 0,-1 0-1,0-1 1,1 1 0,-2 4 0,0 2-46,0 0 1,-1 0-1,0-1 1,-4 10-1,1-2-43,1-2 7,-1 0 0,0-1-1,-1 0 1,0 0 0,-1-1-1,-1 1 1,0-1-1,-10 11 1,-105 114-752,49-57 674,72-77 236,20 6 347,-13-7-415,0 0 0,1-1 0,-1 1 1,0-1-1,1 0 0,-1-1 0,1 1 0,-1-1 0,1 0 0,-1-1 0,1 1 0,10-3 0,6 0 10,184 7-799,-137 0-189,118 16-5776,-129-12 2251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6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28 6317,'69'-20'6810,"-55"18"-6297,0 0-1,0 0 1,18 1 0,-27 1-487,1 0 0,-1 0 1,1 1-1,-1-1 1,1 1-1,-1 1 1,1-1-1,-1 1 1,0 0-1,1 0 1,-1 0-1,0 1 1,-1 0-1,1 0 0,0 0 1,-1 0-1,0 1 1,1 0-1,-2 0 1,1 0-1,0 0 1,5 9-1,-7-9-54,0 0-1,-1 0 0,0 0 1,1 1-1,-1-1 0,-1 0 1,1 1-1,-1-1 1,1 0-1,-1 1 0,-1-1 1,1 0-1,0 1 1,-1-1-1,0 0 0,0 0 1,0 0-1,-1 1 1,0-1-1,-3 6 0,-5 9-118,-1-1 0,-1-1 0,-17 19-1,-6 11-151,29-38 266,1-1-1,0 1 1,0 0-1,1 1 1,1-1 0,-1 1-1,1 0 1,1 0-1,-2 14 1,4-17 25,0 0 1,0 0 0,1 0-1,0 0 1,0 0 0,1 0-1,0-1 1,0 1 0,1 0-1,0-1 1,0 0 0,0 1-1,1-1 1,5 6 0,31 43 79,-17-26-63,-2 0-1,23 45 1,-42-71-4,-1 1 0,0-1-1,0 1 1,0 0 0,0 0-1,-1-1 1,1 1-1,-1 0 1,0 0 0,0 0-1,0-1 1,-1 1 0,1 0-1,-1 0 1,0-1 0,0 1-1,0 0 1,-4 5 0,2-2-15,0-1 0,-1 0 1,0 0-1,-1 0 0,1-1 1,-1 0-1,0 0 0,-11 9 1,1-4-123,-1 0 1,0-1 0,-1-1-1,1-1 1,-2 0 0,-22 5 0,-7 0-959,-60 6 0,-23-9-3197,71-8 704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7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17 10201,'-14'-10'1526,"23"9"-375,-8 1-908,1 0 0,-1 0 0,1 0 1,-1 0-1,1 0 0,0-1 0,-1 1 0,1 0 0,-1-1 0,1 1 0,-1-1 0,0 0 1,1 1-1,1-2 0,-2 3-162,0 1 0,0-1-1,0 1 1,0 0 0,0-1 0,0 1 0,0 0 0,-1-1 0,1 1 0,-1 0-1,1 0 1,-1 0 0,0-1 0,1 1 0,-1 0 0,0 0 0,0 0 0,-1 2-1,-8 38 408,2-10-262,5-18-182,1 1 0,1 0 0,1-1-1,0 1 1,1-1 0,0 1 0,1-1 0,1 0 0,0 1 0,1-2-1,0 1 1,9 16 0,-5-15-34,0 1-1,1-2 1,1 1 0,0-1-1,1-1 1,1 0-1,0 0 1,0-2 0,1 1-1,1-2 1,20 12-1,-21-15-14,1 0-1,0-2 0,1 1 0,-1-2 0,1 0 1,0-1-1,0-1 0,0 0 0,0-1 0,0-1 1,0 0-1,0-1 0,30-6 0,-12-3 38,-1-1-1,-1-2 1,0 0 0,-1-3-1,50-31 1,-78 45 69,20 24 67,-22-14-157,1 0 1,-2 0 0,1 1-1,-1-1 1,0 0-1,-1 0 1,0 0 0,0 0-1,-4 11 1,1-1 3,-10 60-1191,-4 0 0,-41 112 0,49-170 523,0 0 1,-1-1-1,-21 25 1,15-19-1789,-17 29 1,5 6-3526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8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3190 866 3100,'-153'-194'3895,"-24"-27"-2160,131 169-1497,-5-6 135,-97-86 0,114 116-298,0 2 1,-3 1-1,0 2 0,-64-30 0,81 45-38,0 0 0,0 2-1,0 1 1,-1 0-1,0 1 1,0 1-1,0 1 1,0 1-1,0 1 1,0 1-1,-35 6 1,23 1 36,1 1 1,1 1-1,0 2 0,0 2 1,1 0-1,-43 29 0,9 0 120,-97 88 0,51-25 48,5 6 0,-132 180 1,116-121-69,-115 214 0,-68 202 9,197-361-108,-105 316 0,167-395-75,7 1 0,6 2 0,-19 217 1,47-296-89,4 0 1,2 1-1,3-1 1,4-1 0,2 1-1,4-1 1,3-1-1,2-1 1,57 124 0,-51-139-2,2-1 0,3-1 1,2-2-1,2-1 1,2-2-1,2-2 0,2-1 1,1-2-1,3-2 0,1-2 1,2-2-1,67 38 1,-51-40 85,1-3 1,2-3 0,0-3-1,2-3 1,99 17 0,-78-24 336,0-4 1,1-4 0,169-11-1,-202-1-74,0-3 0,-1-2 0,-1-2-1,0-3 1,102-44 0,-89 27 98,-2-4-1,-1-2 1,119-94 0,-100 60 39,-3-3-1,81-100 1,110-189 437,-207 262-735,-6-2-1,-4-3 0,-4-2 1,-6-2-1,-4-2 1,-5-2-1,-6-1 0,-5-2 1,-5 0-1,-5-2 1,1-232-1,-22 262-71,-5 0-1,-3 1 1,-4 0 0,-3 1-1,-54-139 1,33 126-26,-5 2-1,-3 2 0,-6 2 1,-86-116-1,103 162-34,-2 2 0,-2 1 0,-3 2 0,-1 3-1,-86-62 1,102 84-69,0 1-1,-2 1 1,0 2-1,-1 1 1,0 2-1,-1 1 0,-1 2 1,1 1-1,-2 2 1,1 1-1,-47-2 1,63 9-197,0 0-1,0 1 1,1 0 0,-1 2 0,1 0 0,-1 1-1,1 1 1,1 1 0,-1 0 0,1 1-1,0 1 1,1 1 0,0 0 0,1 1-1,0 1 1,1 0 0,0 1 0,1 1 0,-21 27-1,28-33-525,0 0 1,0 0-1,-7 18 0,-6 35-3802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49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6429,'19'-20'2564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0 116 3344,'12'-24'1490,"-11"22"-765,9-27 1613,-9 27-2307,-1 0 21,0 0-1,0 0 0,1 0 0,-1 0 1,1 0-1,-1 0 0,1 0 1,0 0-1,0 0 0,0 1 0,0-1 1,0 0-1,0 0 0,0 1 1,1-1-1,-1 0 0,1 1 1,-1 0-1,3-3 0,3 1 29,0 0-1,0 0 1,0 1 0,0-1-1,0 1 1,1 1 0,-1 0-1,1 0 1,-1 0 0,1 1-1,-1 0 1,12 2 0,-9-1-41,-1 0 0,1 1 1,-1 1-1,0 0 0,0 0 1,0 0-1,0 1 0,0 1 1,10 7-1,-13-7-25,0 0-1,-1 0 1,0 1 0,-1 0-1,1 0 1,-1 1 0,0-1 0,0 1-1,-1 0 1,0 0 0,0 0-1,-1 0 1,0 1 0,0-1-1,-1 1 1,0-1 0,0 1 0,-1 0-1,1-1 1,-2 1 0,0 9-1,-4 9-2,-1 1 1,-1-1-1,-16 39 0,11-34-8,2-1 0,-7 36 0,16-62-4,1-1-1,-1 1 1,1-1 0,0 1 0,0-1 0,0 1 0,1 0 0,0-1 0,-1 1 0,1-1 0,0 1 0,3 5 0,-3-7 1,1 0 1,-1 0 0,1 0 0,-1 0 0,1 0 0,-1-1 0,1 1 0,0 0 0,0-1 0,0 0 0,0 1-1,0-1 1,0 0 0,0 0 0,0 0 0,0-1 0,1 1 0,-1 0 0,0-1 0,1 1 0,-1-1 0,0 0-1,1 0 1,2 0 0,5 0-2,1 0 0,-1-1 0,1 0 0,-1-1-1,0 0 1,0-1 0,0 0 0,0 0 0,0-1-1,0-1 1,-1 1 0,0-2 0,0 1 0,15-13-1,76-56-139,-1-9 141,-96 80-5,-1 0 0,1 0 0,-1 0-1,1 0 1,-1-1 0,0 1 0,0-1 0,1-4 0,-1 4 16,-1 2 79,-6-10-193,5 11 110,-1-1-1,1 1 1,0-1 0,-1 1 0,1-1-1,-1 1 1,0 0 0,1-1 0,-1 1 0,0 0-1,0-1 1,0 1 0,-2-2 0,1 2-12,-1-1 0,0 1 0,0 0 1,0 1-1,0-1 0,0 0 0,0 1 0,-1 0 1,1-1-1,0 1 0,0 1 0,0-1 1,0 0-1,0 1 0,0-1 0,0 1 0,-4 1 1,5-1 46,-22 19-71,18-11 60,3-4-20,0-1-1,0 1 0,0-1 1,0 0-1,-1 0 1,-6 6-1,9-9-13,0 1 0,-1 0 0,1-1-1,0 1 1,0 0 0,0 0 0,1 0 0,-1 0 0,0 0-1,1 0 1,-1 0 0,0 2 0,-1 6 35,-4 7 24,0 1 0,2 0 0,0 0-1,1 0 1,1 0 0,1 0 0,1 1 0,0-1-1,5 35 1,7 9 99,27 91 1,-28-117-187,40 134 150,31 115-34,-62-201-103,13 125 0,-30-169 27,-2-1 0,-1 1 0,-2 0 0,-2 0-1,-13 52 1,10-60-71,-2-1 1,-2-1-1,0 1 0,-2-2 0,-2 0 1,0 0-1,-20 26 0,16-30-95,3 0-237,-1 0 0,-2-2 0,0 0 0,-1-2 0,-2 0 0,-27 21-1,2-10-1942,2 0-647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53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9 169 6641,'-7'-15'1805,"7"13"-1128,-1 0-1,1 0 0,0 0 1,0 0-1,0 0 0,0 0 1,0 0-1,0 0 0,0 0 1,1 0-1,-1 0 0,1 0 1,-1 1-1,2-5 0,12-12-942,-8 13 354,1-1-1,0 1 1,0 0-1,1 1 1,-1 0-1,1 0 1,0 0-1,0 1 1,1 1-1,14-4 1,9 0-48,48-2 1,-77 8-45,207-9-1679,72-6-3594,-177 5 1468,8 3-1803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54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13 5793,'-2'-13'7443,"10"22"-5450,12 30-982,-10 0-293,-3 1-1,6 80 0,-11 86-1468,-3-119-376,0-30-2576,-17 110 0,6-95-2421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55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375 124 6925,'1'-3'158,"0"0"0,1 1 0,0-1 0,-1 0 1,1 1-1,0 0 0,0-1 0,0 1 0,0 0 1,1 0-1,-1 0 0,1 0 0,-1 1 0,1-1 1,-1 1-1,1-1 0,5-1 0,57-31 2717,-42 25-2602,0 0 1,1 1-1,1 2 0,-1 0 1,1 2-1,0 0 0,0 2 0,0 1 1,31 2-1,-51 0-266,0-1 0,-1 1 1,1-1-1,-1 1 0,0 1 0,1-1 0,-1 1 0,0 0 1,0-1-1,0 2 0,0-1 0,0 0 0,0 1 0,-1 0 1,1 0-1,-1 0 0,0 0 0,0 1 0,0-1 1,0 1-1,0 0 0,-1-1 0,0 1 0,0 1 0,0-1 1,0 0-1,0 0 0,-1 1 0,0-1 0,0 0 0,0 1 1,-1-1-1,1 1 0,-1 0 0,0-1 0,-2 9 0,-3 11-73,-1 0-1,-1 0 1,-1 0-1,-1-1 0,-1 0 1,-1-1-1,-19 27 0,-108 140-312,132-182 365,-541 587-502,528-577 564,-21 22 106,38-36-104,-1 0-1,1 0 1,0 0-1,0 1 1,0-1-1,1 0 1,-1 1-1,1 0 0,0-1 1,0 1-1,-1 6 1,2-9-38,0 0 0,0 0 1,1 0-1,-1 0 1,1 0-1,-1 1 0,1-2 1,-1 1-1,1 0 0,0 0 1,-1 0-1,1 0 1,0 0-1,0 0 0,-1-1 1,1 1-1,0 0 0,0-1 1,0 1-1,0 0 1,0-1-1,0 0 0,0 1 1,0-1-1,0 1 0,0-1 1,1 0-1,-1 0 1,0 0-1,0 0 0,0 1 1,0-2-1,2 1 0,49 2 131,-41-3-98,151-12 80,-80 4-277,402-43-3184,-242 25-1556,-124 15 524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56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6833,'0'-17'4908,"16"3"-3772,13-6-212,-4 6-448,10-1 200,10 1-160,5 0-104,11 2-200,18 7-424,4-4-432,9 0-468,6 7-940,7 2-1484,22-9-2017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0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277 806 6161,'27'-44'2880,"-26"43"-2689,0 0 0,-1 0 0,1 0-1,0 0 1,-1-1 0,1 1 0,-1 0-1,1 0 1,-1-1 0,0 1 0,1-1-1,-1 1 1,0-2 0,6-17 1730,4 2-830,-10 18-1044,0 1 1,1-1 189,-1 0-190,0 0 0,0 0 1,0 0-1,0 0 0,0 0 1,0 0-1,0 0 1,0 0-1,0 0 0,0 0 1,0 0-1,0 0 0,0 0 1,0 0-1,0 0 1,0 0-1,0 0 0,-13 32 1562,4-10-1865,-93 217 637,60-135-641,-14 33-876,-48 179 0,103-311 1026,32-29-181,-23 9 265,1 0 1,-2 0 0,0-1-1,5-18 1,-7 20 21,78-269 41,17-180-77,-19 77 34,-74 356 22,4-18 2,18-46-1,-25 83 12,0 1 1,0-1-1,1 1 0,1 0 0,-1 1 1,2 0-1,-1-1 0,1 2 1,1-1-1,10-9 0,-15 17-5,-1 0-1,0-1 1,0 1-1,0 1 1,1-1 0,-1 0-1,0 0 1,1 1-1,-1 0 1,0-1 0,1 1-1,-1 0 1,1 0-1,-1 0 1,0 0 0,1 1-1,-1-1 1,1 1-1,-1 0 1,0-1 0,1 1-1,3 2 1,1 1 24,0-1-1,-1 1 1,0 0 0,1 1 0,6 6-1,-6-4 9,-1 0-1,0 1 1,0 0-1,-1 0 0,0 0 1,0 0-1,5 15 0,20 67 284,-25-70-292,29 106 301,31 226 1,-10 239-1611,-18-204-4323,-29-334 2448,3-6-1192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0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4352,'16'-11'1040,"-1"-1"-295,14 4-141,-4-1-116,1 9-100,2 0-92,4 0-84,25 0-208,-6 0-104,0 0-164,0-3-148,-4 1-124,1-7-152,-4 0-261,1 1-575,6-1 852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0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1 338 3612,'11'-7'275,"-7"4"-139,0 1 0,-1 0 0,1-1 0,-1 0 0,0 0 0,0 0 1,0 0-1,5-6 0,-8 6 11,0 0 0,-1 0 0,1 0 0,0 0 0,-1 1 0,0-1 0,0 0 0,0 0 0,-1-4 0,1 7 16,-5-22 786,3 11 500,18 12-762,-12 0-671,1 1 1,-1 0-1,0 0 1,0 0-1,0 0 1,-1 0-1,1 1 1,0-1-1,-1 1 0,1 0 1,-1 0-1,0 0 1,0 0-1,0 0 1,-1 0-1,1 1 1,-1-1-1,2 6 1,17 28 76,4-3-45,-21-27-40,1-1 1,1 1-1,-1-1 0,1 0 0,0 0 0,0 0 1,1-1-1,0 0 0,0 0 0,0 0 1,0-1-1,1 0 0,-1 0 0,11 4 1,-10-5-14,1-1-1,-1 0 1,1 0 0,0 0 0,0-1 0,0 0 0,0 0 0,0-1 0,0 0 0,0-1 0,0 0 0,-1 0 0,1-1 0,0 1-1,0-2 1,-1 1 0,10-5 0,9-3-73,33-17-12,-39 15 188,-6 4-128,0 0-1,-1-1 1,13-11-1,8-10 81,-16 16-39,27-28 0,-36 33-12,1 1 0,0 0-1,0 0 1,1 1 0,0 1 0,23-11 0,-28 14-1,-3 2 1,-1-1 0,1 1-1,-1-1 1,1 1-1,-1 0 1,1 0 0,0 1-1,0-1 1,-1 0-1,1 1 1,0 0 0,0-1-1,0 1 1,0 0 0,-1 1-1,1-1 1,0 0-1,3 2 1,1-1-5,-1 0 8,-1 1-1,1-1 1,-1 1 0,0-1 0,1 2 0,-1-1 0,0 0 0,0 1 0,0 0 0,-1 0 0,1 1-1,-1-1 1,7 7 0,-10-8-3,1 0 0,0 0 0,0 0 0,0 0 0,0-1-1,0 1 1,0-1 0,0 0 0,1 1 0,-1-1 0,0 0 0,1 0-1,-1 0 1,1-1 0,-1 1 0,1-1 0,-1 1 0,1-1 0,-1 0-1,1 0 1,3 0 0,3-2-5,-1 1 0,1-2-1,-1 1 1,15-7 0,2 0 38,3 0-14,-19 5-11,-1 1 1,1 0-1,0 1 1,0 0-1,0 1 1,0 0-1,0 0 1,1 1-1,-1 0 1,0 0-1,10 2 1,-8 1-152,0 0 0,0 0 0,0 1 0,0 1 0,0 0 0,-1 0 0,15 11 0,15 8-1081,-38-23 924,11-3-278,-10 1 556,-1 0-1,1 0 0,-1 0 0,1-1 0,-1 1 1,0 0-1,0-1 0,0 1 0,0-1 1,0 0-1,0 0 0,0 0 0,-1 0 0,4-4 1,2-2-3,-6 5 19,0 0 0,0 1 0,0-1-1,0 0 1,0 0 0,0 0 0,-1 1 0,1-1 0,-1 0 0,0 0 0,0 0 0,0-3 0,0-2-13,1-1 11,-1 1 0,1-1 0,-1 0-1,-1 0 1,0 0 0,0 1 0,-1-1 0,0 0-1,0 1 1,-7-16 0,6 19-87,0 1 0,-1-1 0,1 1 1,-1-1-1,-1 1 0,1 0 0,0 1 0,-1-1 0,0 1 0,0 0 1,0 0-1,0 0 0,0 1 0,0-1 0,-1 1 0,-10-2 1,2-1-898,-5-1 187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1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5424,'1'19'723,"-1"0"-1,-1 0 1,-1 0-1,0-1 0,-1 1 1,-9 26-1,12-43-683,-5 27 844,1 1-1,-1 50 0,3-21-417,-1-18-575,3 0-1,1 1 1,1-1 0,3 0-1,11 47 1,10 47-5483,-19-99 1200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5364,'13'-25'1413,"12"19"-361,13-11-188,-6 3-152,6-1-144,13 1-152,0 0-36,15-3-304,14-1-276,9 7-448,0-9-672,6 6-1204,3-4-645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2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2 109 3712,'-2'-13'1624,"13"16"731,12 5-1949,2-5-88,-1-1 0,36-3 1,15 0 101,890 21 2080,-942-19-2480,1653-4 660,-1594 2-656,78-2 36,210-31-1,-346 30-85,1-2-1,29-10 0,-51 15-116,-4-1-79,0-1 171,-1 1 0,1-1 0,-1 1 0,1 0 0,-1-1 0,1 1 0,-1 0 0,0 0 0,0 0 0,0 0 0,0 1 0,-1-1 0,1 0-1,0 1 1,-4-2 0,-38-9-2010,10 5-1183,19-1-20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2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21 4672,'-1'-1'69,"1"0"0,0 0 0,-1 0 0,1 1 0,0-1 0,-1 0 0,1 1 0,-1-1 0,1 0 0,-1 1 0,1-1 0,-1 1 0,1-1 0,-1 1 0,1-1 0,-1 1 0,0-1 0,0 1 0,1-1 0,-1 1 0,0 0 0,1 0 0,-1-1 0,0 1 0,0 0 0,0 0 0,0 0 0,-33-6 2169,50 33-469,-8-11-1544,2 0 0,0-1 0,1 0 1,1 0-1,0-2 0,1 1 0,24 19 0,112 73 568,-147-105-782,257 152 543,55 37-225,-300-180-313,-1 0 0,1 1 0,-2 0 1,1 1-1,-2 0 0,0 1 0,19 28 0,-27-36-16,-1 0 0,1 1 1,-1-1-1,1 1 0,-2 0 0,1-1 1,-1 1-1,1 0 0,-2 0 1,1 0-1,-1 0 0,1 0 1,-2 0-1,1 0 0,-1 0 0,0 0 1,0 0-1,0 0 0,-1-1 1,0 1-1,0 0 0,-1-1 0,0 0 1,1 1-1,-8 8 0,-6 6 9,-1-1 0,-1 0-1,0-1 1,-1-2 0,-1 0-1,-39 24 1,-142 68 32,174-95-5,-59 29-81,-66 30-1329,-187 122 0,331-189 1038,-29 19-794,8-12-2413,13-4-44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2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23 7309,'0'0'3812,"-9"-11"-3332,-1-1 44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3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4137 39 5869,'0'0'5052,"-2"-2"-4673,-1-1-303,0 0 1,1 0 0,-2 0-1,1 0 1,0 1 0,-1-1-1,1 1 1,-1 0 0,1 0-1,-1 0 1,0 1 0,0-1-1,0 1 1,0 0 0,0 0-1,0 0 1,0 1 0,-1-1-1,1 1 1,0 0 0,0 0 0,0 1-1,-8 1 1,-157 30 125,-165 57 0,24-5-151,-480 89-1,-38 10 21,12 42-72,751-204-27,-268 90-356,13 20-773,309-125 898,-1 0 0,1 0 0,1 1 0,-17 13-1,25-19-381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3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2044 29 4308,'-8'-5'304,"0"1"0,0 1 0,0-1 0,-1 2 0,0-1 0,1 1 0,-1 0 0,0 1 0,0 0 0,0 0 0,0 1 0,0 0 0,-16 3 0,-9 3 98,0 1 0,-42 16 0,48-14-292,-537 202 867,386-131-830,-527 265 139,655-314-231,-55 44 1,91-64-56,0 2 0,1 0 0,1 0 0,0 1 1,1 1-1,1 0 0,-16 28 0,26-41 6,0 1 0,-1 0 1,2-1-1,-1 1 0,0 0 0,0 0 1,1 0-1,0 0 0,-1-1 0,1 1 1,0 0-1,0 0 0,1 0 1,-1 0-1,1 0 0,-1-1 0,1 1 1,0 0-1,0 0 0,0-1 0,0 1 1,1-1-1,-1 1 0,1-1 1,-1 1-1,1-1 0,0 0 0,2 2 1,2 1 7,-1 0 1,1 0-1,-1-1 1,1 0-1,1 0 1,-1-1-1,1 1 1,-1-2 0,14 5-1,24 4 20,2-2 1,80 5-1,97-10 23,-182-4-44,545-17 67,-285 1-96,235-14-124,-238 14-243,273-20-2693,-420 25 654,-17 6-539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04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29 160 6733,'-1'0'216,"0"0"0,-1 0 1,1 0-1,0 0 0,0-1 1,0 1-1,0 0 0,0-1 1,0 1-1,0-1 0,-1 1 1,1-1-1,0 0 1,1 1-1,-1-1 0,0 0 1,0 0-1,0 1 0,0-1 1,0 0-1,1 0 0,-1 0 1,0 0-1,1 0 0,-1 0 1,1 0-1,-1 0 0,1-1 1,0 1-1,-1 0 1,1 0-1,0 0 0,0 0 1,0 0-1,0-1 0,0 0 1,-1-3-450,0 2 1410,2-6 284,4-51 1619,-3 57-3029,0-1 1,1 1-1,-1-1 0,1 1 0,-1 0 0,1 0 1,0 0-1,0 0 0,1 1 0,-1-1 0,0 1 1,1 0-1,0 0 0,6-3 0,-5 3-555,-1 1-1,1-1 1,0 1 0,-1 0-1,1 1 1,0-1 0,0 1-1,0 0 1,-1 0-1,1 0 1,7 1 0,-9 0-1983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6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11 6385,'-24'-10'1653,"22"10"-1407,0 0 0,0-1 0,0 1 0,0 0 1,0 0-1,0 0 0,0 1 0,0-1 0,0 0 0,0 1 0,1-1 0,-1 1 0,0 0 0,-3 1 0,-2 0 7180,12-2-6583,690 14 2583,-199 11-3110,-287-7-2840,-205-18 1371,9 4-3171,2 0 2581,-11-3-3224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6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37 9625,'16'-30'2175,"-13"23"4961,-10 10-5278,-4 1-1233,0 1 1,0 1 0,1 0-1,-1 0 1,1 1-1,1 0 1,-1 1-1,1 0 1,1 1 0,-14 15-1,11-8-338,1 0 0,0 1 0,0 0 0,2 0-1,0 1 1,-6 21 0,3 4-903,2 0-1,1 0 0,3 1 1,1 0-1,3 58 1,2-59-635,5 98-3544,-3-118 2311,2-1 0,7 26 0,11 21-7018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7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28 7585,'0'-3'2021,"3"-8"-2253,1-3 9105,-8 31-7468,-2 11-1044,2 0 0,1 1 0,1-1 1,1 1-1,4 35 0,26 145 353,-20-157-602,1 6 18,23 75 0,-28-117-115,0-1-1,1 1 1,1-1 0,0-1-1,1 1 1,1-1 0,0-1-1,1 0 1,20 22-1,-27-33-11,0 0-1,0 0 0,0 0 1,0-1-1,0 1 0,0-1 1,0 0-1,1 0 0,-1 0 0,0 0 1,1-1-1,-1 1 0,1-1 1,-1 0-1,1 0 0,-1 0 1,0 0-1,1-1 0,-1 1 1,1-1-1,-1 0 0,0 0 0,1 0 1,4-3-1,-1 1 1,1-1-1,0 0 1,-1-1-1,0 1 1,0-2-1,-1 1 1,1-1 0,9-10-1,-4 0 2,-1 0 0,-1-1 0,0 0 0,10-26 0,25-81-118,-17 44-376,59-114-3816,-53 124 869,-11 27-1178,5 10-2591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7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59 265 8709,'4'1'357,"1"1"1,0-1-1,-1-1 1,1 1-1,-1-1 1,1 1-1,0-1 1,0-1-1,-1 1 1,1-1-1,-1 1 1,6-3-1,6-1 1065,-1-1-1,23-10 0,-14 5-661,3-2 266,40-24-1,-60 32-928,0 0 1,-1-1-1,1 0 0,-1-1 0,0 1 0,-1-1 0,0 0 0,0-1 1,0 1-1,7-13 0,-11 15-77,1 1 1,-1-1 0,1 1-1,-1-1 1,0 0-1,0 1 1,-1-1-1,1 0 1,-1 0-1,0 1 1,0-1-1,0 0 1,-1-4-1,0 5-12,0 1-1,0-1 1,0 1 0,0-1-1,0 1 1,-1-1 0,1 1-1,-1 0 1,1 0-1,-1 0 1,0 0 0,0 0-1,0 0 1,0 0 0,0 1-1,-1-1 1,1 1-1,0-1 1,-1 1 0,-2-1-1,-3-1 30,0 1-1,-1 0 1,1 0-1,0 1 0,-1 0 1,1 1-1,-1 0 1,0 0-1,1 0 1,-1 1-1,1 1 0,0-1 1,-1 1-1,1 1 1,-13 5-1,2 0 123,1 0-1,0 2 0,1 0 0,0 0 1,-26 22-1,37-26-79,-1 0-1,1 0 1,0 1-1,1 0 1,0 0 0,0 0-1,0 0 1,1 1-1,0 0 1,0 0-1,1 0 1,0 0 0,1 1-1,0-1 1,0 1-1,1-1 1,0 1 0,0 0-1,1-1 1,1 13-1,0-10-28,1 0-1,0-1 0,1 1 0,0-1 1,1 1-1,0-1 0,1 0 1,0 0-1,0-1 0,1 0 1,1 0-1,-1 0 0,1 0 0,1-1 1,15 13-1,8 4-124,2-3 0,1 0 1,0-2-1,1-2 0,1-1 0,46 14 1,235 55-2960,-285-79 2623,22 5-1083,0-2 0,64 3-1,44-7-5063,-56-5-1368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8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151 101 8445,'1'-2'221,"1"0"0,-1 1 1,1-1-1,-1 0 0,0 0 1,0 0-1,0 0 0,0 0 1,0 0-1,-1 0 1,1-1-1,0 1 0,-1 0 1,0 0-1,1-5 0,-2 6-45,1-1 0,0 1 0,-1-1 0,1 1 0,-1-1 0,0 1 0,1 0 0,-1-1 0,0 1 0,0 0 0,0 0 0,0-1 0,0 1 0,0 0 0,0 0 0,0 0 0,0 0 0,-1 0 0,1 0 0,0 1 0,-1-1 0,1 0 0,-1 1 0,1-1 0,-3 0 0,-24-12 2568,22 9-2100,-1 1 0,1 0 0,-1 0 0,0 1 1,0-1-1,-8 0 0,13 3-541,0 0 0,0 0 0,1 0 0,-1 0 1,0 0-1,0 0 0,1 1 0,-1-1 0,0 1 0,1-1 0,-1 1 0,1 0 1,-1-1-1,0 1 0,1 0 0,0 0 0,-1 0 0,1 0 0,-1 0 1,1 1-1,0-1 0,0 0 0,0 1 0,0-1 0,0 1 0,0-1 0,0 1 1,0-1-1,1 1 0,-1-1 0,0 3 0,-1 3 27,0 0-1,0 0 0,0 1 1,1-1-1,0 1 1,1-1-1,0 1 0,0-1 1,0 1-1,1-1 1,0 1-1,3 9 1,4 9-432,1 0 0,13 26 0,-9-22-451,42 86-3960,-8-45-5223,-25-45 430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8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7717,'0'0'4392,"0"17"-3448,3 0-176,7 0-168,-4-2-404,4 10-560,9 13-624,-3-7-328,0 3-2188,9-2-1957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9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0 422 8049,'0'0'5743,"1"2"-4019,1 13-721,-1 0 0,0 0 1,-1 0-1,-2 23 0,0 34 357,3-46-999,9 48 1,19 71 398,-24-128-681,0-1-1,1 0 1,0 0-1,9 14 1,-14-28-84,3-2 10,-1 0 0,0 0 0,0-1 0,0 1 0,0-1 0,0 0 0,0 1 0,0-1 0,0-1 0,0 1 0,-1 0 0,1-1 0,0 1 0,-1-1 0,1 0 0,-1 0 0,0 0 0,1 0 0,2-5 0,1-2 10,0 0 0,-1 0 0,0-1 0,5-15 0,5-8-63,14-29 57,-12 23-26,2 1 0,1 0 0,45-60 1,-64 96 13,1 0 1,-1 0 0,1 0-1,-1 0 1,1 0 0,0 0-1,0 1 1,0-1 0,0 1-1,0-1 1,0 1 0,0 0-1,0-1 1,1 1 0,-1 1-1,0-1 1,1 0 0,-1 0-1,1 1 1,-1-1 0,1 1-1,-1 0 1,1 0 0,-1 0 0,1 0-1,-1 0 1,1 1 0,-1-1-1,1 1 1,-1 0 0,0-1-1,1 1 1,-1 0 0,0 0-1,1 0 1,2 3 0,3 3-2,1 1 0,-1 0 0,0 0 0,-1 1 1,0 0-1,10 16 0,24 37-676,3-3-1,73 79 1,-92-112-101,1-1 1,1 0-1,1-2 0,1-2 1,1 0-1,37 17 0,-49-29 351,5 3-579,2-1 0,-1-1 0,33 8 1,-51-16 787,1-1 1,-1 1 0,1-1 0,-1-1 0,1 0 0,0 0 0,-1 0 0,1 0 0,-1-1-1,1 0 1,-1-1 0,0 1 0,1-1 0,-1-1 0,0 1 0,0-1 0,0 0-1,8-6 1,-9 5 238,-1-1 0,1 1 0,-1-1 0,0 0 0,0-1 0,0 1-1,-1-1 1,0 0 0,0 0 0,0 0 0,-1 0 0,2-7 0,2-10 730,6-42-1,-11 55-586,1-5 697,-1 0 0,-2-26 0,0-2 876,2 36-1315,-1-1 0,-1 0 1,1 0-1,-1 1 0,0-1 0,-1 0 0,0 1 1,0-1-1,0 1 0,-5-9 0,6 14-310,-1-1 0,1 1 0,-1 0-1,0 0 1,0-1 0,0 1 0,0 0-1,0 0 1,0 1 0,0-1 0,-1 0 0,1 1-1,-1-1 1,1 1 0,-1 0 0,1 0-1,-1 0 1,0 0 0,1 0 0,-1 1 0,0-1-1,0 1 1,0 0 0,1 0 0,-1 0-1,0 0 1,0 0 0,0 0 0,0 1 0,-4 1-1,-3 1 1,0 1-1,0 1 0,1-1 0,-1 2 0,1-1 0,1 1 1,-1 0-1,1 1 0,0 0 0,0 1 0,1-1 0,0 1 1,1 1-1,-12 17 0,4-3 23,1 1 0,1 0 0,1 1 0,-14 46 1,21-58-112,1 0 1,1 1 0,0 0 0,0-1 0,1 23 0,2-29-21,-1 0 1,1 0-1,1 0 0,-1 0 1,1 0-1,0-1 0,1 1 1,-1 0-1,1-1 0,1 0 1,-1 0-1,1 0 0,5 7 1,-4-8-45,0 0 0,0 0 1,0 0-1,1 0 1,-1-1-1,1 0 1,0 0-1,0 0 1,1-1-1,7 3 1,-10-5 13,1 1 1,0-1-1,0 0 1,0-1-1,-1 1 1,1-1-1,0 0 1,0 0-1,0-1 1,0 1-1,0-1 1,-1 0-1,1 0 1,0-1 0,-1 0-1,1 1 1,4-4-1,5-3-38,-1-1 0,0 0 1,0-1-1,-1 0 0,0-1 0,-1-1 0,0 0 1,-1 0-1,0-1 0,-1 0 0,-1 0 0,11-22 0,5-19-309,-3-1-1,17-61 0,-21 61 49,9-34-68,-4 0 0,-4-2 1,-3 0-1,3-125 0,-15 181 317,1-30-98,-4 62 180,-1-1-1,1 1 0,0 0 1,-1 0-1,0 0 0,1 0 1,-1-1-1,-1 1 0,1 0 1,0 1-1,-1-1 0,1 0 1,-1 0-1,0 0 0,-4-3 1,6 5 7,0 1 1,-1-1 0,1 1 0,-1 0-1,1-1 1,-1 1 0,1 0 0,-1 0-1,1-1 1,-1 1 0,1 0 0,-1 0-1,0 0 1,1 0 0,-1 0 0,1 0-1,-1 0 1,1 0 0,-1 0 0,0 0-1,1 0 1,-1 0 0,1 0-1,-1 0 1,1 0 0,-1 0 0,1 1-1,-1-1 1,1 0 0,-1 0 0,0 1-1,-15 18 180,-6 30 121,9-14-150,1 1 1,2 0-1,1 1 0,2 0 1,2 0-1,-1 42 1,6-28-48,2 1 0,13 67 0,-12-100-108,1-1 0,2 1 0,0-1 1,0 0-1,2 0 0,0 0 0,1-1 0,1-1 0,18 25 0,-22-34-3,0 0-1,0-1 1,0 0-1,1 0 1,0 0-1,0-1 1,0 0-1,1 0 1,-1-1-1,1 0 1,0-1-1,1 1 1,-1-2-1,0 1 1,1-1 0,0 0-1,-1-1 1,1 0-1,0 0 1,0-1-1,0 0 1,0-1-1,-1 0 1,1 0-1,0-1 1,-1 0-1,1 0 1,-1-1-1,1 0 1,-1-1-1,0 0 1,11-7-1,-5 0-1,0-1-1,-1 0 0,-1-1 1,0 0-1,-1-1 0,0 0 1,-1-1-1,10-20 0,-17 26 430,-14 19-193,7-6-186,1 1-1,-1 0 1,1 0 0,0 0-1,-4 8 1,1 7 81,2 1 0,-4 37 0,7-48-110,0 1-1,2-1 0,-1 1 0,1-1 1,1 1-1,-1-1 0,6 15 0,-5-20-25,1-1 1,-1 0-1,1 0 0,0 0 0,0 0 0,1 0 0,-1 0 0,1-1 0,0 0 0,0 0 1,5 4-1,-2-2-37,9 6-451,1-1 1,0-1 0,1 0 0,-1-1-1,2-1 1,-1-1 0,1 0 0,0-2-1,0 0 1,0-1 0,31 1 0,-32-4-1184,1-2 1,-1 1-1,19-6 1,8-2-5097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9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7493,'0'0'159,"0"1"0,0 0 1,0 0-1,0 0 0,0-1 1,1 1-1,-1 0 0,0 0 0,0 0 1,1-1-1,-1 1 0,0 0 1,1-1-1,-1 1 0,0 0 1,1-1-1,-1 1 0,1 0 0,0-1 1,-1 1-1,1-1 0,-1 1 1,2 0-1,18 13 2447,-13-10-1399,-6-3-1075,0 0 0,-1 0 0,1 0 0,-1 0 0,1 0 0,-1 0 0,1 0 0,-1 0 0,0 0 0,0 0 0,1 1-1,-1-1 1,0 0 0,0 0 0,0 0 0,0 0 0,0 2 0,0 1 222,3 8-19,0 0 1,1 0 0,1 0-1,0 0 1,1-1 0,0 0-1,0 0 1,1 0 0,12 12-1,13 24 161,-21-30-1217,0-1 1,1-1-1,1 0 0,0-1 0,16 13 1,-27-26 623,-1-1 1,0 0-1,0 0 1,0 0 0,1 0-1,-1 0 1,0 0-1,0 0 1,1 0 0,-1-1-1,0 1 1,0 0-1,0-1 1,1 1 0,0-1-1,2-1-145,1 1 92,0-1-1,-1 0 1,1 0-1,0 0 1,-1-1-1,1 1 0,-1-1 1,0 0-1,0-1 1,0 1-1,0-1 1,-1 1-1,1-1 0,3-6 1,-5 7 144,1 0 1,-1-1-1,0 1 1,1-1-1,-2 0 1,1 1-1,0-1 1,-1 0-1,0 0 1,0 0-1,0-1 1,0 1-1,-1 0 1,1 0-1,-1 0 1,0 0-1,-1-9 1,-1 11 86,1-1 0,0 0 0,-1 1-1,0-1 1,1 1 0,-1 0 0,0 0 0,0 0 0,0 0 0,-1 0 0,1 0 0,0 0-1,-1 0 1,1 1 0,-1 0 0,0-1 0,1 1 0,-1 0 0,0 0 0,0 0 0,1 1 0,-1-1-1,0 1 1,0-1 0,-5 1 0,-3 0 43,1-1 0,0 2 1,0-1-1,0 1 0,0 1 0,-13 3 0,9-1-95,0 2-1,0-1 1,1 2-1,0 0 1,0 0-1,1 1 1,0 1-1,0 0 1,1 0-1,0 1 1,0 1-1,1 0 1,-11 16 0,-41 53-2821,32-36-1582,13-10-2092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9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7321,'-13'37'1840,"7"-11"-248,-1-3-196,1-3-452,3-3-168,3 6-148,0 0-308,0 0-500,0-1-292,3 4-512,0 3-548,-6-9-1892,3 3-1817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20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4376,'-2'0'189,"0"1"0,0 0-1,0-1 1,0 1-1,0 0 1,0 0 0,0 0-1,0 1 1,1-1-1,-1 0 1,0 1 0,-2 2-1,4-3-63,-1 1 0,0 0-1,1 0 1,-1 0 0,1-1-1,0 1 1,0 0 0,0 0 0,0 0-1,0 0 1,0 2 0,1 10-221,-4 13 379,3-22-287,-1 0 0,1 0 0,-1 0 1,2 0-1,0 9 0,7 45-628,-8-46 563,1 0 0,1 0 0,0 0 0,1 0-1,1-1 1,-1 1 0,2-1 0,10 22 0,-13-32 468,4 6 617,-6-7-949,1 0-1,-1 0 1,0-1 0,0 1-1,1 0 1,-1-1-1,0 1 1,1 0 0,-1-1-1,1 1 1,-1-1 0,0 1-1,1-1 1,-1 1-1,1-1 1,0 1 0,-1-1-1,1 1 1,-1-1 0,1 0-1,0 1 1,-1-1 0,1 0-1,0 1 1,0-1-1,-1 0 1,1 0 0,1 0-1,55-14 2089,-44 10-1828,0 0 0,0 1 0,0 1 0,1 0 0,-1 0 0,0 2 0,15 0 0,-24 0 1361,4 0-1468,0-2 1,0 1-1,0-1 1,0 0-1,-1-1 0,1 0 1,-1 0-1,1 0 1,-1-1-1,0 0 0,12-10 1,-17 13 216,-4-1-431,0 1-3,0 0 0,0 0 0,1 0 0,-1 0 0,0 1 0,0-1 0,0 1 0,0-1 0,0 1 0,0 0 0,0-1 1,0 1-1,0 0 0,0 0 0,0 1 0,0-1 0,-3 1 0,0 0-48,0 1 1,1 0-1,-1 0 0,1 0 1,-1 1-1,1-1 1,-5 5-1,-1 1-186,1 1 0,-1 0 0,1 0 0,-15 22 0,20-26 118,1 0-1,0 0 1,0 0-1,1 0 1,-3 7-1,5-11 88,-1 1-1,1 0 1,0 0 0,-1-1-1,1 1 1,0 0 0,0 0-1,0-1 1,1 1 0,-1 0-1,0 0 1,1-1 0,-1 1-1,1 0 1,-1-1 0,1 1-1,0 0 1,0-1 0,1 2-1,-2-2 21,1-1 0,0 1 0,0-1 0,0 1 0,-1-1 0,1 0 0,0 1 0,0-1 0,0 0 0,0 0 1,0 0-1,0 0 0,-1 0 0,1 0 0,0 0 0,0 0 0,0 0 0,0 0 0,1 0 0,1-1-12,4 1 101,-1-1 1,1 0 0,-1 0-1,1-1 1,-1 0-1,1 0 1,-1-1 0,0 0-1,0 0 1,0 0-1,0 0 1,-1-1-1,1 0 1,-1-1 0,0 1-1,5-7 1,-8 12-69,-1 0 1,1 0-1,-1 0 1,1 0-1,-1 1 1,0-1-1,1 0 0,-1 0 1,0 1-1,0-1 1,0 1-1,0-1 1,0 1-1,1 2 1,-2 4 14,-1-1 0,0 1 0,0-1 0,-1 0 0,0 1 0,0-1 0,-1 0 0,-5 11 0,-1 4 38,-65 165 160,27-75-134,-39 145 0,46-131 504,39-123-527,37-13-427,-25 4 131,0 1 1,0-2 0,17-12-1,10-7-638,3 2-250,-2-3 0,-1-1 0,39-37-1,-1-4-652,94-111 0,-147 151 2072,-1-1-1,-2-1 1,30-61 0,-37 52 423,-12 37-689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4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46 392 3028,'0'0'4423,"-1"-3"-4125,0 1-263,-9-32 1371,6 8 3333,4 25-4718,0 1 1,0-1 0,-1 1-1,1-1 1,0 1-1,-1-1 1,1 1 0,0 0-1,-1-1 1,1 1 0,-1 0-1,1-1 1,-1 1 0,1 0-1,-1 0 1,1-1 0,-1 1-1,1 0 1,-1 0 0,1 0-1,-1 0 1,1 0-1,-2-1 1,-9-3 1074,7-2 2788,1-14-2965,5 29 877,6 43-1030,1 2-774,-8-51 14,-1-1-1,1 6-42,4 9 142,-5-17-102,1 0-1,-1 1 0,0-1 1,1 1-1,-1-1 0,1 0 1,-1 1-1,1-1 0,-1 0 0,1 1 1,-1-1-1,1 0 0,-1 0 1,1 0-1,-1 1 0,1-1 1,-1 0-1,1 0 0,0 0 0,-1 0 1,1 0-1,-1 0 0,1 0 1,-1 0-1,1 0 0,-1-1 1,1 1-1,0 0 0,0 0 0,1-1-4,0-1-1,0 1 0,0 0 1,0 0-1,-1-1 0,1 1 0,0-1 1,-1 1-1,1-1 0,-1 0 0,1 0 1,-1 0-1,0 0 0,0 0 0,0 0 1,0 0-1,0 0 0,0 0 0,-1 0 1,1 0-1,-1-1 0,0 1 1,1 0-1,-1 0 0,0-1 0,-1-3 1,3-9-5,-1 13 21,-3-1-18,0 1 1,1 1 1,0 0 0,0 0 0,1 1 0,-1-1-1,0-1 1,1 1 0,-1 0 0,1 0 0,-1 0 0,1 0 0,0 0 0,-1 0 0,1-1 0,0 1 0,0 0 0,0 0 0,0-3 0,-1 2 49,0-15 38,1 16-92,-1-1-1,1 0 1,0 0 0,0 1-1,0-1 1,0 0 0,0 1-1,0-1 1,1 0 0,-1 1-1,0-1 1,1 0 0,-1 1-1,1-1 1,0 1 0,0-1-1,-1 1 1,1-1-1,0 1 1,2-2 0,-1 1-26,0-5-806,0 0 302,0 0 1,1 0 0,0 0 0,5-7-1,-7 13 574,0-1 951,-34 10-233,44 1-644,0-1 1,1 0 0,0 0-1,1-1 1,0-1 0,0 0-1,0-1 1,0 0 0,1-1-1,25 4 1,11-1 74,89 0 0,-68-6-88,275 6 191,-143-5-196,252-2 233,-85-7 131,25-22-62,-107 6-201,-130 12-59,252-10 81,518 38 214,-862-14-426,1187-32 2062,-257-30-415,-442 62-1343,-138 5-81,81 0 87,838-62 547,-765 30-709,1 34-173,-445 1 97,-59-9 7,-43 0-79,0-1 0,-1-1 1,1-2-1,39-6 0,-40 2-21,-7 3-648,0-1 0,-1-1 0,24-11 0,-36 15-822,-1-1 1025,-1 0 0,1 0 0,0 0 0,-1-1 0,1 1 0,-1 0 0,1-1 0,-1 1 0,0-1 0,0 0 0,-1 1 0,1-1 0,0-2 0,-10-12-2004,-2 3-1459,-10-19-7186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5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525 147 4588,'0'-1'79,"0"0"-1,0 0 1,0 0-1,0 0 0,-1 0 1,1 0-1,0 0 1,-1 1-1,1-1 0,-1 0 1,1 0-1,-1 0 1,1 0-1,-1 1 0,1-1 1,-1 0-1,0 1 1,1-1-1,-1 0 0,0 1 1,0-1-1,0 1 1,1-1-1,-1 1 0,0-1 1,-2 0-1,-31-7 1057,10 4-293,-117-41 3909,88 26-2784,-1 2 0,-90-15 0,139 32-1836,1 0 0,0 0 0,-1 0 0,1 1 0,0-1 0,-1 1 0,1 0 0,0 1 0,-7 2 0,6-2 58,4-2-147,1 1-1,0 0 1,-1 0 0,1 0 0,-1 0 0,1 0 0,0 0 0,0 0 0,-1 0 0,1 0 0,0 0 0,0 0 0,0 0 0,0 0 0,0 0 0,1 0 0,-1 0 0,0 1 0,0 0 49,1 1-34,-1 1 0,1 0-1,0-1 1,0 1-1,0-1 1,1 1 0,-1-1-1,1 1 1,0-1 0,0 0-1,0 0 1,0 0-1,1 0 1,-1 0 0,4 2-1,47 40 409,-50-43-428,45 29 207,1-3-1,2-2 1,85 32-1,-120-52-194,539 184 531,-449-156-573,187 92 1,-267-112-30,-1 1-1,0 1 1,39 35 0,-50-39 18,0 0 0,-2 1 1,1 1-1,-2-1 0,0 2 0,-1 0 1,0 0-1,-1 1 0,0 0 1,6 19-1,-11-21-8,0-1 0,-1 1 0,-1 0 0,0 0 0,0 0 0,-2 0 0,0 0 0,0 0 0,-1 0 0,-1 0 0,-1 0 1,-6 22-1,1-12 9,-2-2-1,0 1 1,-1-1 0,-2-1 0,0 0 0,-1-1 0,-1 0 0,-1-1 0,0-1 0,-22 18 0,-15 9 15,-2-2 1,-78 47-1,-166 84 703,245-143-3,-1-2-1,-106 38 1,-124 20 1169,284-87-1930,1 0-1,0 0 1,0 1 0,0-1-1,-1 0 1,1 0 0,0 0-1,0 0 1,-1 0-1,1 1 1,0-1 0,0 0-1,-1 0 1,1 0 0,0 0-1,-1 0 1,1 0 0,0 0-1,0 0 1,-1 0 0,1 0-1,0 0 1,-1 0 0,1 0-1,0-1 1,0 1-1,-1 0 1,1 0 0,0 0-1,0 0 1,-1 0 0,1 0-1,0-1 1,0 1 0,0 0-1,-1 0 1,1 0 0,0-1-1,0 1 1,0 0 0,0 0-1,-1-1 1,1 1 0,0 0-1,0 0 1,0-1-1,0 1 1,0 0 0,0 0-1,0-1 1,9-18-1583,27-26-1221,-32 40 2165,61-74-8332,-22 31-482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15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9701,'13'-9'1808,"6"1"7701,-16 28-10693,0 3-352,1-6-13778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25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10 112 3500,'13'-5'4182,"-22"0"2627,-3-1-7326,10 4 2524,12-26 1702,-4-35-255,-6 60-2416,0 7-804,4 144 1216,-6-70-1283,-3 40-1118,2-91-706,0 47-1,4-62-902,0-1 0,1 1 1,4 18-1,3-9-5984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26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199 224 3104,'0'-1'264,"0"0"1,-1 0-1,1 0 0,-1-1 0,1 1 0,-1 0 0,1 0 1,-1 0-1,1 0 0,-1 0 0,0 0 0,0 0 0,1 0 1,-1 0-1,0 0 0,0 1 0,0-1 0,0 0 0,0 0 1,0 1-1,0-1 0,-2 0 0,-5-4-847,5 4 1220,3-2-331,-1-4-357,1 5 182,-1 0 1,1 0-1,0 0 1,-1 0-1,1 0 1,-1 0-1,1 1 1,-1-1-1,0 0 1,0 0-1,0 1 1,0-1-1,0 0 1,0 1-1,0-1 1,-1 1-1,-2-3 1,-27-22 2992,30 24-2023,0 1-987,0-1 0,0 1 0,0-1 0,0 1 0,0 0 0,-1-1 0,1 1 0,0 0-1,-1 0 1,1 0 0,0 0 0,-1 0 0,-1-1 0,-3 5 25,0 1 0,0 1 0,0-1 0,1 1 0,0 0 0,0 0-1,1 0 1,-1 1 0,1-1 0,0 1 0,0 0 0,1 1 0,-4 7 0,2-1 55,-1 0 0,2 0 1,-1 1-1,2 0 1,0-1-1,-1 21 1,3-22-144,2 0 0,-1 1 0,2-1 1,0 0-1,0 0 0,1 0 0,1 0 0,0 0 0,0 0 1,1-1-1,1 0 0,0 0 0,0-1 0,1 1 1,15 17-1,-15-21-44,-1-1 0,1 1 0,0-1 0,0-1 0,1 1 0,0-1 0,0 0 0,0-1 0,0 0 0,1 0 0,-1-1 1,1 0-1,0-1 0,0 0 0,0 0 0,1-1 0,-1 0 0,0 0 0,0-1 0,1 0 0,-1-1 0,13-3 0,-17 3-14,0-1 0,0 1-1,0-2 1,0 1 0,0 0-1,0-1 1,-1 0 0,1 0-1,-1-1 1,0 1 0,0-1-1,0 0 1,0 0 0,-1 0-1,0 0 1,0-1-1,0 1 1,0-1 0,-1 0-1,1 0 1,-1 0 0,0 0-1,1-7 1,1-4-57,0 0 1,-1-1-1,-1 0 0,-1 0 1,0 1-1,-3-25 0,1 21 47,-2 0-1,0 1 1,-1-1 0,-1 1-1,-1 0 1,-1 1-1,0-1 1,-2 1-1,0 1 1,-1 0 0,0 0-1,-1 1 1,-1 0-1,-16-16 1,-29-19-552,49 50-205,6 1 653,1 0 0,-1 1 0,1-1 1,0 1-1,-1-1 0,1 1 0,0-1 0,-1 1 0,1 0 0,0-1 0,0 1 0,0 0 0,0 0 0,0 0 1,0 0-1,0 0 0,0 0 0,0 0 0,0 1 0,0-1 0,1 0 0,-1 0 0,0 1 0,0 1 0,1 0-420,-1 1-1,1-1 1,0 1-1,0 0 0,1-1 1,-1 1-1,1-1 1,0 1-1,0-1 1,0 0-1,0 1 0,0-1 1,3 4-1,11 22-5606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2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84 4388,'-1'0'116,"1"0"0,-1 0 0,1 0 0,0 0 0,-1 0 0,1 0 0,0 0 0,-1 0 0,1-1-1,0 1 1,-1 0 0,1 0 0,0 0 0,-1 0 0,1 0 0,0 0 0,-1-1 0,1 1 0,0 0 0,0 0-1,-1-1 1,1 1 0,0 0 0,0 0 0,-1-1 0,1 1 0,0 0 0,0-1 0,0 1 0,-1 0 0,1 0-1,0-1 1,0 1 0,0-1 0,0 1 0,0 0 0,0-1 0,0 1 0,0 0 0,0-1 0,0 1 0,0 0-1,0-1 1,14-8 5347,-8 6-6075,-4 2 3322,-1-2-2327,0 1 1,0-1-1,0 0 1,-1 1-1,0-1 1,1 0-1,-1 0 1,0 1-1,0-1 1,0 0-1,-1 0 1,1 1-1,-1-1 1,1 0-1,-1 1 1,0-1-1,0 0 1,0 1-1,0-1 1,-3-3 2401,1 6-2691,1 0 0,-1 0 0,0 0 0,1 0 0,-1 1 0,1 0 0,-1-1 1,1 1-1,-1 0 0,1 0 0,-1 0 0,1 0 0,0 1 0,0-1 0,-1 1 0,1-1 0,0 1 0,1 0 1,-1 0-1,0 0 0,0 0 0,1 0 0,-3 3 0,0 4 46,0-1 0,1 1-1,0 0 1,1 0 0,-3 17 0,-3 20-537,3 0 1,1 0-1,3 1 0,7 75 1,11-19-5299,12-2-5667,-15-64 2785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27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64 5593,'6'11'747,"-8"-16"1489,0 0-904,0 0-1,0 0 1,0-1-1,0 1 1,1 0-1,0-1 1,-1-6-1,2 11-1193,0 0 0,0 0 0,0 0 0,0 0 0,-1 0 0,1 1 0,0-1 0,-1 0 0,1 0 0,-1 0 0,1 0 0,-1 1 0,1-1 0,-1 0 0,0 0 0,1 1 0,-1-1 0,0 0-1,1 1 1,-1-1 0,0 1 0,0-1 0,0 1 0,1-1 0,-1 1 0,0 0 0,0-1 0,0 1 0,0 0 0,0 0 0,0 0 0,0 0 0,0 0 0,0 0 0,0 0 0,0 0 0,0 0-1,0 0 1,1 0 0,-1 0 0,0 1 0,0-1 0,0 0 0,0 1 0,0-1 0,-1 1 0,0 1-19,-1-1 1,1 1-1,-1-1 0,1 1 0,0 0 1,0 0-1,0 0 0,0 0 1,0 1-1,0-1 0,0 0 0,1 1 1,-1-1-1,-1 4 0,0 5-64,0 1 0,0-1 0,2 0 0,-1 1 1,1 0-1,1-1 0,1 22 0,4 2-1379,11 43 0,4 22-5497,-13-59 813,8 4-3473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28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 6557,'6'-16'7276,"-13"40"3684,5-3-12329,4 90 3022,1 15-1702,-1-91-1133,-2 0 0,-7 55 0,1 42-9056,8-82 1978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2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23 174 4496,'-1'0'221,"-1"-1"0,1 1 0,0 0 0,0-1 0,0 1 0,0-1-1,0 1 1,0-1 0,0 0 0,1 1 0,-1-1 0,0 0 0,0 0-1,0 1 1,1-1 0,-1 0 0,0 0 0,1 0 0,-1 0 0,1 0 0,-1 0-1,1 0 1,-1 0 0,1 0 0,0 0 0,0 0 0,-1-1 0,1 1-1,0 0 1,0 0 0,0-2 0,-1-6-102,1 8-19,0 0 1,0 0-1,0-1 0,1 1 0,-1 0 1,0 0-1,0 0 0,1 0 0,-1 0 1,1 0-1,-1 0 0,1 0 0,0 0 1,-1 0-1,1 1 0,0-1 0,-1 0 1,2-1-1,1-1 213,3-6-40,0 1-1,0 0 0,1 0 1,-1 0-1,2 1 0,-1 0 1,1 0-1,1 1 0,-1 0 1,1 1-1,0-1 1,0 2-1,0-1 0,1 1 1,-1 1-1,1 0 0,0 0 1,0 1-1,1 0 0,-1 1 1,16-1-1,-23 2-253,0 0-1,0 1 0,0-1 1,-1 1-1,1-1 0,0 1 1,0 0-1,0 0 0,0 0 1,-1 1-1,1-1 0,-1 0 1,1 1-1,-1 0 0,1 0 1,-1 0-1,0 0 0,0 0 1,0 0-1,3 4 0,-3-2-8,0 0 0,-1 0-1,1 0 1,-1 0 0,0 1-1,0-1 1,0 0 0,0 1-1,-1-1 1,0 1-1,0-1 1,-1 6 0,-1 5-6,0 1 0,-2-1 0,0 0 1,0-1-1,-1 1 0,-13 23 0,-142 223-154,156-256 135,0 1 0,1-1 0,0 1 1,0-1-1,1 1 0,0 0 0,-3 10 0,5-15 15,0 1-1,0-1 1,0 1-1,0-1 1,0 0 0,0 1-1,0-1 1,1 0 0,-1 1-1,0-1 1,1 0-1,0 1 1,-1-1 0,1 0-1,0 0 1,-1 1 0,1-1-1,0 0 1,0 0-1,0 0 1,0 0 0,0 0-1,0 0 1,0-1-1,0 1 1,0 0 0,1 0-1,-1-1 1,0 1 0,1-1-1,-1 1 1,0-1-1,1 1 1,-1-1 0,0 0-1,1 0 1,-1 0 0,2 0-1,18 3-104,-1-1 0,0-1 0,1-1 1,30-4-1,84-19-2526,-82 13 902,17-2-2990,0 1-2843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29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58 8521,'0'-1'155,"1"1"0,0 0 0,-1 0 0,1 0 0,-1 0 0,1-1 0,-1 1 0,1 0 0,0 0 1,-1-1-1,1 1 0,-1 0 0,1-1 0,-1 1 0,0-1 0,1 1 0,-1-1 0,1 1 0,-1-1 0,0 1 0,1-1 0,-1 1 1,0-1-1,0 1 0,1-1 0,-1 0 0,0 1 0,0-1 0,0 1 0,0-1 0,0 0 0,0 1 0,0-1 0,0 1 0,0-1 0,0 0 1,0 1-1,0-1 0,0 1 0,0-1 0,-1 0 0,1 1 0,0-1 0,0 1 0,-1-1 0,0 0 0,-1-8 675,1 6 817,0 1-45,-2-1-1505,-15-13 4179,18 15-4190,-1 1 1,1 0 0,-1 0-1,0 0 1,1 0 0,-1 0-1,0 0 1,1-1 0,-1 2-1,0-1 1,1 0-1,-1 0 1,0 0 0,1 0-1,-1 0 1,0 0 0,1 1-1,-1-1 1,1 0 0,-1 1-1,0-1 1,1 0 0,-1 1-1,1-1 1,-1 1-1,1-1 1,-1 1 0,1-1-1,0 1 1,-1-1 0,1 1-1,0-1 1,-1 1 0,1-1-1,0 1 1,-1 0 0,1-1-1,0 1 1,0 0 0,-1 3 14,0-1 0,0 0 0,1 1 0,0-1 0,0 0 0,0 1 0,0-1 1,0 1-1,1 5 0,1 19 213,-4 138-951,11 2-5192,-2-59-3595,-1-47-754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30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10 244 5801,'0'-2'167,"1"0"1,0 0-1,-1 0 1,0-1-1,1 1 1,-1 0-1,0 0 1,0 0-1,0 0 1,0-1 0,-1 1-1,1 0 1,0 0-1,-1 0 1,0 0-1,1 0 1,-1 0-1,0 0 1,0 0 0,0 0-1,0 0 1,-2-2-1,2 2 104,1-1 0,0 0 0,-1 0 0,1 0-1,0 1 1,1-1 0,-1 0 0,1 0 0,-1 1-1,2-4 1,-2 3 110,2-3-160,0 1 0,1-1 0,0 0 0,-1 1 0,2 0 0,-1 0 0,1 0 0,-1 0 0,1 0 0,1 1 0,-1 0 0,1-1 0,-1 2 0,7-5 0,2-1 115,1 0-1,-1 1 1,2 1-1,19-9 0,-22 12-130,5-2 5,0 0-1,0 1 1,29-4 0,-43 8-192,1 1 0,0-1 0,0 1 0,0 0 0,0 0 0,0 1 0,0-1 0,0 1 0,-1 0 0,1 0 1,0 0-1,-1 1 0,1-1 0,0 1 0,-1 0 0,0 0 0,1 0 0,-1 0 0,0 1 0,0-1 0,0 1 0,3 3 0,-5-3-11,1 0-1,-1 0 1,0 0-1,1 0 1,-1 0-1,0 0 1,-1 0-1,1 0 1,-1 0-1,1 0 1,-1 0-1,0 1 1,0-1 0,0 0-1,-1 0 1,1 0-1,-1 0 1,0 0-1,-1 4 1,-2 7 16,-1 0 0,-12 22 0,15-33-17,-12 25 41,-2 2-49,-14 39 0,27-62 1,1 0 0,0 0 0,0 0-1,0 1 1,1-1 0,0 0 0,1 1 0,0-1 0,0 1 0,0-1 0,3 13-1,0-14-6,-1 0-1,1 1 1,1-1-1,-1 0 0,1 0 1,0-1-1,1 1 1,-1-1-1,1 0 1,0 0-1,7 5 0,9 6 62,37 22-1,-58-38-52,10 5-18,-2 1-1,1-1 0,-1 2 0,1-1 1,-2 1-1,9 9 0,-14-14-5,-1 0 0,0 0-1,1 0 1,-1 0 0,0 0-1,-1 0 1,1 0 0,0 0 0,0 0-1,-1 1 1,1-1 0,-1 0 0,0 1-1,0-1 1,0 0 0,0 0 0,0 1-1,0-1 1,-1 0 0,1 1-1,-1-1 1,1 0 0,-1 0 0,0 0-1,0 0 1,0 1 0,0-1 0,0-1-1,-1 1 1,1 0 0,-1 0 0,1 0-1,-1-1 1,-2 3 0,-6 5-273,0 0 0,-1-1 1,0 0-1,0-1 1,0-1-1,-1 0 0,0 0 1,-22 6-1,-4 0-2924,-51 9 0,29-12-3405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30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8 5901,'-9'-7'13069,"5"10"-7204,1 21-5809,-1 8 889,-3-2-798,1 1 1,1 0-1,1 0 1,1 57-1,6 30-3363,2 31-7651,3-94 1361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31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6005,'0'0'6378,"1"-2"-5343,19-56 3745,-19 56-3400,13 30-864,-7-19-479,0-1 1,1 0 0,0 0-1,0 0 1,0-1-1,1 0 1,0-1-1,0 0 1,14 6 0,15 6-63,45 15 0,-43-18 28,-20-9-44,1 0 1,0-2 0,-1 0 0,28 1 0,-11-1 19,-33-4 18,1-1 1,0 1-1,-1-1 0,1 0 0,-1 0 0,1 0 1,-1-1-1,0 0 0,1 0 0,-1 0 0,0 0 0,0-1 1,-1 1-1,1-1 0,0 0 0,-1 0 0,0 0 1,6-7-1,-7 6 11,1 0 0,-1 1 0,0-1 1,0 0-1,-1 0 0,1 0 0,-1 0 0,0-1 1,0 1-1,0 0 0,0 0 0,-1-1 0,0 1 1,0-7-1,-2-6 388,0 0 1,-5-21-1,6 34-235,0 2 96,-10-22 316,10 24-563,0 0-1,-1 1 0,1-1 1,0 0-1,0 1 0,0 0 0,0-1 1,0 1-1,0 0 0,0-1 1,0 1-1,0 0 0,0 0 0,0 0 1,0 0-1,0 0 0,1 0 1,-1 0-1,0 0 0,1 0 0,-1 2 1,-14 28 48,-38 132-3432,44-130-641,-5 45 1,10-26-4313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36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 12669,'0'0'7234,"-1"4"-5704,-33 109 2421,17-64-3028,-13 68 0,21-55-1764,-3 119-1,17-19-5755,-1-107 500,5 2-3772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36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0 314 9537,'22'-3'2199,"63"-7"3636,-65 6-5303,1 0 0,-1-2 0,0 0 1,21-10-1,-22 8-294,7-3-27,0 0 0,-1-2 0,-1-1 0,0-1 1,-1-1-1,22-19 0,-42 33-195,-1-1 0,1 0-1,-1-1 1,0 1 0,1 0 0,-2-1-1,1 1 1,0-1 0,-1 1 0,1-1 0,-1 0-1,0 0 1,0 0 0,-1 1 0,1-1 0,-1 0-1,0 0 1,0 0 0,0 0 0,0 0-1,-1 0 1,0 0 0,0 0 0,-2-6 0,2 7-4,-1 0 0,1 0 0,-1 1 0,1-1 0,-1 1 0,0-1 0,0 1 0,0 0 0,0-1 0,-1 1 0,1 0 0,-1 1 0,1-1 0,-1 0 0,0 1 0,1-1 0,-1 1 0,0 0 0,0 0 0,0 0 1,0 0-1,0 1 0,0-1 0,0 1 0,0 0 0,0-1 0,0 2 0,-1-1 0,1 0 0,0 1 0,0-1 0,-5 2 0,-4 2 19,1 0 1,-1 1-1,1 0 0,0 1 1,0 0-1,1 1 0,0 0 0,0 0 1,-10 11-1,-8 9 74,-39 50 0,53-56-96,2 0 0,0 1 0,1 0 0,1 1 0,-10 35 0,13-37-3,6-15-6,-1 1-1,1-1 0,0 1 0,1 0 0,-1-1 0,1 1 0,1 0 0,-1-1 0,1 1 0,0-1 0,1 1 1,2 7-1,-4-13 0,2 3-3,-1 0-1,1 0 1,0 0-1,0 0 0,0-1 1,1 1-1,-1-1 1,1 1-1,0-1 1,0 0-1,0 0 0,0 0 1,1-1-1,-1 1 1,1-1-1,-1 0 0,1 0 1,0 0-1,0 0 1,0-1-1,0 1 0,0-1 1,0 0-1,0 0 1,8 0-1,7 1-41,0-1 0,0-1 0,0-1 0,26-4-1,-15 2-19,-1-1-1,0-2 0,0-1 0,-1-1 0,0-1 0,-1-2 0,0-1 0,0-1 0,33-22 0,27-30-50,-76 55 98,0-1 0,0 0 0,-2-1 0,1 0 0,-1 0 0,-1-1 0,0 0 0,-1-1 0,-1 1 0,0-1 0,0-1 0,3-18 0,-2 13 83,0 0-1,1 0 1,15-26 0,-22 45-60,-1 0 0,0 0 0,1 1 0,0-1-1,-1 0 1,1 0 0,-1 1 0,1-1 0,0 0 0,0 1-1,-1-1 1,1 0 0,0 1 0,0-1 0,0 1-1,0 0 1,-1-1 0,1 1 0,0 0 0,0-1 0,0 1-1,0 0 1,0 0 0,0 0 0,1 0 0,0 0-2,0 1 1,-1-1 0,1 1 0,0-1 0,-1 1-1,1 0 1,-1 0 0,1 0 0,-1 0-1,1 0 1,-1 0 0,0 0 0,2 2 0,2 3 3,0 1 0,0-1 0,0 1 0,-1 0 0,5 12 0,33 76-19,-41-90 17,1-1-1,0 0 1,0 1-1,0-1 1,0 0-1,1 0 1,4 5-1,-3 3-73,30-12 140,-26-3-66,-1-1 0,0-1 0,0 1 0,0-1 0,0 0 1,-1 0-1,10-12 0,0 3 6,19-20-4,-23 22 2,1 0 0,-1 0-1,2 2 1,18-13-1,-29 21 2,0 1-1,0-1 0,0 1 1,0-1-1,1 1 0,-1 0 1,0 0-1,1 0 0,-1 1 1,1-1-1,-1 1 0,1 0 1,-1 0-1,1 0 0,-1 1 1,0-1-1,1 1 0,-1-1 1,1 1-1,-1 0 0,0 1 1,0-1-1,1 0 0,-1 1 1,0 0-1,3 2 0,14 12 62,-1 2 0,33 37 0,-42-41-134,1-2-1,0 1 1,1-2 0,0 1 0,1-2 0,0 0 0,1 0 0,0-1 0,26 12-1,-16-11-1178,11 4-1426,-10-7-4795,-12-5-429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38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341 56 4740,'6'-31'12752,"-44"8"-9014,37 23-3713,-1-1 1,0 1-1,0 0 0,0 0 1,1 0-1,-1 0 0,0 0 1,0 0-1,0 1 0,1-1 1,-1 0-1,0 1 0,1 0 1,-1-1-1,0 1 0,1 0 1,-1 0-1,1 0 0,-1 0 1,1 0-1,-1 0 0,1 0 1,0 0-1,-1 1 0,0 1 1,-32 43 297,26-34-254,-20 31 255,3 1-1,1 2 1,2 0 0,2 1 0,-16 59 0,16-33 43,4 1 0,-12 139 0,25-175-345,2 0-1,1 0 1,3 0-1,1 0 1,1 0-1,3-1 1,11 38 0,-11-52-102,1 1 1,1-1 0,1-1-1,1 0 1,1 0 0,1-2 0,1 1-1,1-2 1,0 0 0,1-1 0,34 27-1,-18-21-289,0-3-1,1 0 1,2-2-1,0-2 1,0-1-1,2-2 1,0-1-1,66 12 1,-29-13-2302,1-3 1,0-3-1,122-7 1,-74-4-4885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39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454 773 7093,'-29'-10'1950,"23"8"1432,4 1-3039,0-1-1,1 1 1,-1-1 0,0 0-1,1 1 1,-1-1-1,1 0 1,0 0 0,-1 0-1,0-4 1,-4-2 1339,-32-44 1673,37 49-2982,-8-26 410,8 27 203,2-18-898,1-1 0,1 1 0,9-29 0,-7 26-69,0 0 1,3-35 0,-5 1 36,0 21-52,-2 0 0,-1 1 1,-5-39-1,0 21 118,1-67-1,3 119-98,0-1 0,0 1 0,0 0 0,0-1-1,-1 1 1,1 0 0,0 0 0,-1 0 0,1 0 0,-1 0 0,1 0-1,-1 0 1,1 0 0,-1 1 0,1-1 0,-3 0 0,3 1 21,-2 2 5,1 1-1,-1-1 1,1 1 0,0 0-1,0 0 1,0 0 0,0 0-1,0 0 1,1 0 0,0 1-1,-2 3 1,-5 11 186,-21 39 288,3 2 0,2 0 0,3 2 1,-17 74-1,-32 257 485,54-285-799,-2 179 0,18-246-354,3-1-1,0 1 1,3-1 0,1 0 0,2 0-1,2-1 1,30 70 0,-36-96-20,1-1-1,0 0 1,1 0 0,1 0-1,0-1 1,0-1 0,1 1 0,0-1-1,0-1 1,1 1 0,20 12-1,-24-18 83,0 0 0,0 0-1,1-1 1,-1 0-1,1 0 1,0 0-1,-1-1 1,1 0 0,0 0-1,0 0 1,0-1-1,0 0 1,0-1-1,0 1 1,-1-2 0,1 1-1,0 0 1,-1-1-1,1-1 1,-1 1-1,1-1 1,-1 0 0,8-5-1,-6 2 7,1 0 0,-1 0 0,-1-1 0,1-1 0,-1 1 1,0-1-1,-1 0 0,1 0 0,-2-1 0,1 0 0,-1 0 0,-1-1 0,0 1 0,0-1 0,-1 0 0,0 0 0,0 0 0,-1 0 0,1-14 0,-3 17 51,1-1 0,-1 0-1,0 1 1,-1-1 0,0 0-1,0 1 1,0-1 0,-1 1-1,0-1 1,-1 1 0,0 0-1,0 0 1,0 0-1,-1 0 1,0 0 0,0 1-1,-1 0 1,0 0 0,0 0-1,0 1 1,-1-1 0,0 1-1,0 0 1,0 1 0,0 0-1,-10-5 1,-2 1-1,-1 1 0,0 1 0,0 1 0,0 1-1,0 0 1,-32-1 0,-123 4 4,93 3 42,79-2-16,1 1 0,-1-1 0,0 0 0,1 0-1,-1-1 1,1 1 0,-1 0 0,1 0 0,-1-1 0,1 1 0,-1-1 0,1 1-1,0-1 1,-1 0 0,-1-1 0,2 2-2,1-1-1,0 1 1,0-1 0,0 1 0,0-1-1,-1 1 1,1-1 0,0 1-1,0-1 1,0 1 0,0-1-1,0 1 1,0-1 0,0 1-1,0-1 1,1 1 0,-1-1-1,0 1 1,0-1 0,0 1-1,1-1 1,-1 1 0,0 0-1,0-1 1,1 1 0,-1-1-1,0 1 1,1 0 0,-1-1-1,35-28-16,-33 27 11,44-26-370,78-36-1,-56 30-199,117-73-2857,-126 71 1625,-44 27 783,-2-1-1,23-21 1,0 0-3188,-8 12-801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0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12 7365,'0'1'210,"-1"0"0,0-1 0,0 1 1,0-1-1,-1 0 0,1 1 0,0-1 1,0 0-1,0 0 0,0 0 0,0 1 1,0-1-1,0 0 0,0 0 0,-1-1 1,1 1-1,-1 0 0,19-15 8043,-14 16-8067,0 0 1,-1 0 0,1 0 0,0 0-1,-1 0 1,1 1 0,-1-1-1,0 1 1,4 2 0,4 3 99,9 6-106,-1 0 1,0 1-1,-1 1 0,0 0 1,17 22-1,-27-28-164,1 1-1,-2 0 0,1 0 0,-1 1 0,-1-1 0,0 1 0,0 1 0,-1-1 0,4 20 0,-3-3-86,-1 0 0,-2 1 0,-1 29-1,-1-54 67,2 17-95,3-19 41,4-11 22,27-42-183,34-64-1,-40 63-7,95-130-77,-122 178 272,32 4 15,-35 2 19,1-1-1,-1 0 0,1 0 1,-1 1-1,1-1 0,-1 0 1,0 1-1,0-1 0,1 0 1,-1 1-1,0-1 0,0 0 1,0 1-1,-1-1 0,1 2 1,0-2-1,0 2 7,-1 7-5,1 0 1,0 0 0,0 0-1,1-1 1,1 1-1,0 0 1,0 0-1,0-1 1,2 1-1,4 12 1,-6-20 0,0 0 0,0 0 0,0 0 0,0 0 0,0 0 0,0 0 0,0 0 0,1-1 1,-1 1-1,0-1 0,1 0 0,-1 1 0,1-1 0,0 0 0,0-1 0,-1 1 0,1 0 0,0-1 0,0 0 0,-1 1 0,1-1 0,0 0 0,0-1 1,0 1-1,0 0 0,-1-1 0,1 1 0,0-1 0,-1 0 0,1 0 0,3-2 0,8-3 1,0-1 1,-1 0-1,1-1 0,14-12 1,-23 16-20,0 1 20,-1 0 0,-1 0 0,1-1-1,0 1 1,-1-1 0,1 1 0,-1-1 0,0 0-1,3-7 1,14-19 38,-3 9-53,-15 19 31,0 1-44,1-1 17,-1 0 0,1 1 0,-1 0 0,1-1-1,0 1 1,0 0 0,0 1 0,3-2 0,4 6 26,0 0 0,0 0 1,18 3-1,-26-7-19,0 1 0,-1-1-1,1 1 1,0 0 0,-1-1 0,1 1 0,0 0 0,-1 0-1,1 0 1,-1 0 0,1 1 0,-1-1 0,0 0-1,1 1 1,-1-1 0,0 1 0,0-1 0,0 1 0,0-1-1,0 1 1,-1 0 0,1 0 0,0-1 0,-1 1-1,1 0 1,-1 0 0,0 0 0,1 3 0,-1-2-3,1 0 0,-1 0 0,1-1 1,0 1-1,0 0 0,1 0 0,-1-1 1,0 1-1,1-1 0,0 1 0,2 2 1,4 2 39,3 2-17,-5-9-29,0 0-1,-1 0 1,1-1-1,-1 0 1,1 0-1,0 0 1,-1 0-1,0-1 1,1 0 0,-1 0-1,0-1 1,0 1-1,0-1 1,0 0-1,8-7 1,-3 2 31,1-1-1,-1-1 1,0 1 0,-1-2 0,12-16-1,-17 21-61,11-11 557,-8 20-177,-1 14-227,-2 24-590,-4-33 61,0 0 0,1 0 1,0 0-1,3 9 0,-4-15 167,1 1-1,0-1 0,0 1 0,1-1 1,-1 1-1,0-1 0,1 0 0,-1 0 1,1 0-1,0 0 0,0 0 0,0 0 1,0 0-1,0-1 0,0 1 1,4 2-1,28 12-2972,-32-17 2739,1 0 0,-1 0 0,0 0-1,0 0 1,0 0 0,-1 0 0,1-1 0,0 1 0,0 0 0,-1-1 0,1 0 0,2-2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0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35 332 5533,'10'-111'440,"-45"-21"-1217,28 89-751,4-2 844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0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5493,'-9'13'681,"4"-6"400,0 0 0,1 0 0,0 0 0,0 0 0,1 1 0,-5 15 0,-9 44 2973,-25 134 3309,39-179-7256,1 0 0,1-1 0,1 1 0,1 0 0,1 0 0,0 0 0,8 27 0,1-15-1239,1 0 1,1-1-1,19 32 1,-14-34-3667,30 40 0,-17-31-4110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0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0 262 7365,'26'-12'1257,"0"-2"1,-1 0-1,0-2 1,30-25 0,33-26 948,18-16-176,-105 82-1958,0 0 0,0-1-1,0 1 1,0 0 0,0 0 0,0 0 0,1 1 0,-1-1-1,1 0 1,-1 0 0,0 1 0,1-1 0,-1 1 0,1-1-1,-1 1 1,1-1 0,0 1 0,-1 0 0,1 0 0,-1 0-1,1 0 1,-1 0 0,1 0 0,0 0 0,-1 1 0,1-1-1,-1 1 1,1-1 0,-1 1 0,1-1 0,-1 1 0,0 0-1,1 0 1,-1-1 0,0 1 0,3 2 0,1 3 14,0 0 0,-1 0 0,1 1 0,-1-1 1,0 1-1,2 8 0,3 2 143,35 53 212,-12-21-190,27 58 0,-51-91-227,-1 1 0,-1-1-1,-1 1 1,0 0 0,-1 0-1,-1 1 1,-1-1 0,1 19-1,-4-24 1,0 0 0,-1 0 0,-1-1-1,1 1 1,-2-1 0,0 0 0,0 0 0,-1 0-1,0 0 1,-1-1 0,-10 15 0,10-16-417,-1-1 1,0-1 0,0 1 0,0-1 0,-17 12-1,19-15-440,-1-1 0,1 0 0,-1 0 0,0-1 0,1 0 0,-1 1 0,0-2 0,0 1 0,-1-1 0,-6 1 0,-8-5-7487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1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 20 11249,'-14'5'3099,"16"-13"943,3-9-367,3 32-1048,39 81-170,-27-60-2096,-2 1 1,-2 1-1,18 60 1,-22-38-310,-2 2 1,-3-1 0,-2 1 0,-3 0 0,-3 0 0,-10 71 0,-1-45-862,-5 0 1,-4-2 0,-53 143 0,47-163-590,-4-2 0,-72 114 0,-106 97-8506,127-182 1254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1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60 789 5308,'-60'72'10780,"63"-74"-9677,75-34 69,1 3 1,117-32-1,-142 48-939,998-287 762,-223 68-1424,-348 94-3918,-445 123 1061,-23 13-1749,-24 11-820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2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0 984 8017,'83'-33'816,"406"-147"4350,1547-369-1135,-1867 508-4152,517-118-2170,-642 151 1760,18-5-3382,-48 12 494,-19 10-1352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2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38 744 8565,'-37'-7'1814,"37"7"-1782,0 0 0,0 0 1,0 0-1,1 0 0,-1 0 0,0 0 1,0 0-1,0 0 0,0-1 0,0 1 1,0 0-1,0 0 0,1 0 0,-1 0 1,0 0-1,0 0 0,0 0 0,0 0 1,0 0-1,0 0 0,0 0 0,0-1 1,0 1-1,0 0 0,0 0 0,0 0 1,1 0-1,-1 0 0,0 0 0,0 0 1,0 0-1,0-1 0,0 1 0,0 0 1,0 0-1,0 0 0,0 0 0,0 0 1,0 0-1,0-1 0,0 1 0,0 0 1,0 0-1,-1 0 0,1 0 0,0 0 1,0 0-1,0 0 0,0-1 0,0 1 0,0 0 1,0 0-1,0 0 0,0 0 0,0 0 1,0 0-1,0 0 0,-1 0 0,1 0 1,0 0-1,0 0 0,0 0 0,0-1 1,0 1-1,11-6 380,-10 6-348,417-160 4279,9 30-3774,-261 82-242,469-132-745,-51 15-2046,-426 125-52,-157 40 2319,0-1 0,0 1 1,0 0-1,0 0 0,0 0 1,0 0-1,0 0 0,0 0 0,0 0 1,0 0-1,0 0 0,0 0 1,-1 1-1,1-1 0,0 0 0,0 1 1,0-1-1,1 1 0,2 1-1006,12 1-3664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3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0 190 11313,'35'-55'1652,"3"35"-256,-9 3-404,3 3-144,-1-3-171,4 2-157,0 4-212,13-3-504,-1 5-548,4 3-429,6 1-243,-6-1-832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4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7373,'10'-46'1584,"18"32"-308,14-12-340,-7 6-192,0 0-284,12-2-488,7-4-456,0 0-752,6 0-1924,13 1-1321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4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20 10149,'13'3'3171,"-16"-10"2036,-3-9-3294,-9 36-641,-132 187 2400,132-182-3477,0 1 0,2 1 0,2 0 1,0 1-1,1 0 0,-8 47 0,15-57-167,2 1-1,0-1 0,1 0 0,1 1 0,1-1 0,0 0 0,1 0 0,2 0 1,-1 0-1,2-1 0,0 0 0,1 0 0,1 0 0,1-1 0,0 0 0,1-1 1,1 0-1,0 0 0,1-1 0,0-1 0,22 19 0,49 37-380,-43-39-37,-2 2 0,-2 2 0,34 41 0,-68-73 362,-1 0 0,0 0 0,0 0 0,0 0 0,-1 1 0,1-1 0,0 0 0,-1 0 0,0 1 0,1-1 0,-1 0-1,0 1 1,0-1 0,0 0 0,0 1 0,-1-1 0,1 0 0,-1 1 0,1-1 0,-1 0 0,0 0 0,0 0 0,0 1 0,-2 2 0,-1 1-41,1 0 0,-1 0 0,0-1 0,-1 1 0,1-1 0,-11 9 0,6-8-99,0 0 0,-1-1-1,1 0 1,-1-1 0,0 0 0,0 0-1,0-1 1,-21 3 0,2-2-701,0-1 1,-30-1 0,42-2 166,1-1 0,-1-1 0,1-1 0,-1 0 0,-15-6 0,13 3-2444,-33-17 1,19 5-3499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4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0 311 10953,'76'-60'1732,"-38"35"-300,-6-4-264,6-2-220,-3 2-271,13 3-109,6 1-184,6-1-432,4 9-588,9 3-537,9-1-279,-2 4-488,-1 8-1740,3 12-2269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44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14 7817,'0'0'11717,"-13"-8"-10929,3 2 372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19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4148,'0'0'5556,"3"-1"-5508,3 0 18,-1 0 17,1 0 0,-1 0 1,1 0-1,0 1 0,-1-1 1,1 2-1,0-1 0,7 2 1,-7-1-147,-1 0 1,1 0 0,-1-1 0,1 1-1,0-1 1,7-1 0,0 1-304,78-7-3480,-36 6 910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20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4120,'0'0'4237,"13"-8"-3761,6 2-72,0 3-100,3 0-268,10 0 200,16 0-56,-7 3-88,4 3-240,2 0-328,4-3-400,0-3-1616,6 3-617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53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10669 36 4684,'10'-29'9391,"-8"30"-9292,1-1 0,-1 1 0,0 0 1,1 0-1,-1 0 0,0 1 0,0-1 0,0 0 0,0 1 0,0 0 0,0-1 0,0 1 0,0 0 0,-1 0 0,1 0 0,-1 0 0,1 0 0,-1 0 0,0 0 0,1 3 0,-1-3-12,-2-2-79,0 0-1,0 0 1,1 1 0,-1-1-1,0 0 1,0 0 0,0 1-1,0-1 1,0 0 0,1 1-1,-1-1 1,0 1 0,0-1-1,0 1 1,1-1-1,-1 1 1,0 0 0,1-1-1,-1 2 1,-18 10 63,4-8-57,1 0 31,0 0-1,0-2 1,-1 1 0,-14-1 0,-73 6-33,30-1-8,-97 12 93,67-6-100,-1169 43-484,-708-165 594,1409 54-185,-1052 32-1,201 119 4,858-54 132,-192-13-6,586-26-58,-326 15 53,235 6-143,-58 3-30,188-22 167,10 1 7,-223-17 0,295 8 84,44 3-155,1-1 4,-18-1-112,-12 6-4748,20 0 1476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54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1165 20 4340,'0'0'3302,"-9"-8"-2607,6 6-648,0 0-1,1 1 0,-1 0 1,0 0-1,0 0 0,0 0 1,0 0-1,0 0 0,-1 1 1,1 0-1,0 0 0,0-1 1,0 2-1,-6 0 0,-53 8 292,42-5-260,-9 2 46,0 1 1,1 1 0,0 1 0,-44 22 0,-99 67 133,110-55-191,2 3-1,-81 81 1,82-73-64,19-19 25,-51 59 0,38-38 6,37-41 14,1 0 0,-18 24-1,30-37-1,0 1 0,-1 0 0,1-1 0,-1 0 0,0 0 0,0 0 0,0 0 0,0 0 0,0 0 0,0-1 0,-5 2 0,-40 11 666,31-10-510,14-3 449,7 1-435,11 4-122,0-1 1,0-1 0,1 0 0,-1-1 0,28 2 0,87-2 129,-84-4-192,792-16-335,-275-8-5859,-396 16 1687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20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4404,'35'-14'876,"-16"11"-271,4-6-33,-1 3-88,3 6-120,26 3-144,-13-3-272,3 0-440,1 0-588,-4-3-677,6 6 597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7:21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70 4620,'-46'-21'2111,"41"19"542,-16-19-212,48 16-3011,45-1 0,-3 1-1711,-17-1-170,10 3-518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58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1 111 2536,'0'0'7478,"12"-18"-7288,-9 10 6964,-3 6-7257,-1 1 136,1 0 1,-1 0-1,1 0 0,0 0 1,-1 0-1,1 0 0,0 0 1,0 0-1,0 0 0,0-1 0,0 1 1,0 0-1,0 0 0,0 0 1,0 0-1,0 0 0,1 0 1,-1 0-1,0 0 0,1 0 0,-1 0 1,1 0-1,-1 0 0,1 0 1,-1 0-1,1 0 0,0 0 1,0 1-1,-1-1 0,1 0 0,0 0 1,0 1-1,0-1 0,0 1 1,0-1-1,0 0 0,0 1 0,0 0 1,0-1-1,0 1 0,2-1 1,-1 0 372,-1-1-362,9-20 92,-9 20 1753,-15-13-1697,11 12-3789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8:59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18 3448,'0'-1'163,"1"1"0,-1 0 0,1-1 0,-1 1 0,1 0 0,-1-1 0,1 1 0,-1-1 0,1 1-1,-1-1 1,0 1 0,1-1 0,-1 1 0,0-1 0,1 1 0,-1-1 0,0 1 0,0-1 0,1 1 0,-1-1 0,0 0 0,0 1-1,0-1 1,0 1 0,0-1 0,0 0 0,0 1 0,0-1 0,0-1 0,-17 1 5549,4 1 2053,21 115-6403,-4-82-1096,-2 0-1,-2 46 1,-7 26 222,-16 147 96,14-212-464,6-29-388,1-1 0,0 1-1,-1 18 1,4-33-333,0 0 0,1 1 1,-1-1-1,1 1 0,0-1 0,0 1 1,4-4-1,3-7-1486,3-9-3371,0 3-3298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0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5941,'-1'16'2082,"8"-18"1030,-5 0-2866,-1 1 0,0 0 0,1 1 0,-1-1 0,1 0 0,-1 0 0,1 0 0,0 1-1,-1-1 1,1 1 0,0 0 0,-1-1 0,1 1 0,0 0 0,2 0 0,341 29 4979,-139-10-4531,-161-12-726,6 0-2754,-46-7 1613,1 0 1,-1 0 0,0-1 0,1 1 0,-1-1-1,1 0 1,5-2 0,2-2-4637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0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181 195 5685,'-24'14'1494,"20"-11"2940,6-9-3538,0 1 0,1-1 0,0 0 0,0 1 1,0 0-1,7-7 0,-9 10-558,0 0 513,0 0-112,4-8-23,0 1 0,1 1 1,0-1-1,11-10 0,-2-1 559,-14 18-1160,-1 0-1,0 0 1,1 0 0,-1-1-1,0 1 1,0 0-1,0 0 1,-1-1 0,1 1-1,0 0 1,-1 0-1,1 0 1,-1-1 0,-2-2-1,2 2 131,-1-2 16,0 1 0,0-1 0,0 1-1,-1 0 1,0 0 0,0 0 0,-5-5 0,4 4-103,2 3 506,0 3-595,0 1 1,-1-1 0,1 1 0,0 0-1,0 0 1,0 0 0,1 0 0,-1 0-1,0 1 1,1-1 0,-2 4 0,1-4 20,-14 28 96,1 0-1,1 1 0,2 0 1,-10 37-1,7-22-426,6-15-1199,-7 52 0,12-57-1051,-1-1 0,-1 0 1,-14 38-1,8-25-3504,4 0-3339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1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0 6365,'-3'35'7492,"2"-33"-6196,-4 22 1181,-14 39 0,-36 64-174,31-74-1572,-94 224-1424,98-216-2352,10-18-2872,8-33 3631,-4 18-5930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2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7241,'3'1'2085,"-1"-1"-1802,8 2 758,1 0 0,-1-2 0,0 1 0,0-1 0,19-2 0,21-5 1296,75-2 0,-83 8-1980,37 0 232,-45 2-650,38-5 0,-60 4-528,0-1 1,0 2-1,17 2 1,-25-3 54,0 0-1,0 0 1,0 0-1,-1-1 0,1 0 1,0 1-1,4-3 1,5-2-5268,0-2-135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2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36 6297,'-2'0'67,"-1"-1"157,0 0-1,0 0 1,0 0-1,0 0 1,0 1-1,-1 0 0,1-1 1,0 1-1,0 1 1,-1-1-1,-4 1 0,5 0 1046,-15 0 862,17-1-2018,1 0 1,0 0-1,-1 0 0,1 0 0,-1 1 0,1-1 0,0 0 1,-1 0-1,1 0 0,-1 0 0,1 0 0,-1 0 1,1 0-1,0 0 0,-1 0 0,1 0 0,-1-1 0,1 1 1,0 0-1,-1 0 0,1 0 0,-1 0 0,1-1 1,0 1-1,-1 0 0,1 0 0,0-1 0,-1 1 1,1 0-1,-1-1 0,9-8 4244,-2 2-5164,-4 5 906,1 1 0,0-1 0,0 0 0,0 1-1,0 0 1,0 0 0,0 0 0,1 0 0,-1 0 0,0 1-1,0-1 1,1 1 0,-1 0 0,5 1 0,-1-2 29,-2 1-97,-1 0 1,0 0-1,0 0 1,0 0-1,0 1 1,1-1-1,-1 1 1,0 0-1,0 0 1,0 1-1,-1-1 1,1 1-1,0 0 1,0 0-1,-1 0 1,1 1-1,-1-1 1,0 1-1,0 0 1,5 5-1,-5-3-15,1 0 0,-1 0 0,0 1 0,-1-1 0,1 1 0,-1 0 0,0 0-1,0 0 1,-1 0 0,0 0 0,0 0 0,-1 0 0,1 11 0,-3-1-5,-1 1 0,0 0 0,-1-1 1,-1 1-1,-1-1 0,-14 28 0,10-20-18,-32 64 25,-7 15 40,37-75-50,8-21 5,0 0-1,1 1 1,0-1 0,1 1-1,-1 0 1,1 0-1,1-1 1,0 1-1,-1 11 1,2-17-10,1-1 0,-1 1 0,1-1 0,-1 1 0,1-1 0,-1 1 0,1-1 0,0 0-1,0 1 1,-1-1 0,1 0 0,0 0 0,0 1 0,0-1 0,0 0 0,1 0 0,-1 0 0,0 0 0,0-1 0,1 1 0,-1 0 0,0 0 0,1-1-1,-1 1 1,1-1 0,-1 1 0,1-1 0,-1 0 0,3 1 0,5 0 8,-1-1 0,0 1 0,0-1 0,11-2 0,53-10-1309,-2-4-1,102-36 0,8-18-7384,-129 46 1823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3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31 6241,'-7'-8'2902,"-12"-8"16476,13 12-17526,0 2-5226,5 3 3453,0 0 0,0 0 0,0 0 0,0 0 1,0 0-1,0 0 0,0 0 0,1 1 0,-1-1 0,0 0 0,1 1 0,-1-1 0,1 0 0,-1 1 0,1-1 1,0 0-1,0 1 0,-1 1 0,1 0 101,-59 158 1327,1-3-2977,46-119-1109,2-1 0,-6 51 0,10-37-4192,-1-1-4456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3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0 123 8837,'10'-8'8077,"6"2"-6653,3 3 700,0-2-1440,0-1-152,6 3-92,-3 0-196,10-5-296,22-10-728,-6 7-864,12-3-648,13-3-2925,13-3-4176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4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71 6233,'-9'-4'2171,"-12"-7"9646,12 4-12330,6 6 1144,6-2-446,0 0-1,-1 0 1,1 1-1,0-1 1,0 1 0,1 0-1,-1 0 1,0 0-1,1 0 1,-1 0-1,5-1 1,4-1-70,0 0 0,-1 1-1,2 1 1,-1-1 0,0 2-1,0 0 1,0 0 0,14 2 0,-19-1-97,-1 0 1,1 1 0,0 0 0,-1 1-1,1-1 1,-1 1 0,1 0 0,-1 1-1,0 0 1,0 0 0,0 0 0,0 0-1,-1 1 1,1 0 0,-1 0 0,6 7 0,-9-8-19,1 1 0,-1-1 1,0 1-1,-1-1 0,1 1 1,-1 0-1,1 0 0,-1 0 1,0 0-1,-1 0 0,1 0 1,-1 0-1,0 0 0,0 0 1,0 0-1,0 0 0,-1 0 1,1 0-1,-3 5 1,-2 10-29,-1 0 1,-16 32-1,9-20-32,-5 8 12,10-23 11,-12 35 0,19-46 34,-1 0-1,1 0 1,0 1-1,1-1 1,-1 0-1,1 1 1,0-1 0,1 0-1,-1 0 1,1 1-1,2 6 1,-1-8 1,1 0 1,-1 1-1,1-1 1,0 0-1,1 0 1,-1 0-1,1-1 1,-1 1-1,1-1 1,0 0-1,1 0 1,-1 0-1,0-1 1,6 3-1,-4-2-22,0 0 0,-1 1 0,0-1-1,1 1 1,-1 0 0,-1 1 0,1-1 0,-1 1-1,6 7 1,-9-10 13,-1-1 1,1 1-1,-1 0 0,1 0 0,-1-1 0,0 1 1,0 0-1,0 0 0,0 0 0,0 0 0,0-1 1,0 1-1,-1 0 0,1 0 0,-1-1 0,1 1 1,-1 0-1,0 0 0,1-1 0,-1 1 0,0-1 1,0 1-1,0-1 0,0 1 0,-1-1 0,1 1 1,0-1-1,-3 2 0,-3 3-63,0 0-1,-1 0 1,0 0 0,-12 6-1,-20 7-895,-1-1 0,-1-1 0,-82 19 0,-134 10-8482,169-34 3111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5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4920,'0'0'2875,"0"3"-1521,-3 28 7615,3-28-8067,0 3-515,1 11 159,-1 1 0,-1-1 1,-1 1-1,0-1 0,-1 0 1,-1 0-1,-8 23 1,-60 152-930,25-61-5403,31-80 149,6 8-3351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5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0 152 10065,'0'0'6039,"17"-20"-2000,-4 12-3507,0 0 1,0 2-1,1 0 1,0 0 0,18-4-1,78-13-370,-55 12-411,138-19-3445,-62 16-2490,-100 11 3957,51-4-5935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5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58 6697,'-1'0'159,"0"0"1,0 0 0,-1 0-1,1-1 1,0 1 0,0-1-1,0 1 1,-1-1 0,1 1-1,0-1 1,0 1 0,0-1 0,0 0-1,-2-1 1,3 1 34,0 0 1,0 0-1,0 0 1,0 0-1,0 0 0,0 0 1,0 0-1,1 0 1,-1 1-1,0-1 1,0 0-1,1 0 0,-1 0 1,1 0-1,-1 0 1,1 0-1,-1 1 0,2-2 1,-1 0 1530,-9-23 1466,5 21 1530,2 5-4688,-2 2 38,1 0 0,0 0 0,0 0 1,0 1-1,0-1 0,0 1 0,1-1 0,0 1 1,-1-1-1,1 1 0,1 0 0,-1 0 0,0 0 0,1-1 1,0 1-1,0 0 0,0 0 0,0 0 0,2 7 1,2 12 10,0 0 1,1-1 0,2 0 0,0 0 0,1 0 0,1-1-1,17 30 1,-20-41-137,1-1-1,0 0 0,0 0 1,1 0-1,0-1 1,1 0-1,0 0 0,0-1 1,0-1-1,20 11 1,-13-9-90,1-1 1,0-1 0,0-1 0,1-1-1,-1 0 1,25 2 0,-38-6 126,1 1 0,0-1 1,0 0-1,0-1 0,-1 1 1,1-1-1,0 0 0,-1 0 1,1 0-1,-1-1 0,1 0 1,-1 0-1,1 0 0,-1 0 1,0-1-1,0 1 0,0-1 1,-1 0-1,1 0 0,5-6 0,-4 2 19,0 0 0,0 0-1,-1 0 1,1-1 0,-2 1-1,1-1 1,-1 0 0,0 0-1,-1-1 1,3-12 0,0-10 590,-1 0 1,0-33 0,-3 63-539,-1-1 0,0 1 1,0-1-1,0 1 0,0-1 0,0 1 1,0-1-1,0 1 0,-1-1 0,1 1 1,-1-1-1,1 1 0,-1-1 1,1 1-1,-1-1 0,0 1 0,1 0 1,-1 0-1,0-1 0,0 1 0,0 0 1,0 0-1,0 0 0,0 0 0,-1 0 1,1 0-1,0 0 0,0 0 0,-1 1 1,1-1-1,0 0 0,-1 1 0,1-1 1,-1 1-1,1-1 0,-1 1 1,1 0-1,-1 0 0,1 0 0,-1 0 1,-2 0-1,0 0 15,0 1-1,0 0 1,0 0 0,0 1-1,0-1 1,0 1 0,0 0-1,1 0 1,-1 0 0,1 0-1,-1 1 1,1-1 0,0 1-1,-5 5 1,-5 8 71,0 1-1,1 1 1,1 0 0,-17 38 0,-24 85-1150,27-68-297,-31 75-3319,15-49-2778,3-9-3658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6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24 6353,'-4'-16'2630,"-3"9"6660,-1 15-827,1 4-7305,1-3-3389,-7 13 2902,2 0 1,0 1-1,2 1 0,-14 47 1,-8 101-173,21-110-3452,-22 83 0,21-110-2157,-8 55-1,11-22-5297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7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26 146 7621,'-25'-2'6743,"29"0"-3668,37-5 5239,-24 4-10299,239-60 1830,-78 16-6291,-104 34 887,6 4-3065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7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57 9493,'21'-38'2192,"-16"31"5927,-41-4-5184,34 10-2010,-11 17 875,3-5-1189,0 8-246,1 1-1,0 1 1,2 0 0,0 0-1,1 0 1,-5 42-1,6-38-136,-1 8-72,-4 14 48,2 1 0,-3 88-1,11-122-188,1-1 0,0 1 0,1 0 0,0-1 0,1 1 0,0-1 0,1 1 0,1-1 0,0-1-1,1 1 1,1-1 0,-1 0 0,2 0 0,14 18 0,-7-16-37,0 0 0,0 0-1,2-2 1,-1 0 0,2 0 0,-1-2 0,2 0-1,32 12 1,-45-19-53,-1 0-1,0 0 0,0 1 1,0 0-1,0 0 1,0 0-1,-1 0 1,7 9-1,9 8-821,-19-14 199,-2-1 485,0-3 76,1 1 0,-1-1 0,0 0 0,0 0-1,0 1 1,0-1 0,-1 0 0,1 0 0,-1 0 0,1 0-1,-1-1 1,0 1 0,0 0 0,-1-1 0,1 0 0,0 1 0,-1-1-1,1 0 1,-1 0 0,0 0 0,0-1 0,-3 3 0,-6 1-689,0 0 0,-1-1 0,1 0 0,-26 3 0,32-6 30,-1 0 0,0-1 0,0 1 0,1-1 0,-1-1 0,0 0 0,0 0 0,1 0 0,-1 0 0,1-1 0,-10-4 0,-2-11-6542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7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9329,'34'0'2052,"-14"-6"1616,-11-6-2103,1 4 951,5-4-1724,1 4-168,3-4-124,13-5-92,3 9-136,-6-1-284,-13 3-644,15 1-576,1-1-600,-3 6-849,18-6-1767,-6 12-3433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0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55 9301,'0'0'7481,"-7"-17"-6353,1 3 440,-7 2-3828,7 1-241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10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3824,'260'-37'764,"-152"25"-136,-9 7-127,2 2-141,4-3-108,6 0-28,10 1-176,9-4-136,13 3-204,9-5-372,10 5-989,3 3 733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11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2163 96 3832,'-22'-31'1741,"24"15"-546,2-3 876,-4 18-1992,0 0 0,1-1 0,-1 1-1,0 0 1,0 0 0,0-1 0,0 1-1,0 0 1,0 0 0,-1 0-1,1-1 1,0 1 0,-1 0 0,1 0-1,0 0 1,-1-1 0,0 1-1,1 0 1,-1 0 0,0 0 0,1 0-1,-1 0 1,-2-1 0,0 2-7,0 0 0,1 0-1,-1 0 1,0 1 0,0-1 0,0 1 0,0 0 0,0 0 0,1 0-1,-1 0 1,0 0 0,-2 3 0,-4 0 31,1 1-1,-1 1 1,1 0-1,0 0 1,1 1 0,-1 0-1,1 0 1,-7 10-1,-46 69 772,55-79-811,-25 44 341,2 1 1,3 1-1,-24 69 1,-42 177 348,59-186-576,-228 874 550,113-415-506,-298 1086-489,-40-10-1296,445-1520 958,-79 233-368,89-283-1063,-4-1-1,-64 105 1,56-116-2474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12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3194 108 4908,'-3'-12'168,"2"3"156,-2 0 1,1 0-1,-1 0 0,-1 0 1,1 0-1,-6-8 0,8 15-239,-1 0 0,1 0 0,-1 1 0,1-1 0,-1 0 0,0 1 0,0-1 0,0 1 0,1 0 0,-1-1 1,0 1-1,-1 0 0,1 0 0,0 0 0,0 1 0,0-1 0,-1 1 0,1-1 0,0 1 0,0-1 0,-1 1 0,1 0 0,0 0 0,-1 0 0,1 1 0,0-1 0,-1 0 0,1 1 0,0 0 0,-5 1 0,-10 5 198,0 0-1,1 2 0,-1 0 0,1 0 1,1 2-1,0 0 0,-21 20 0,-92 105 1129,103-108-1192,-297 387 1505,32 24-1036,279-423-663,-688 1228 593,122 62-1640,-118 455-2678,535-1374-1415,118-300 1011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13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0 558 3300,'1'-2'62,"-1"1"0,1-1 0,0 1 0,-1-1 0,1 1 0,0-1 0,0 1 0,0-1 0,0 1 1,0 0-1,0 0 0,0 0 0,1-1 0,-1 1 0,0 0 0,1 0 0,-1 1 0,1-1 0,-1 0 0,1 0 0,2 0 0,48-18 737,-34 13-434,113-35 483,2 5 1,144-19 0,279-14-397,-469 60-355,264-19 135,358-12 31,38 15-216,-653 23-9,2292-8 201,129-3-53,-368-52 414,-1549 36-515,535-20 125,-474 63-192,-408-8 503,-206-9-335,-1-2 1,0-1 0,65-19-1,-71 11-147,-35 13 47,10 7-270,80 49 113,-91-53 128,-22 16-119,7-15 38,1-1 0,-1-1 0,0 0 0,-21-2 0,-14 2-328,37 0-188,-1 0-1,1 0 1,0 1 0,-20 7 0,28-8-1951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15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1626 74 3432,'-12'-9'432,"0"1"0,0-1-1,-1 2 1,0 0 0,-1 0-1,0 2 1,0-1 0,0 2-1,0 0 1,-24-3 0,35 7-372,1 1 0,0-1-1,-1 1 1,1 0 0,0 0 0,0 0 0,0 1 0,0-1 0,0 0 0,0 1 0,0-1-1,0 1 1,0 0 0,1 0 0,-3 2 0,3-3 0,-13 19 180,0-1 0,1 2 0,2 0 0,0 0 0,-16 46 0,-18 35 18,-1-26-120,-57 72 1,34-52-79,-251 311-6,186-245-70,103-124 24,-176 224-96,20 16-96,138-197 89,26-45-24,1 1 0,1 1-1,-28 74 1,37-85 56,10-24 70,1-1-1,-1 1 1,1 0 0,0 0 0,0 0 0,0 0 0,0 0 0,1 0 0,-1 4 0,5-6-36,5 0 6,-3 0 13,0-1-1,0 1 1,-1-1-1,1 0 1,0 0 0,0-1-1,0 1 1,7-3-1,28-10 12,-4 0-39,58-11 1,-36 15 66,1 2 1,102 2 0,341-9 182,-176-1 76,1034 19 145,-1326-3-429,1038 16 118,535-59-118,-656 19-168,-248 8-125,-77-26 26,-143-8 313,-367 38-27,1 6 0,0 4 0,0 6 0,176 29 0,-146-10-64,255 7-1,149-47-164,1-28 119,-178 12 13,-301 26 22,1002-65-250,345 3-4,-919 46 485,-406 20-144,0 5 1,117 17-1,-189-16-42,0 2-1,28 10 1,18 4 145,-4-4 20,-34-7-41,1-1 1,63 5 0,121-13 322,-167-2-142,0-2 0,-1-2 0,81-21-1,-102 20-166,0 2 0,0 1 0,1 1 0,46 1 0,-21 1-98,56 0 28,89-5-207,-135 4-139,21-2-496,-78 3 503,1 0-1,-1 0 0,1-1 0,-1 0 0,0-1 0,1 0 0,-1 0 0,7-4 1,9-5-2413,2 9-918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29:19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5372,'-6'12'2889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0B3A-F97C-E071-BCB9-DA0E14192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82A02-08A9-2F68-FF8E-382189161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31BF3-3672-23E4-604D-08101FF85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0FD6E-733C-72D8-9EFC-BD60EE5D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DC48F-E6CF-82CD-F12E-FF50FFBBA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390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CD6B-C877-4592-B499-B9403D0F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9BB4D-9A87-17F5-DEF6-657D2CFDF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96665-2F01-DE83-FFB9-B82ED6AD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20E05-C460-CA8D-17E0-F751B68FE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02DF2-FF77-F846-04CB-56FEDEC53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2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EE24E-D95B-220C-D6F5-27168BDA3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09199-CEC9-CAAA-C76D-8C917D334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72821-8AAB-15EE-DB59-D9FC0830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0762F-F2FA-1F60-E5CB-FFC43631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413D1-1250-52E3-6B7C-25EF04D0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23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7710-14F2-1A2E-10D3-4C3D4BE66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33050-41FE-3074-18CC-FD0501537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F2842-B5DA-85FB-6DFF-CEBFB10E6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6D848-9EFC-3977-235C-33E8CE0B1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B80F2-BFB6-ABA0-7500-29E14CBC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59901-D5B7-2CF9-7647-741569F2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94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091E-F05E-2066-0B0D-9E8FED59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E046A-D0D0-F8F0-D5CA-D436466B5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578E9-F80D-7D6D-ED17-71B74953E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2C44D-E84A-40ED-18E8-D085DC5A4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22857-A55D-F727-500F-6425935D1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5FB6E-7CDA-F5CD-5791-12B14526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09EC4-5E31-9D3A-5067-04BD90E4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9A1F06-E65F-AE37-D723-08F59326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56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D5F9-4EC6-B5D7-90EF-6D2529F6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34229-26C8-8ADF-F566-36303C6B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0BFCE6-911E-B677-68FD-5A7DE5E1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FB4CD-B0D2-3248-83F7-614E7ACE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03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46E28-B8AD-78D2-9587-9D927030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140D4-A6A1-1D3D-6AE4-0C112CA1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B808F-CE5C-1469-5275-158132A5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673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7C03-2C78-1E6B-2BA5-152DB2D6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072D8-FAA7-0582-4369-65C916866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92627-EB3C-51CE-2F78-CA5B5D8C2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33692-E929-D7DE-15D0-9124DE165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6CD22-34BB-436F-CC20-C3ACD1BD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19E31-F3D1-9F56-A965-A441F5D7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82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24786-813A-A458-2E17-D1792049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85146-C853-5C07-CF57-1D562B4B9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1675F-83E1-A6C4-D888-7391F7295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BDABF-B8B4-D8D3-DA08-65E4E121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C0164-6718-C2D1-EADC-D9109514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F0BBA-F750-D632-1950-28E6939C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83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88D8-D823-F8AA-F6F8-3A880765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E2A1C-6133-51E0-59FF-311BEB6DC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69EB6-6B33-CE13-48BB-C2A12BEF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6A134-AA0F-50AA-6743-9721FABA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CB95B-E1E3-7A17-2351-035BC8DFF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84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D7F0C-9E55-5F13-1A43-9E8879C31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351AD-5A34-317D-CD65-DA336D8BD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F0FFE-DEE1-9C48-8D32-B1913866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32735-067D-9C13-B049-7EDEE6AE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8457D-8D69-A6CB-7546-B5B9C6384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39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381E08-8B4D-C98D-B26F-AD1045E0C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16E63-89BE-B265-75EE-AB85F390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29D69-531A-C3F3-3105-30370FC84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B23E6-9A90-4491-9DE2-A6787B71E6A3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4DE08-A6B9-8A94-8963-75364CAEE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84320-AC97-FD7D-0251-4F629DC68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68388-387B-4DED-A9DC-34FE07DD3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459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139" Type="http://schemas.openxmlformats.org/officeDocument/2006/relationships/image" Target="../media/image69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1.png"/><Relationship Id="rId21" Type="http://schemas.openxmlformats.org/officeDocument/2006/relationships/image" Target="../media/image83.png"/><Relationship Id="rId42" Type="http://schemas.openxmlformats.org/officeDocument/2006/relationships/customXml" Target="../ink/ink94.xml"/><Relationship Id="rId63" Type="http://schemas.openxmlformats.org/officeDocument/2006/relationships/image" Target="../media/image104.png"/><Relationship Id="rId84" Type="http://schemas.openxmlformats.org/officeDocument/2006/relationships/customXml" Target="../ink/ink115.xml"/><Relationship Id="rId138" Type="http://schemas.openxmlformats.org/officeDocument/2006/relationships/customXml" Target="../ink/ink142.xml"/><Relationship Id="rId159" Type="http://schemas.openxmlformats.org/officeDocument/2006/relationships/image" Target="../media/image152.png"/><Relationship Id="rId170" Type="http://schemas.openxmlformats.org/officeDocument/2006/relationships/customXml" Target="../ink/ink158.xml"/><Relationship Id="rId191" Type="http://schemas.openxmlformats.org/officeDocument/2006/relationships/image" Target="../media/image168.png"/><Relationship Id="rId205" Type="http://schemas.openxmlformats.org/officeDocument/2006/relationships/image" Target="../media/image175.png"/><Relationship Id="rId226" Type="http://schemas.openxmlformats.org/officeDocument/2006/relationships/customXml" Target="../ink/ink186.xml"/><Relationship Id="rId107" Type="http://schemas.openxmlformats.org/officeDocument/2006/relationships/image" Target="../media/image126.png"/><Relationship Id="rId11" Type="http://schemas.openxmlformats.org/officeDocument/2006/relationships/image" Target="../media/image78.png"/><Relationship Id="rId32" Type="http://schemas.openxmlformats.org/officeDocument/2006/relationships/customXml" Target="../ink/ink89.xml"/><Relationship Id="rId53" Type="http://schemas.openxmlformats.org/officeDocument/2006/relationships/image" Target="../media/image99.png"/><Relationship Id="rId74" Type="http://schemas.openxmlformats.org/officeDocument/2006/relationships/customXml" Target="../ink/ink110.xml"/><Relationship Id="rId128" Type="http://schemas.openxmlformats.org/officeDocument/2006/relationships/customXml" Target="../ink/ink137.xml"/><Relationship Id="rId149" Type="http://schemas.openxmlformats.org/officeDocument/2006/relationships/image" Target="../media/image147.png"/><Relationship Id="rId5" Type="http://schemas.openxmlformats.org/officeDocument/2006/relationships/image" Target="../media/image75.png"/><Relationship Id="rId95" Type="http://schemas.openxmlformats.org/officeDocument/2006/relationships/image" Target="../media/image120.png"/><Relationship Id="rId160" Type="http://schemas.openxmlformats.org/officeDocument/2006/relationships/customXml" Target="../ink/ink153.xml"/><Relationship Id="rId181" Type="http://schemas.openxmlformats.org/officeDocument/2006/relationships/image" Target="../media/image163.png"/><Relationship Id="rId216" Type="http://schemas.openxmlformats.org/officeDocument/2006/relationships/customXml" Target="../ink/ink181.xml"/><Relationship Id="rId237" Type="http://schemas.openxmlformats.org/officeDocument/2006/relationships/image" Target="../media/image191.png"/><Relationship Id="rId22" Type="http://schemas.openxmlformats.org/officeDocument/2006/relationships/customXml" Target="../ink/ink84.xml"/><Relationship Id="rId43" Type="http://schemas.openxmlformats.org/officeDocument/2006/relationships/image" Target="../media/image94.png"/><Relationship Id="rId64" Type="http://schemas.openxmlformats.org/officeDocument/2006/relationships/customXml" Target="../ink/ink105.xml"/><Relationship Id="rId118" Type="http://schemas.openxmlformats.org/officeDocument/2006/relationships/customXml" Target="../ink/ink132.xml"/><Relationship Id="rId139" Type="http://schemas.openxmlformats.org/officeDocument/2006/relationships/image" Target="../media/image142.png"/><Relationship Id="rId85" Type="http://schemas.openxmlformats.org/officeDocument/2006/relationships/image" Target="../media/image115.png"/><Relationship Id="rId150" Type="http://schemas.openxmlformats.org/officeDocument/2006/relationships/customXml" Target="../ink/ink148.xml"/><Relationship Id="rId171" Type="http://schemas.openxmlformats.org/officeDocument/2006/relationships/image" Target="../media/image158.png"/><Relationship Id="rId192" Type="http://schemas.openxmlformats.org/officeDocument/2006/relationships/customXml" Target="../ink/ink169.xml"/><Relationship Id="rId206" Type="http://schemas.openxmlformats.org/officeDocument/2006/relationships/customXml" Target="../ink/ink176.xml"/><Relationship Id="rId227" Type="http://schemas.openxmlformats.org/officeDocument/2006/relationships/image" Target="../media/image186.png"/><Relationship Id="rId12" Type="http://schemas.openxmlformats.org/officeDocument/2006/relationships/customXml" Target="../ink/ink79.xml"/><Relationship Id="rId33" Type="http://schemas.openxmlformats.org/officeDocument/2006/relationships/image" Target="../media/image89.png"/><Relationship Id="rId108" Type="http://schemas.openxmlformats.org/officeDocument/2006/relationships/customXml" Target="../ink/ink127.xml"/><Relationship Id="rId129" Type="http://schemas.openxmlformats.org/officeDocument/2006/relationships/image" Target="../media/image137.png"/><Relationship Id="rId54" Type="http://schemas.openxmlformats.org/officeDocument/2006/relationships/customXml" Target="../ink/ink100.xml"/><Relationship Id="rId75" Type="http://schemas.openxmlformats.org/officeDocument/2006/relationships/image" Target="../media/image110.png"/><Relationship Id="rId96" Type="http://schemas.openxmlformats.org/officeDocument/2006/relationships/customXml" Target="../ink/ink121.xml"/><Relationship Id="rId140" Type="http://schemas.openxmlformats.org/officeDocument/2006/relationships/customXml" Target="../ink/ink143.xml"/><Relationship Id="rId161" Type="http://schemas.openxmlformats.org/officeDocument/2006/relationships/image" Target="../media/image153.png"/><Relationship Id="rId182" Type="http://schemas.openxmlformats.org/officeDocument/2006/relationships/customXml" Target="../ink/ink164.xml"/><Relationship Id="rId217" Type="http://schemas.openxmlformats.org/officeDocument/2006/relationships/image" Target="../media/image181.png"/><Relationship Id="rId6" Type="http://schemas.openxmlformats.org/officeDocument/2006/relationships/customXml" Target="../ink/ink76.xml"/><Relationship Id="rId238" Type="http://schemas.openxmlformats.org/officeDocument/2006/relationships/customXml" Target="../ink/ink192.xml"/><Relationship Id="rId23" Type="http://schemas.openxmlformats.org/officeDocument/2006/relationships/image" Target="../media/image84.png"/><Relationship Id="rId119" Type="http://schemas.openxmlformats.org/officeDocument/2006/relationships/image" Target="../media/image132.png"/><Relationship Id="rId44" Type="http://schemas.openxmlformats.org/officeDocument/2006/relationships/customXml" Target="../ink/ink95.xml"/><Relationship Id="rId65" Type="http://schemas.openxmlformats.org/officeDocument/2006/relationships/image" Target="../media/image105.png"/><Relationship Id="rId86" Type="http://schemas.openxmlformats.org/officeDocument/2006/relationships/customXml" Target="../ink/ink116.xml"/><Relationship Id="rId130" Type="http://schemas.openxmlformats.org/officeDocument/2006/relationships/customXml" Target="../ink/ink138.xml"/><Relationship Id="rId151" Type="http://schemas.openxmlformats.org/officeDocument/2006/relationships/image" Target="../media/image148.png"/><Relationship Id="rId172" Type="http://schemas.openxmlformats.org/officeDocument/2006/relationships/customXml" Target="../ink/ink159.xml"/><Relationship Id="rId193" Type="http://schemas.openxmlformats.org/officeDocument/2006/relationships/image" Target="../media/image169.png"/><Relationship Id="rId207" Type="http://schemas.openxmlformats.org/officeDocument/2006/relationships/image" Target="../media/image176.png"/><Relationship Id="rId228" Type="http://schemas.openxmlformats.org/officeDocument/2006/relationships/customXml" Target="../ink/ink187.xml"/><Relationship Id="rId13" Type="http://schemas.openxmlformats.org/officeDocument/2006/relationships/image" Target="../media/image79.png"/><Relationship Id="rId109" Type="http://schemas.openxmlformats.org/officeDocument/2006/relationships/image" Target="../media/image127.png"/><Relationship Id="rId34" Type="http://schemas.openxmlformats.org/officeDocument/2006/relationships/customXml" Target="../ink/ink90.xml"/><Relationship Id="rId55" Type="http://schemas.openxmlformats.org/officeDocument/2006/relationships/image" Target="../media/image100.png"/><Relationship Id="rId76" Type="http://schemas.openxmlformats.org/officeDocument/2006/relationships/customXml" Target="../ink/ink111.xml"/><Relationship Id="rId97" Type="http://schemas.openxmlformats.org/officeDocument/2006/relationships/image" Target="../media/image121.png"/><Relationship Id="rId120" Type="http://schemas.openxmlformats.org/officeDocument/2006/relationships/customXml" Target="../ink/ink133.xml"/><Relationship Id="rId141" Type="http://schemas.openxmlformats.org/officeDocument/2006/relationships/image" Target="../media/image143.png"/><Relationship Id="rId7" Type="http://schemas.openxmlformats.org/officeDocument/2006/relationships/image" Target="../media/image76.png"/><Relationship Id="rId162" Type="http://schemas.openxmlformats.org/officeDocument/2006/relationships/customXml" Target="../ink/ink154.xml"/><Relationship Id="rId183" Type="http://schemas.openxmlformats.org/officeDocument/2006/relationships/image" Target="../media/image164.png"/><Relationship Id="rId218" Type="http://schemas.openxmlformats.org/officeDocument/2006/relationships/customXml" Target="../ink/ink182.xml"/><Relationship Id="rId239" Type="http://schemas.openxmlformats.org/officeDocument/2006/relationships/image" Target="../media/image192.png"/><Relationship Id="rId24" Type="http://schemas.openxmlformats.org/officeDocument/2006/relationships/customXml" Target="../ink/ink85.xml"/><Relationship Id="rId45" Type="http://schemas.openxmlformats.org/officeDocument/2006/relationships/image" Target="../media/image95.png"/><Relationship Id="rId66" Type="http://schemas.openxmlformats.org/officeDocument/2006/relationships/customXml" Target="../ink/ink106.xml"/><Relationship Id="rId87" Type="http://schemas.openxmlformats.org/officeDocument/2006/relationships/image" Target="../media/image116.png"/><Relationship Id="rId110" Type="http://schemas.openxmlformats.org/officeDocument/2006/relationships/customXml" Target="../ink/ink128.xml"/><Relationship Id="rId131" Type="http://schemas.openxmlformats.org/officeDocument/2006/relationships/image" Target="../media/image138.png"/><Relationship Id="rId152" Type="http://schemas.openxmlformats.org/officeDocument/2006/relationships/customXml" Target="../ink/ink149.xml"/><Relationship Id="rId173" Type="http://schemas.openxmlformats.org/officeDocument/2006/relationships/image" Target="../media/image159.png"/><Relationship Id="rId194" Type="http://schemas.openxmlformats.org/officeDocument/2006/relationships/customXml" Target="../ink/ink170.xml"/><Relationship Id="rId208" Type="http://schemas.openxmlformats.org/officeDocument/2006/relationships/customXml" Target="../ink/ink177.xml"/><Relationship Id="rId229" Type="http://schemas.openxmlformats.org/officeDocument/2006/relationships/image" Target="../media/image187.png"/><Relationship Id="rId240" Type="http://schemas.openxmlformats.org/officeDocument/2006/relationships/customXml" Target="../ink/ink193.xml"/><Relationship Id="rId14" Type="http://schemas.openxmlformats.org/officeDocument/2006/relationships/customXml" Target="../ink/ink80.xml"/><Relationship Id="rId35" Type="http://schemas.openxmlformats.org/officeDocument/2006/relationships/image" Target="../media/image90.png"/><Relationship Id="rId56" Type="http://schemas.openxmlformats.org/officeDocument/2006/relationships/customXml" Target="../ink/ink101.xml"/><Relationship Id="rId77" Type="http://schemas.openxmlformats.org/officeDocument/2006/relationships/image" Target="../media/image111.png"/><Relationship Id="rId100" Type="http://schemas.openxmlformats.org/officeDocument/2006/relationships/customXml" Target="../ink/ink123.xml"/><Relationship Id="rId8" Type="http://schemas.openxmlformats.org/officeDocument/2006/relationships/customXml" Target="../ink/ink77.xml"/><Relationship Id="rId98" Type="http://schemas.openxmlformats.org/officeDocument/2006/relationships/customXml" Target="../ink/ink122.xml"/><Relationship Id="rId121" Type="http://schemas.openxmlformats.org/officeDocument/2006/relationships/image" Target="../media/image133.png"/><Relationship Id="rId142" Type="http://schemas.openxmlformats.org/officeDocument/2006/relationships/customXml" Target="../ink/ink144.xml"/><Relationship Id="rId163" Type="http://schemas.openxmlformats.org/officeDocument/2006/relationships/image" Target="../media/image154.png"/><Relationship Id="rId184" Type="http://schemas.openxmlformats.org/officeDocument/2006/relationships/customXml" Target="../ink/ink165.xml"/><Relationship Id="rId219" Type="http://schemas.openxmlformats.org/officeDocument/2006/relationships/image" Target="../media/image182.png"/><Relationship Id="rId230" Type="http://schemas.openxmlformats.org/officeDocument/2006/relationships/customXml" Target="../ink/ink188.xml"/><Relationship Id="rId25" Type="http://schemas.openxmlformats.org/officeDocument/2006/relationships/image" Target="../media/image85.png"/><Relationship Id="rId46" Type="http://schemas.openxmlformats.org/officeDocument/2006/relationships/customXml" Target="../ink/ink96.xml"/><Relationship Id="rId67" Type="http://schemas.openxmlformats.org/officeDocument/2006/relationships/image" Target="../media/image106.png"/><Relationship Id="rId88" Type="http://schemas.openxmlformats.org/officeDocument/2006/relationships/customXml" Target="../ink/ink117.xml"/><Relationship Id="rId111" Type="http://schemas.openxmlformats.org/officeDocument/2006/relationships/image" Target="../media/image128.png"/><Relationship Id="rId132" Type="http://schemas.openxmlformats.org/officeDocument/2006/relationships/customXml" Target="../ink/ink139.xml"/><Relationship Id="rId153" Type="http://schemas.openxmlformats.org/officeDocument/2006/relationships/image" Target="../media/image149.png"/><Relationship Id="rId174" Type="http://schemas.openxmlformats.org/officeDocument/2006/relationships/customXml" Target="../ink/ink160.xml"/><Relationship Id="rId195" Type="http://schemas.openxmlformats.org/officeDocument/2006/relationships/image" Target="../media/image170.png"/><Relationship Id="rId209" Type="http://schemas.openxmlformats.org/officeDocument/2006/relationships/image" Target="../media/image177.png"/><Relationship Id="rId220" Type="http://schemas.openxmlformats.org/officeDocument/2006/relationships/customXml" Target="../ink/ink183.xml"/><Relationship Id="rId241" Type="http://schemas.openxmlformats.org/officeDocument/2006/relationships/image" Target="../media/image193.png"/><Relationship Id="rId15" Type="http://schemas.openxmlformats.org/officeDocument/2006/relationships/image" Target="../media/image80.png"/><Relationship Id="rId36" Type="http://schemas.openxmlformats.org/officeDocument/2006/relationships/customXml" Target="../ink/ink91.xml"/><Relationship Id="rId57" Type="http://schemas.openxmlformats.org/officeDocument/2006/relationships/image" Target="../media/image101.png"/><Relationship Id="rId106" Type="http://schemas.openxmlformats.org/officeDocument/2006/relationships/customXml" Target="../ink/ink126.xml"/><Relationship Id="rId127" Type="http://schemas.openxmlformats.org/officeDocument/2006/relationships/image" Target="../media/image136.png"/><Relationship Id="rId10" Type="http://schemas.openxmlformats.org/officeDocument/2006/relationships/customXml" Target="../ink/ink78.xml"/><Relationship Id="rId31" Type="http://schemas.openxmlformats.org/officeDocument/2006/relationships/image" Target="../media/image88.png"/><Relationship Id="rId52" Type="http://schemas.openxmlformats.org/officeDocument/2006/relationships/customXml" Target="../ink/ink99.xml"/><Relationship Id="rId73" Type="http://schemas.openxmlformats.org/officeDocument/2006/relationships/image" Target="../media/image109.png"/><Relationship Id="rId78" Type="http://schemas.openxmlformats.org/officeDocument/2006/relationships/customXml" Target="../ink/ink112.xml"/><Relationship Id="rId94" Type="http://schemas.openxmlformats.org/officeDocument/2006/relationships/customXml" Target="../ink/ink120.xml"/><Relationship Id="rId99" Type="http://schemas.openxmlformats.org/officeDocument/2006/relationships/image" Target="../media/image122.png"/><Relationship Id="rId101" Type="http://schemas.openxmlformats.org/officeDocument/2006/relationships/image" Target="../media/image123.png"/><Relationship Id="rId122" Type="http://schemas.openxmlformats.org/officeDocument/2006/relationships/customXml" Target="../ink/ink134.xml"/><Relationship Id="rId143" Type="http://schemas.openxmlformats.org/officeDocument/2006/relationships/image" Target="../media/image144.png"/><Relationship Id="rId148" Type="http://schemas.openxmlformats.org/officeDocument/2006/relationships/customXml" Target="../ink/ink147.xml"/><Relationship Id="rId164" Type="http://schemas.openxmlformats.org/officeDocument/2006/relationships/customXml" Target="../ink/ink155.xml"/><Relationship Id="rId169" Type="http://schemas.openxmlformats.org/officeDocument/2006/relationships/image" Target="../media/image157.png"/><Relationship Id="rId185" Type="http://schemas.openxmlformats.org/officeDocument/2006/relationships/image" Target="../media/image165.png"/><Relationship Id="rId4" Type="http://schemas.openxmlformats.org/officeDocument/2006/relationships/customXml" Target="../ink/ink75.xml"/><Relationship Id="rId9" Type="http://schemas.openxmlformats.org/officeDocument/2006/relationships/image" Target="../media/image77.png"/><Relationship Id="rId180" Type="http://schemas.openxmlformats.org/officeDocument/2006/relationships/customXml" Target="../ink/ink163.xml"/><Relationship Id="rId210" Type="http://schemas.openxmlformats.org/officeDocument/2006/relationships/customXml" Target="../ink/ink178.xml"/><Relationship Id="rId215" Type="http://schemas.openxmlformats.org/officeDocument/2006/relationships/image" Target="../media/image180.png"/><Relationship Id="rId236" Type="http://schemas.openxmlformats.org/officeDocument/2006/relationships/customXml" Target="../ink/ink191.xml"/><Relationship Id="rId26" Type="http://schemas.openxmlformats.org/officeDocument/2006/relationships/customXml" Target="../ink/ink86.xml"/><Relationship Id="rId231" Type="http://schemas.openxmlformats.org/officeDocument/2006/relationships/image" Target="../media/image188.png"/><Relationship Id="rId47" Type="http://schemas.openxmlformats.org/officeDocument/2006/relationships/image" Target="../media/image96.png"/><Relationship Id="rId68" Type="http://schemas.openxmlformats.org/officeDocument/2006/relationships/customXml" Target="../ink/ink107.xml"/><Relationship Id="rId89" Type="http://schemas.openxmlformats.org/officeDocument/2006/relationships/image" Target="../media/image117.png"/><Relationship Id="rId112" Type="http://schemas.openxmlformats.org/officeDocument/2006/relationships/customXml" Target="../ink/ink129.xml"/><Relationship Id="rId133" Type="http://schemas.openxmlformats.org/officeDocument/2006/relationships/image" Target="../media/image139.png"/><Relationship Id="rId154" Type="http://schemas.openxmlformats.org/officeDocument/2006/relationships/customXml" Target="../ink/ink150.xml"/><Relationship Id="rId175" Type="http://schemas.openxmlformats.org/officeDocument/2006/relationships/image" Target="../media/image160.png"/><Relationship Id="rId196" Type="http://schemas.openxmlformats.org/officeDocument/2006/relationships/customXml" Target="../ink/ink171.xml"/><Relationship Id="rId200" Type="http://schemas.openxmlformats.org/officeDocument/2006/relationships/customXml" Target="../ink/ink173.xml"/><Relationship Id="rId16" Type="http://schemas.openxmlformats.org/officeDocument/2006/relationships/customXml" Target="../ink/ink81.xml"/><Relationship Id="rId221" Type="http://schemas.openxmlformats.org/officeDocument/2006/relationships/image" Target="../media/image183.png"/><Relationship Id="rId37" Type="http://schemas.openxmlformats.org/officeDocument/2006/relationships/image" Target="../media/image91.png"/><Relationship Id="rId58" Type="http://schemas.openxmlformats.org/officeDocument/2006/relationships/customXml" Target="../ink/ink102.xml"/><Relationship Id="rId79" Type="http://schemas.openxmlformats.org/officeDocument/2006/relationships/image" Target="../media/image112.png"/><Relationship Id="rId102" Type="http://schemas.openxmlformats.org/officeDocument/2006/relationships/customXml" Target="../ink/ink124.xml"/><Relationship Id="rId123" Type="http://schemas.openxmlformats.org/officeDocument/2006/relationships/image" Target="../media/image134.png"/><Relationship Id="rId144" Type="http://schemas.openxmlformats.org/officeDocument/2006/relationships/customXml" Target="../ink/ink145.xml"/><Relationship Id="rId90" Type="http://schemas.openxmlformats.org/officeDocument/2006/relationships/customXml" Target="../ink/ink118.xml"/><Relationship Id="rId165" Type="http://schemas.openxmlformats.org/officeDocument/2006/relationships/image" Target="../media/image155.png"/><Relationship Id="rId186" Type="http://schemas.openxmlformats.org/officeDocument/2006/relationships/customXml" Target="../ink/ink166.xml"/><Relationship Id="rId211" Type="http://schemas.openxmlformats.org/officeDocument/2006/relationships/image" Target="../media/image178.png"/><Relationship Id="rId232" Type="http://schemas.openxmlformats.org/officeDocument/2006/relationships/customXml" Target="../ink/ink189.xml"/><Relationship Id="rId27" Type="http://schemas.openxmlformats.org/officeDocument/2006/relationships/image" Target="../media/image86.png"/><Relationship Id="rId48" Type="http://schemas.openxmlformats.org/officeDocument/2006/relationships/customXml" Target="../ink/ink97.xml"/><Relationship Id="rId69" Type="http://schemas.openxmlformats.org/officeDocument/2006/relationships/image" Target="../media/image107.png"/><Relationship Id="rId113" Type="http://schemas.openxmlformats.org/officeDocument/2006/relationships/image" Target="../media/image129.png"/><Relationship Id="rId134" Type="http://schemas.openxmlformats.org/officeDocument/2006/relationships/customXml" Target="../ink/ink140.xml"/><Relationship Id="rId80" Type="http://schemas.openxmlformats.org/officeDocument/2006/relationships/customXml" Target="../ink/ink113.xml"/><Relationship Id="rId155" Type="http://schemas.openxmlformats.org/officeDocument/2006/relationships/image" Target="../media/image150.png"/><Relationship Id="rId176" Type="http://schemas.openxmlformats.org/officeDocument/2006/relationships/customXml" Target="../ink/ink161.xml"/><Relationship Id="rId197" Type="http://schemas.openxmlformats.org/officeDocument/2006/relationships/image" Target="../media/image171.png"/><Relationship Id="rId201" Type="http://schemas.openxmlformats.org/officeDocument/2006/relationships/image" Target="../media/image173.png"/><Relationship Id="rId222" Type="http://schemas.openxmlformats.org/officeDocument/2006/relationships/customXml" Target="../ink/ink184.xml"/><Relationship Id="rId17" Type="http://schemas.openxmlformats.org/officeDocument/2006/relationships/image" Target="../media/image81.png"/><Relationship Id="rId38" Type="http://schemas.openxmlformats.org/officeDocument/2006/relationships/customXml" Target="../ink/ink92.xml"/><Relationship Id="rId59" Type="http://schemas.openxmlformats.org/officeDocument/2006/relationships/image" Target="../media/image102.png"/><Relationship Id="rId103" Type="http://schemas.openxmlformats.org/officeDocument/2006/relationships/image" Target="../media/image124.png"/><Relationship Id="rId124" Type="http://schemas.openxmlformats.org/officeDocument/2006/relationships/customXml" Target="../ink/ink135.xml"/><Relationship Id="rId70" Type="http://schemas.openxmlformats.org/officeDocument/2006/relationships/customXml" Target="../ink/ink108.xml"/><Relationship Id="rId91" Type="http://schemas.openxmlformats.org/officeDocument/2006/relationships/image" Target="../media/image118.png"/><Relationship Id="rId145" Type="http://schemas.openxmlformats.org/officeDocument/2006/relationships/image" Target="../media/image145.png"/><Relationship Id="rId166" Type="http://schemas.openxmlformats.org/officeDocument/2006/relationships/customXml" Target="../ink/ink156.xml"/><Relationship Id="rId187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9.xml"/><Relationship Id="rId233" Type="http://schemas.openxmlformats.org/officeDocument/2006/relationships/image" Target="../media/image189.png"/><Relationship Id="rId28" Type="http://schemas.openxmlformats.org/officeDocument/2006/relationships/customXml" Target="../ink/ink87.xml"/><Relationship Id="rId49" Type="http://schemas.openxmlformats.org/officeDocument/2006/relationships/image" Target="../media/image97.png"/><Relationship Id="rId114" Type="http://schemas.openxmlformats.org/officeDocument/2006/relationships/customXml" Target="../ink/ink130.xml"/><Relationship Id="rId60" Type="http://schemas.openxmlformats.org/officeDocument/2006/relationships/customXml" Target="../ink/ink103.xml"/><Relationship Id="rId81" Type="http://schemas.openxmlformats.org/officeDocument/2006/relationships/image" Target="../media/image113.png"/><Relationship Id="rId135" Type="http://schemas.openxmlformats.org/officeDocument/2006/relationships/image" Target="../media/image140.png"/><Relationship Id="rId156" Type="http://schemas.openxmlformats.org/officeDocument/2006/relationships/customXml" Target="../ink/ink151.xml"/><Relationship Id="rId177" Type="http://schemas.openxmlformats.org/officeDocument/2006/relationships/image" Target="../media/image161.png"/><Relationship Id="rId198" Type="http://schemas.openxmlformats.org/officeDocument/2006/relationships/customXml" Target="../ink/ink172.xml"/><Relationship Id="rId202" Type="http://schemas.openxmlformats.org/officeDocument/2006/relationships/customXml" Target="../ink/ink174.xml"/><Relationship Id="rId223" Type="http://schemas.openxmlformats.org/officeDocument/2006/relationships/image" Target="../media/image184.png"/><Relationship Id="rId18" Type="http://schemas.openxmlformats.org/officeDocument/2006/relationships/customXml" Target="../ink/ink82.xml"/><Relationship Id="rId39" Type="http://schemas.openxmlformats.org/officeDocument/2006/relationships/image" Target="../media/image92.png"/><Relationship Id="rId50" Type="http://schemas.openxmlformats.org/officeDocument/2006/relationships/customXml" Target="../ink/ink98.xml"/><Relationship Id="rId104" Type="http://schemas.openxmlformats.org/officeDocument/2006/relationships/customXml" Target="../ink/ink125.xml"/><Relationship Id="rId125" Type="http://schemas.openxmlformats.org/officeDocument/2006/relationships/image" Target="../media/image135.png"/><Relationship Id="rId146" Type="http://schemas.openxmlformats.org/officeDocument/2006/relationships/customXml" Target="../ink/ink146.xml"/><Relationship Id="rId167" Type="http://schemas.openxmlformats.org/officeDocument/2006/relationships/image" Target="../media/image156.png"/><Relationship Id="rId188" Type="http://schemas.openxmlformats.org/officeDocument/2006/relationships/customXml" Target="../ink/ink167.xml"/><Relationship Id="rId71" Type="http://schemas.openxmlformats.org/officeDocument/2006/relationships/image" Target="../media/image108.png"/><Relationship Id="rId92" Type="http://schemas.openxmlformats.org/officeDocument/2006/relationships/customXml" Target="../ink/ink119.xml"/><Relationship Id="rId213" Type="http://schemas.openxmlformats.org/officeDocument/2006/relationships/image" Target="../media/image179.png"/><Relationship Id="rId234" Type="http://schemas.openxmlformats.org/officeDocument/2006/relationships/customXml" Target="../ink/ink190.xml"/><Relationship Id="rId2" Type="http://schemas.openxmlformats.org/officeDocument/2006/relationships/customXml" Target="../ink/ink74.xml"/><Relationship Id="rId29" Type="http://schemas.openxmlformats.org/officeDocument/2006/relationships/image" Target="../media/image87.png"/><Relationship Id="rId40" Type="http://schemas.openxmlformats.org/officeDocument/2006/relationships/customXml" Target="../ink/ink93.xml"/><Relationship Id="rId115" Type="http://schemas.openxmlformats.org/officeDocument/2006/relationships/image" Target="../media/image130.png"/><Relationship Id="rId136" Type="http://schemas.openxmlformats.org/officeDocument/2006/relationships/customXml" Target="../ink/ink141.xml"/><Relationship Id="rId157" Type="http://schemas.openxmlformats.org/officeDocument/2006/relationships/image" Target="../media/image151.png"/><Relationship Id="rId178" Type="http://schemas.openxmlformats.org/officeDocument/2006/relationships/customXml" Target="../ink/ink162.xml"/><Relationship Id="rId61" Type="http://schemas.openxmlformats.org/officeDocument/2006/relationships/image" Target="../media/image103.png"/><Relationship Id="rId82" Type="http://schemas.openxmlformats.org/officeDocument/2006/relationships/customXml" Target="../ink/ink114.xml"/><Relationship Id="rId199" Type="http://schemas.openxmlformats.org/officeDocument/2006/relationships/image" Target="../media/image172.png"/><Relationship Id="rId203" Type="http://schemas.openxmlformats.org/officeDocument/2006/relationships/image" Target="../media/image174.png"/><Relationship Id="rId19" Type="http://schemas.openxmlformats.org/officeDocument/2006/relationships/image" Target="../media/image82.png"/><Relationship Id="rId224" Type="http://schemas.openxmlformats.org/officeDocument/2006/relationships/customXml" Target="../ink/ink185.xml"/><Relationship Id="rId30" Type="http://schemas.openxmlformats.org/officeDocument/2006/relationships/customXml" Target="../ink/ink88.xml"/><Relationship Id="rId105" Type="http://schemas.openxmlformats.org/officeDocument/2006/relationships/image" Target="../media/image125.png"/><Relationship Id="rId126" Type="http://schemas.openxmlformats.org/officeDocument/2006/relationships/customXml" Target="../ink/ink136.xml"/><Relationship Id="rId147" Type="http://schemas.openxmlformats.org/officeDocument/2006/relationships/image" Target="../media/image146.png"/><Relationship Id="rId168" Type="http://schemas.openxmlformats.org/officeDocument/2006/relationships/customXml" Target="../ink/ink157.xml"/><Relationship Id="rId51" Type="http://schemas.openxmlformats.org/officeDocument/2006/relationships/image" Target="../media/image98.png"/><Relationship Id="rId72" Type="http://schemas.openxmlformats.org/officeDocument/2006/relationships/customXml" Target="../ink/ink109.xml"/><Relationship Id="rId93" Type="http://schemas.openxmlformats.org/officeDocument/2006/relationships/image" Target="../media/image119.png"/><Relationship Id="rId189" Type="http://schemas.openxmlformats.org/officeDocument/2006/relationships/image" Target="../media/image167.png"/><Relationship Id="rId3" Type="http://schemas.openxmlformats.org/officeDocument/2006/relationships/image" Target="../media/image74.png"/><Relationship Id="rId214" Type="http://schemas.openxmlformats.org/officeDocument/2006/relationships/customXml" Target="../ink/ink180.xml"/><Relationship Id="rId235" Type="http://schemas.openxmlformats.org/officeDocument/2006/relationships/image" Target="../media/image190.png"/><Relationship Id="rId116" Type="http://schemas.openxmlformats.org/officeDocument/2006/relationships/customXml" Target="../ink/ink131.xml"/><Relationship Id="rId137" Type="http://schemas.openxmlformats.org/officeDocument/2006/relationships/image" Target="../media/image141.png"/><Relationship Id="rId158" Type="http://schemas.openxmlformats.org/officeDocument/2006/relationships/customXml" Target="../ink/ink152.xml"/><Relationship Id="rId20" Type="http://schemas.openxmlformats.org/officeDocument/2006/relationships/customXml" Target="../ink/ink83.xml"/><Relationship Id="rId41" Type="http://schemas.openxmlformats.org/officeDocument/2006/relationships/image" Target="../media/image93.png"/><Relationship Id="rId62" Type="http://schemas.openxmlformats.org/officeDocument/2006/relationships/customXml" Target="../ink/ink104.xml"/><Relationship Id="rId83" Type="http://schemas.openxmlformats.org/officeDocument/2006/relationships/image" Target="../media/image114.png"/><Relationship Id="rId179" Type="http://schemas.openxmlformats.org/officeDocument/2006/relationships/image" Target="../media/image162.png"/><Relationship Id="rId190" Type="http://schemas.openxmlformats.org/officeDocument/2006/relationships/customXml" Target="../ink/ink168.xml"/><Relationship Id="rId204" Type="http://schemas.openxmlformats.org/officeDocument/2006/relationships/customXml" Target="../ink/ink175.xml"/><Relationship Id="rId225" Type="http://schemas.openxmlformats.org/officeDocument/2006/relationships/image" Target="../media/image18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1.png"/><Relationship Id="rId299" Type="http://schemas.openxmlformats.org/officeDocument/2006/relationships/image" Target="../media/image341.png"/><Relationship Id="rId21" Type="http://schemas.openxmlformats.org/officeDocument/2006/relationships/image" Target="../media/image203.png"/><Relationship Id="rId63" Type="http://schemas.openxmlformats.org/officeDocument/2006/relationships/image" Target="../media/image224.png"/><Relationship Id="rId159" Type="http://schemas.openxmlformats.org/officeDocument/2006/relationships/image" Target="../media/image271.png"/><Relationship Id="rId170" Type="http://schemas.openxmlformats.org/officeDocument/2006/relationships/customXml" Target="../ink/ink278.xml"/><Relationship Id="rId226" Type="http://schemas.openxmlformats.org/officeDocument/2006/relationships/customXml" Target="../ink/ink306.xml"/><Relationship Id="rId268" Type="http://schemas.openxmlformats.org/officeDocument/2006/relationships/customXml" Target="../ink/ink327.xml"/><Relationship Id="rId32" Type="http://schemas.openxmlformats.org/officeDocument/2006/relationships/customXml" Target="../ink/ink209.xml"/><Relationship Id="rId74" Type="http://schemas.openxmlformats.org/officeDocument/2006/relationships/customXml" Target="../ink/ink230.xml"/><Relationship Id="rId128" Type="http://schemas.openxmlformats.org/officeDocument/2006/relationships/customXml" Target="../ink/ink257.xml"/><Relationship Id="rId5" Type="http://schemas.openxmlformats.org/officeDocument/2006/relationships/image" Target="../media/image195.png"/><Relationship Id="rId181" Type="http://schemas.openxmlformats.org/officeDocument/2006/relationships/image" Target="../media/image282.png"/><Relationship Id="rId237" Type="http://schemas.openxmlformats.org/officeDocument/2006/relationships/image" Target="../media/image310.png"/><Relationship Id="rId279" Type="http://schemas.openxmlformats.org/officeDocument/2006/relationships/image" Target="../media/image331.png"/><Relationship Id="rId43" Type="http://schemas.openxmlformats.org/officeDocument/2006/relationships/image" Target="../media/image214.png"/><Relationship Id="rId139" Type="http://schemas.openxmlformats.org/officeDocument/2006/relationships/image" Target="../media/image262.png"/><Relationship Id="rId290" Type="http://schemas.openxmlformats.org/officeDocument/2006/relationships/customXml" Target="../ink/ink338.xml"/><Relationship Id="rId304" Type="http://schemas.openxmlformats.org/officeDocument/2006/relationships/customXml" Target="../ink/ink345.xml"/><Relationship Id="rId85" Type="http://schemas.openxmlformats.org/officeDocument/2006/relationships/image" Target="../media/image235.png"/><Relationship Id="rId150" Type="http://schemas.openxmlformats.org/officeDocument/2006/relationships/customXml" Target="../ink/ink268.xml"/><Relationship Id="rId192" Type="http://schemas.openxmlformats.org/officeDocument/2006/relationships/customXml" Target="../ink/ink289.xml"/><Relationship Id="rId206" Type="http://schemas.openxmlformats.org/officeDocument/2006/relationships/customXml" Target="../ink/ink296.xml"/><Relationship Id="rId248" Type="http://schemas.openxmlformats.org/officeDocument/2006/relationships/customXml" Target="../ink/ink317.xml"/><Relationship Id="rId12" Type="http://schemas.openxmlformats.org/officeDocument/2006/relationships/customXml" Target="../ink/ink199.xml"/><Relationship Id="rId108" Type="http://schemas.openxmlformats.org/officeDocument/2006/relationships/customXml" Target="../ink/ink247.xml"/><Relationship Id="rId315" Type="http://schemas.openxmlformats.org/officeDocument/2006/relationships/image" Target="../media/image349.png"/><Relationship Id="rId54" Type="http://schemas.openxmlformats.org/officeDocument/2006/relationships/customXml" Target="../ink/ink220.xml"/><Relationship Id="rId96" Type="http://schemas.openxmlformats.org/officeDocument/2006/relationships/customXml" Target="../ink/ink241.xml"/><Relationship Id="rId161" Type="http://schemas.openxmlformats.org/officeDocument/2006/relationships/image" Target="../media/image272.png"/><Relationship Id="rId217" Type="http://schemas.openxmlformats.org/officeDocument/2006/relationships/image" Target="../media/image300.png"/><Relationship Id="rId259" Type="http://schemas.openxmlformats.org/officeDocument/2006/relationships/image" Target="../media/image321.png"/><Relationship Id="rId23" Type="http://schemas.openxmlformats.org/officeDocument/2006/relationships/image" Target="../media/image204.png"/><Relationship Id="rId119" Type="http://schemas.openxmlformats.org/officeDocument/2006/relationships/image" Target="../media/image252.png"/><Relationship Id="rId270" Type="http://schemas.openxmlformats.org/officeDocument/2006/relationships/customXml" Target="../ink/ink328.xml"/><Relationship Id="rId65" Type="http://schemas.openxmlformats.org/officeDocument/2006/relationships/image" Target="../media/image225.png"/><Relationship Id="rId130" Type="http://schemas.openxmlformats.org/officeDocument/2006/relationships/customXml" Target="../ink/ink258.xml"/><Relationship Id="rId172" Type="http://schemas.openxmlformats.org/officeDocument/2006/relationships/customXml" Target="../ink/ink279.xml"/><Relationship Id="rId228" Type="http://schemas.openxmlformats.org/officeDocument/2006/relationships/customXml" Target="../ink/ink307.xml"/><Relationship Id="rId13" Type="http://schemas.openxmlformats.org/officeDocument/2006/relationships/image" Target="../media/image199.png"/><Relationship Id="rId109" Type="http://schemas.openxmlformats.org/officeDocument/2006/relationships/image" Target="../media/image247.png"/><Relationship Id="rId260" Type="http://schemas.openxmlformats.org/officeDocument/2006/relationships/customXml" Target="../ink/ink323.xml"/><Relationship Id="rId281" Type="http://schemas.openxmlformats.org/officeDocument/2006/relationships/image" Target="../media/image332.png"/><Relationship Id="rId316" Type="http://schemas.openxmlformats.org/officeDocument/2006/relationships/customXml" Target="../ink/ink351.xml"/><Relationship Id="rId34" Type="http://schemas.openxmlformats.org/officeDocument/2006/relationships/customXml" Target="../ink/ink210.xml"/><Relationship Id="rId55" Type="http://schemas.openxmlformats.org/officeDocument/2006/relationships/image" Target="../media/image220.png"/><Relationship Id="rId76" Type="http://schemas.openxmlformats.org/officeDocument/2006/relationships/customXml" Target="../ink/ink231.xml"/><Relationship Id="rId97" Type="http://schemas.openxmlformats.org/officeDocument/2006/relationships/image" Target="../media/image241.png"/><Relationship Id="rId120" Type="http://schemas.openxmlformats.org/officeDocument/2006/relationships/customXml" Target="../ink/ink253.xml"/><Relationship Id="rId141" Type="http://schemas.openxmlformats.org/officeDocument/2006/relationships/image" Target="../media/image263.png"/><Relationship Id="rId7" Type="http://schemas.openxmlformats.org/officeDocument/2006/relationships/image" Target="../media/image196.png"/><Relationship Id="rId162" Type="http://schemas.openxmlformats.org/officeDocument/2006/relationships/customXml" Target="../ink/ink274.xml"/><Relationship Id="rId183" Type="http://schemas.openxmlformats.org/officeDocument/2006/relationships/image" Target="../media/image283.png"/><Relationship Id="rId218" Type="http://schemas.openxmlformats.org/officeDocument/2006/relationships/customXml" Target="../ink/ink302.xml"/><Relationship Id="rId239" Type="http://schemas.openxmlformats.org/officeDocument/2006/relationships/image" Target="../media/image311.png"/><Relationship Id="rId250" Type="http://schemas.openxmlformats.org/officeDocument/2006/relationships/customXml" Target="../ink/ink318.xml"/><Relationship Id="rId271" Type="http://schemas.openxmlformats.org/officeDocument/2006/relationships/image" Target="../media/image327.png"/><Relationship Id="rId292" Type="http://schemas.openxmlformats.org/officeDocument/2006/relationships/customXml" Target="../ink/ink339.xml"/><Relationship Id="rId306" Type="http://schemas.openxmlformats.org/officeDocument/2006/relationships/customXml" Target="../ink/ink346.xml"/><Relationship Id="rId24" Type="http://schemas.openxmlformats.org/officeDocument/2006/relationships/customXml" Target="../ink/ink205.xml"/><Relationship Id="rId45" Type="http://schemas.openxmlformats.org/officeDocument/2006/relationships/image" Target="../media/image215.png"/><Relationship Id="rId66" Type="http://schemas.openxmlformats.org/officeDocument/2006/relationships/customXml" Target="../ink/ink226.xml"/><Relationship Id="rId87" Type="http://schemas.openxmlformats.org/officeDocument/2006/relationships/image" Target="../media/image236.png"/><Relationship Id="rId110" Type="http://schemas.openxmlformats.org/officeDocument/2006/relationships/customXml" Target="../ink/ink248.xml"/><Relationship Id="rId131" Type="http://schemas.openxmlformats.org/officeDocument/2006/relationships/image" Target="../media/image258.png"/><Relationship Id="rId152" Type="http://schemas.openxmlformats.org/officeDocument/2006/relationships/customXml" Target="../ink/ink269.xml"/><Relationship Id="rId173" Type="http://schemas.openxmlformats.org/officeDocument/2006/relationships/image" Target="../media/image278.png"/><Relationship Id="rId194" Type="http://schemas.openxmlformats.org/officeDocument/2006/relationships/customXml" Target="../ink/ink290.xml"/><Relationship Id="rId208" Type="http://schemas.openxmlformats.org/officeDocument/2006/relationships/customXml" Target="../ink/ink297.xml"/><Relationship Id="rId229" Type="http://schemas.openxmlformats.org/officeDocument/2006/relationships/image" Target="../media/image306.png"/><Relationship Id="rId240" Type="http://schemas.openxmlformats.org/officeDocument/2006/relationships/customXml" Target="../ink/ink313.xml"/><Relationship Id="rId261" Type="http://schemas.openxmlformats.org/officeDocument/2006/relationships/image" Target="../media/image322.png"/><Relationship Id="rId14" Type="http://schemas.openxmlformats.org/officeDocument/2006/relationships/customXml" Target="../ink/ink200.xml"/><Relationship Id="rId35" Type="http://schemas.openxmlformats.org/officeDocument/2006/relationships/image" Target="../media/image210.png"/><Relationship Id="rId56" Type="http://schemas.openxmlformats.org/officeDocument/2006/relationships/customXml" Target="../ink/ink221.xml"/><Relationship Id="rId77" Type="http://schemas.openxmlformats.org/officeDocument/2006/relationships/image" Target="../media/image231.png"/><Relationship Id="rId100" Type="http://schemas.openxmlformats.org/officeDocument/2006/relationships/customXml" Target="../ink/ink243.xml"/><Relationship Id="rId282" Type="http://schemas.openxmlformats.org/officeDocument/2006/relationships/customXml" Target="../ink/ink334.xml"/><Relationship Id="rId317" Type="http://schemas.openxmlformats.org/officeDocument/2006/relationships/image" Target="../media/image350.png"/><Relationship Id="rId8" Type="http://schemas.openxmlformats.org/officeDocument/2006/relationships/customXml" Target="../ink/ink197.xml"/><Relationship Id="rId98" Type="http://schemas.openxmlformats.org/officeDocument/2006/relationships/customXml" Target="../ink/ink242.xml"/><Relationship Id="rId121" Type="http://schemas.openxmlformats.org/officeDocument/2006/relationships/image" Target="../media/image253.png"/><Relationship Id="rId142" Type="http://schemas.openxmlformats.org/officeDocument/2006/relationships/customXml" Target="../ink/ink264.xml"/><Relationship Id="rId163" Type="http://schemas.openxmlformats.org/officeDocument/2006/relationships/image" Target="../media/image273.png"/><Relationship Id="rId184" Type="http://schemas.openxmlformats.org/officeDocument/2006/relationships/customXml" Target="../ink/ink285.xml"/><Relationship Id="rId219" Type="http://schemas.openxmlformats.org/officeDocument/2006/relationships/image" Target="../media/image301.png"/><Relationship Id="rId230" Type="http://schemas.openxmlformats.org/officeDocument/2006/relationships/customXml" Target="../ink/ink308.xml"/><Relationship Id="rId251" Type="http://schemas.openxmlformats.org/officeDocument/2006/relationships/image" Target="../media/image317.png"/><Relationship Id="rId25" Type="http://schemas.openxmlformats.org/officeDocument/2006/relationships/image" Target="../media/image205.png"/><Relationship Id="rId46" Type="http://schemas.openxmlformats.org/officeDocument/2006/relationships/customXml" Target="../ink/ink216.xml"/><Relationship Id="rId67" Type="http://schemas.openxmlformats.org/officeDocument/2006/relationships/image" Target="../media/image226.png"/><Relationship Id="rId272" Type="http://schemas.openxmlformats.org/officeDocument/2006/relationships/customXml" Target="../ink/ink329.xml"/><Relationship Id="rId293" Type="http://schemas.openxmlformats.org/officeDocument/2006/relationships/image" Target="../media/image338.png"/><Relationship Id="rId307" Type="http://schemas.openxmlformats.org/officeDocument/2006/relationships/image" Target="../media/image345.png"/><Relationship Id="rId88" Type="http://schemas.openxmlformats.org/officeDocument/2006/relationships/customXml" Target="../ink/ink237.xml"/><Relationship Id="rId111" Type="http://schemas.openxmlformats.org/officeDocument/2006/relationships/image" Target="../media/image248.png"/><Relationship Id="rId132" Type="http://schemas.openxmlformats.org/officeDocument/2006/relationships/customXml" Target="../ink/ink259.xml"/><Relationship Id="rId153" Type="http://schemas.openxmlformats.org/officeDocument/2006/relationships/image" Target="../media/image268.png"/><Relationship Id="rId174" Type="http://schemas.openxmlformats.org/officeDocument/2006/relationships/customXml" Target="../ink/ink280.xml"/><Relationship Id="rId195" Type="http://schemas.openxmlformats.org/officeDocument/2006/relationships/image" Target="../media/image289.png"/><Relationship Id="rId209" Type="http://schemas.openxmlformats.org/officeDocument/2006/relationships/image" Target="../media/image296.png"/><Relationship Id="rId220" Type="http://schemas.openxmlformats.org/officeDocument/2006/relationships/customXml" Target="../ink/ink303.xml"/><Relationship Id="rId241" Type="http://schemas.openxmlformats.org/officeDocument/2006/relationships/image" Target="../media/image312.png"/><Relationship Id="rId15" Type="http://schemas.openxmlformats.org/officeDocument/2006/relationships/image" Target="../media/image200.png"/><Relationship Id="rId36" Type="http://schemas.openxmlformats.org/officeDocument/2006/relationships/customXml" Target="../ink/ink211.xml"/><Relationship Id="rId57" Type="http://schemas.openxmlformats.org/officeDocument/2006/relationships/image" Target="../media/image221.png"/><Relationship Id="rId262" Type="http://schemas.openxmlformats.org/officeDocument/2006/relationships/customXml" Target="../ink/ink324.xml"/><Relationship Id="rId283" Type="http://schemas.openxmlformats.org/officeDocument/2006/relationships/image" Target="../media/image333.png"/><Relationship Id="rId78" Type="http://schemas.openxmlformats.org/officeDocument/2006/relationships/customXml" Target="../ink/ink232.xml"/><Relationship Id="rId99" Type="http://schemas.openxmlformats.org/officeDocument/2006/relationships/image" Target="../media/image242.png"/><Relationship Id="rId101" Type="http://schemas.openxmlformats.org/officeDocument/2006/relationships/image" Target="../media/image243.png"/><Relationship Id="rId122" Type="http://schemas.openxmlformats.org/officeDocument/2006/relationships/customXml" Target="../ink/ink254.xml"/><Relationship Id="rId143" Type="http://schemas.openxmlformats.org/officeDocument/2006/relationships/image" Target="../media/image264.png"/><Relationship Id="rId164" Type="http://schemas.openxmlformats.org/officeDocument/2006/relationships/customXml" Target="../ink/ink275.xml"/><Relationship Id="rId185" Type="http://schemas.openxmlformats.org/officeDocument/2006/relationships/image" Target="../media/image284.png"/><Relationship Id="rId9" Type="http://schemas.openxmlformats.org/officeDocument/2006/relationships/image" Target="../media/image197.png"/><Relationship Id="rId210" Type="http://schemas.openxmlformats.org/officeDocument/2006/relationships/customXml" Target="../ink/ink298.xml"/><Relationship Id="rId26" Type="http://schemas.openxmlformats.org/officeDocument/2006/relationships/customXml" Target="../ink/ink206.xml"/><Relationship Id="rId231" Type="http://schemas.openxmlformats.org/officeDocument/2006/relationships/image" Target="../media/image307.png"/><Relationship Id="rId252" Type="http://schemas.openxmlformats.org/officeDocument/2006/relationships/customXml" Target="../ink/ink319.xml"/><Relationship Id="rId273" Type="http://schemas.openxmlformats.org/officeDocument/2006/relationships/image" Target="../media/image328.png"/><Relationship Id="rId294" Type="http://schemas.openxmlformats.org/officeDocument/2006/relationships/customXml" Target="../ink/ink340.xml"/><Relationship Id="rId308" Type="http://schemas.openxmlformats.org/officeDocument/2006/relationships/customXml" Target="../ink/ink347.xml"/><Relationship Id="rId47" Type="http://schemas.openxmlformats.org/officeDocument/2006/relationships/image" Target="../media/image216.png"/><Relationship Id="rId68" Type="http://schemas.openxmlformats.org/officeDocument/2006/relationships/customXml" Target="../ink/ink227.xml"/><Relationship Id="rId89" Type="http://schemas.openxmlformats.org/officeDocument/2006/relationships/image" Target="../media/image237.png"/><Relationship Id="rId112" Type="http://schemas.openxmlformats.org/officeDocument/2006/relationships/customXml" Target="../ink/ink249.xml"/><Relationship Id="rId133" Type="http://schemas.openxmlformats.org/officeDocument/2006/relationships/image" Target="../media/image259.png"/><Relationship Id="rId154" Type="http://schemas.openxmlformats.org/officeDocument/2006/relationships/customXml" Target="../ink/ink270.xml"/><Relationship Id="rId175" Type="http://schemas.openxmlformats.org/officeDocument/2006/relationships/image" Target="../media/image279.png"/><Relationship Id="rId196" Type="http://schemas.openxmlformats.org/officeDocument/2006/relationships/customXml" Target="../ink/ink291.xml"/><Relationship Id="rId200" Type="http://schemas.openxmlformats.org/officeDocument/2006/relationships/customXml" Target="../ink/ink293.xml"/><Relationship Id="rId16" Type="http://schemas.openxmlformats.org/officeDocument/2006/relationships/customXml" Target="../ink/ink201.xml"/><Relationship Id="rId221" Type="http://schemas.openxmlformats.org/officeDocument/2006/relationships/image" Target="../media/image302.png"/><Relationship Id="rId242" Type="http://schemas.openxmlformats.org/officeDocument/2006/relationships/customXml" Target="../ink/ink314.xml"/><Relationship Id="rId263" Type="http://schemas.openxmlformats.org/officeDocument/2006/relationships/image" Target="../media/image323.png"/><Relationship Id="rId284" Type="http://schemas.openxmlformats.org/officeDocument/2006/relationships/customXml" Target="../ink/ink335.xml"/><Relationship Id="rId37" Type="http://schemas.openxmlformats.org/officeDocument/2006/relationships/image" Target="../media/image211.png"/><Relationship Id="rId58" Type="http://schemas.openxmlformats.org/officeDocument/2006/relationships/customXml" Target="../ink/ink222.xml"/><Relationship Id="rId79" Type="http://schemas.openxmlformats.org/officeDocument/2006/relationships/image" Target="../media/image232.png"/><Relationship Id="rId102" Type="http://schemas.openxmlformats.org/officeDocument/2006/relationships/customXml" Target="../ink/ink244.xml"/><Relationship Id="rId123" Type="http://schemas.openxmlformats.org/officeDocument/2006/relationships/image" Target="../media/image254.png"/><Relationship Id="rId144" Type="http://schemas.openxmlformats.org/officeDocument/2006/relationships/customXml" Target="../ink/ink265.xml"/><Relationship Id="rId90" Type="http://schemas.openxmlformats.org/officeDocument/2006/relationships/customXml" Target="../ink/ink238.xml"/><Relationship Id="rId165" Type="http://schemas.openxmlformats.org/officeDocument/2006/relationships/image" Target="../media/image274.png"/><Relationship Id="rId186" Type="http://schemas.openxmlformats.org/officeDocument/2006/relationships/customXml" Target="../ink/ink286.xml"/><Relationship Id="rId211" Type="http://schemas.openxmlformats.org/officeDocument/2006/relationships/image" Target="../media/image297.png"/><Relationship Id="rId232" Type="http://schemas.openxmlformats.org/officeDocument/2006/relationships/customXml" Target="../ink/ink309.xml"/><Relationship Id="rId253" Type="http://schemas.openxmlformats.org/officeDocument/2006/relationships/image" Target="../media/image318.png"/><Relationship Id="rId274" Type="http://schemas.openxmlformats.org/officeDocument/2006/relationships/customXml" Target="../ink/ink330.xml"/><Relationship Id="rId295" Type="http://schemas.openxmlformats.org/officeDocument/2006/relationships/image" Target="../media/image339.png"/><Relationship Id="rId309" Type="http://schemas.openxmlformats.org/officeDocument/2006/relationships/image" Target="../media/image346.png"/><Relationship Id="rId27" Type="http://schemas.openxmlformats.org/officeDocument/2006/relationships/image" Target="../media/image206.png"/><Relationship Id="rId48" Type="http://schemas.openxmlformats.org/officeDocument/2006/relationships/customXml" Target="../ink/ink217.xml"/><Relationship Id="rId69" Type="http://schemas.openxmlformats.org/officeDocument/2006/relationships/image" Target="../media/image227.png"/><Relationship Id="rId113" Type="http://schemas.openxmlformats.org/officeDocument/2006/relationships/image" Target="../media/image249.png"/><Relationship Id="rId134" Type="http://schemas.openxmlformats.org/officeDocument/2006/relationships/customXml" Target="../ink/ink260.xml"/><Relationship Id="rId80" Type="http://schemas.openxmlformats.org/officeDocument/2006/relationships/customXml" Target="../ink/ink233.xml"/><Relationship Id="rId155" Type="http://schemas.openxmlformats.org/officeDocument/2006/relationships/image" Target="../media/image269.png"/><Relationship Id="rId176" Type="http://schemas.openxmlformats.org/officeDocument/2006/relationships/customXml" Target="../ink/ink281.xml"/><Relationship Id="rId197" Type="http://schemas.openxmlformats.org/officeDocument/2006/relationships/image" Target="../media/image290.png"/><Relationship Id="rId201" Type="http://schemas.openxmlformats.org/officeDocument/2006/relationships/image" Target="../media/image292.png"/><Relationship Id="rId222" Type="http://schemas.openxmlformats.org/officeDocument/2006/relationships/customXml" Target="../ink/ink304.xml"/><Relationship Id="rId243" Type="http://schemas.openxmlformats.org/officeDocument/2006/relationships/image" Target="../media/image313.png"/><Relationship Id="rId264" Type="http://schemas.openxmlformats.org/officeDocument/2006/relationships/customXml" Target="../ink/ink325.xml"/><Relationship Id="rId285" Type="http://schemas.openxmlformats.org/officeDocument/2006/relationships/image" Target="../media/image334.png"/><Relationship Id="rId17" Type="http://schemas.openxmlformats.org/officeDocument/2006/relationships/image" Target="../media/image201.png"/><Relationship Id="rId38" Type="http://schemas.openxmlformats.org/officeDocument/2006/relationships/customXml" Target="../ink/ink212.xml"/><Relationship Id="rId59" Type="http://schemas.openxmlformats.org/officeDocument/2006/relationships/image" Target="../media/image222.png"/><Relationship Id="rId103" Type="http://schemas.openxmlformats.org/officeDocument/2006/relationships/image" Target="../media/image244.png"/><Relationship Id="rId124" Type="http://schemas.openxmlformats.org/officeDocument/2006/relationships/customXml" Target="../ink/ink255.xml"/><Relationship Id="rId310" Type="http://schemas.openxmlformats.org/officeDocument/2006/relationships/customXml" Target="../ink/ink348.xml"/><Relationship Id="rId70" Type="http://schemas.openxmlformats.org/officeDocument/2006/relationships/customXml" Target="../ink/ink228.xml"/><Relationship Id="rId91" Type="http://schemas.openxmlformats.org/officeDocument/2006/relationships/image" Target="../media/image238.png"/><Relationship Id="rId145" Type="http://schemas.openxmlformats.org/officeDocument/2006/relationships/image" Target="../media/image265.png"/><Relationship Id="rId166" Type="http://schemas.openxmlformats.org/officeDocument/2006/relationships/customXml" Target="../ink/ink276.xml"/><Relationship Id="rId187" Type="http://schemas.openxmlformats.org/officeDocument/2006/relationships/image" Target="../media/image28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99.xml"/><Relationship Id="rId233" Type="http://schemas.openxmlformats.org/officeDocument/2006/relationships/image" Target="../media/image308.png"/><Relationship Id="rId254" Type="http://schemas.openxmlformats.org/officeDocument/2006/relationships/customXml" Target="../ink/ink320.xml"/><Relationship Id="rId28" Type="http://schemas.openxmlformats.org/officeDocument/2006/relationships/customXml" Target="../ink/ink207.xml"/><Relationship Id="rId49" Type="http://schemas.openxmlformats.org/officeDocument/2006/relationships/image" Target="../media/image217.png"/><Relationship Id="rId114" Type="http://schemas.openxmlformats.org/officeDocument/2006/relationships/customXml" Target="../ink/ink250.xml"/><Relationship Id="rId275" Type="http://schemas.openxmlformats.org/officeDocument/2006/relationships/image" Target="../media/image329.png"/><Relationship Id="rId296" Type="http://schemas.openxmlformats.org/officeDocument/2006/relationships/customXml" Target="../ink/ink341.xml"/><Relationship Id="rId300" Type="http://schemas.openxmlformats.org/officeDocument/2006/relationships/customXml" Target="../ink/ink343.xml"/><Relationship Id="rId60" Type="http://schemas.openxmlformats.org/officeDocument/2006/relationships/customXml" Target="../ink/ink223.xml"/><Relationship Id="rId81" Type="http://schemas.openxmlformats.org/officeDocument/2006/relationships/image" Target="../media/image233.png"/><Relationship Id="rId135" Type="http://schemas.openxmlformats.org/officeDocument/2006/relationships/image" Target="../media/image260.png"/><Relationship Id="rId156" Type="http://schemas.openxmlformats.org/officeDocument/2006/relationships/customXml" Target="../ink/ink271.xml"/><Relationship Id="rId177" Type="http://schemas.openxmlformats.org/officeDocument/2006/relationships/image" Target="../media/image280.png"/><Relationship Id="rId198" Type="http://schemas.openxmlformats.org/officeDocument/2006/relationships/customXml" Target="../ink/ink292.xml"/><Relationship Id="rId202" Type="http://schemas.openxmlformats.org/officeDocument/2006/relationships/customXml" Target="../ink/ink294.xml"/><Relationship Id="rId223" Type="http://schemas.openxmlformats.org/officeDocument/2006/relationships/image" Target="../media/image303.png"/><Relationship Id="rId244" Type="http://schemas.openxmlformats.org/officeDocument/2006/relationships/customXml" Target="../ink/ink315.xml"/><Relationship Id="rId18" Type="http://schemas.openxmlformats.org/officeDocument/2006/relationships/customXml" Target="../ink/ink202.xml"/><Relationship Id="rId39" Type="http://schemas.openxmlformats.org/officeDocument/2006/relationships/image" Target="../media/image212.png"/><Relationship Id="rId265" Type="http://schemas.openxmlformats.org/officeDocument/2006/relationships/image" Target="../media/image324.png"/><Relationship Id="rId286" Type="http://schemas.openxmlformats.org/officeDocument/2006/relationships/customXml" Target="../ink/ink336.xml"/><Relationship Id="rId50" Type="http://schemas.openxmlformats.org/officeDocument/2006/relationships/customXml" Target="../ink/ink218.xml"/><Relationship Id="rId104" Type="http://schemas.openxmlformats.org/officeDocument/2006/relationships/customXml" Target="../ink/ink245.xml"/><Relationship Id="rId125" Type="http://schemas.openxmlformats.org/officeDocument/2006/relationships/image" Target="../media/image255.png"/><Relationship Id="rId146" Type="http://schemas.openxmlformats.org/officeDocument/2006/relationships/customXml" Target="../ink/ink266.xml"/><Relationship Id="rId167" Type="http://schemas.openxmlformats.org/officeDocument/2006/relationships/image" Target="../media/image275.png"/><Relationship Id="rId188" Type="http://schemas.openxmlformats.org/officeDocument/2006/relationships/customXml" Target="../ink/ink287.xml"/><Relationship Id="rId311" Type="http://schemas.openxmlformats.org/officeDocument/2006/relationships/image" Target="../media/image347.png"/><Relationship Id="rId71" Type="http://schemas.openxmlformats.org/officeDocument/2006/relationships/image" Target="../media/image228.png"/><Relationship Id="rId92" Type="http://schemas.openxmlformats.org/officeDocument/2006/relationships/customXml" Target="../ink/ink239.xml"/><Relationship Id="rId213" Type="http://schemas.openxmlformats.org/officeDocument/2006/relationships/image" Target="../media/image298.png"/><Relationship Id="rId234" Type="http://schemas.openxmlformats.org/officeDocument/2006/relationships/customXml" Target="../ink/ink310.xml"/><Relationship Id="rId2" Type="http://schemas.openxmlformats.org/officeDocument/2006/relationships/customXml" Target="../ink/ink194.xml"/><Relationship Id="rId29" Type="http://schemas.openxmlformats.org/officeDocument/2006/relationships/image" Target="../media/image207.png"/><Relationship Id="rId255" Type="http://schemas.openxmlformats.org/officeDocument/2006/relationships/image" Target="../media/image319.png"/><Relationship Id="rId276" Type="http://schemas.openxmlformats.org/officeDocument/2006/relationships/customXml" Target="../ink/ink331.xml"/><Relationship Id="rId297" Type="http://schemas.openxmlformats.org/officeDocument/2006/relationships/image" Target="../media/image340.png"/><Relationship Id="rId40" Type="http://schemas.openxmlformats.org/officeDocument/2006/relationships/customXml" Target="../ink/ink213.xml"/><Relationship Id="rId115" Type="http://schemas.openxmlformats.org/officeDocument/2006/relationships/image" Target="../media/image250.png"/><Relationship Id="rId136" Type="http://schemas.openxmlformats.org/officeDocument/2006/relationships/customXml" Target="../ink/ink261.xml"/><Relationship Id="rId157" Type="http://schemas.openxmlformats.org/officeDocument/2006/relationships/image" Target="../media/image270.png"/><Relationship Id="rId178" Type="http://schemas.openxmlformats.org/officeDocument/2006/relationships/customXml" Target="../ink/ink282.xml"/><Relationship Id="rId301" Type="http://schemas.openxmlformats.org/officeDocument/2006/relationships/image" Target="../media/image342.png"/><Relationship Id="rId61" Type="http://schemas.openxmlformats.org/officeDocument/2006/relationships/image" Target="../media/image223.png"/><Relationship Id="rId82" Type="http://schemas.openxmlformats.org/officeDocument/2006/relationships/customXml" Target="../ink/ink234.xml"/><Relationship Id="rId199" Type="http://schemas.openxmlformats.org/officeDocument/2006/relationships/image" Target="../media/image291.png"/><Relationship Id="rId203" Type="http://schemas.openxmlformats.org/officeDocument/2006/relationships/image" Target="../media/image293.png"/><Relationship Id="rId19" Type="http://schemas.openxmlformats.org/officeDocument/2006/relationships/image" Target="../media/image202.png"/><Relationship Id="rId224" Type="http://schemas.openxmlformats.org/officeDocument/2006/relationships/customXml" Target="../ink/ink305.xml"/><Relationship Id="rId245" Type="http://schemas.openxmlformats.org/officeDocument/2006/relationships/image" Target="../media/image314.png"/><Relationship Id="rId266" Type="http://schemas.openxmlformats.org/officeDocument/2006/relationships/customXml" Target="../ink/ink326.xml"/><Relationship Id="rId287" Type="http://schemas.openxmlformats.org/officeDocument/2006/relationships/image" Target="../media/image335.png"/><Relationship Id="rId30" Type="http://schemas.openxmlformats.org/officeDocument/2006/relationships/customXml" Target="../ink/ink208.xml"/><Relationship Id="rId105" Type="http://schemas.openxmlformats.org/officeDocument/2006/relationships/image" Target="../media/image245.png"/><Relationship Id="rId126" Type="http://schemas.openxmlformats.org/officeDocument/2006/relationships/customXml" Target="../ink/ink256.xml"/><Relationship Id="rId147" Type="http://schemas.openxmlformats.org/officeDocument/2006/relationships/image" Target="../media/image266.png"/><Relationship Id="rId168" Type="http://schemas.openxmlformats.org/officeDocument/2006/relationships/customXml" Target="../ink/ink277.xml"/><Relationship Id="rId312" Type="http://schemas.openxmlformats.org/officeDocument/2006/relationships/customXml" Target="../ink/ink349.xml"/><Relationship Id="rId51" Type="http://schemas.openxmlformats.org/officeDocument/2006/relationships/image" Target="../media/image218.png"/><Relationship Id="rId72" Type="http://schemas.openxmlformats.org/officeDocument/2006/relationships/customXml" Target="../ink/ink229.xml"/><Relationship Id="rId93" Type="http://schemas.openxmlformats.org/officeDocument/2006/relationships/image" Target="../media/image239.png"/><Relationship Id="rId189" Type="http://schemas.openxmlformats.org/officeDocument/2006/relationships/image" Target="../media/image286.png"/><Relationship Id="rId3" Type="http://schemas.openxmlformats.org/officeDocument/2006/relationships/image" Target="../media/image194.png"/><Relationship Id="rId214" Type="http://schemas.openxmlformats.org/officeDocument/2006/relationships/customXml" Target="../ink/ink300.xml"/><Relationship Id="rId235" Type="http://schemas.openxmlformats.org/officeDocument/2006/relationships/image" Target="../media/image309.png"/><Relationship Id="rId256" Type="http://schemas.openxmlformats.org/officeDocument/2006/relationships/customXml" Target="../ink/ink321.xml"/><Relationship Id="rId277" Type="http://schemas.openxmlformats.org/officeDocument/2006/relationships/image" Target="../media/image330.png"/><Relationship Id="rId298" Type="http://schemas.openxmlformats.org/officeDocument/2006/relationships/customXml" Target="../ink/ink342.xml"/><Relationship Id="rId116" Type="http://schemas.openxmlformats.org/officeDocument/2006/relationships/customXml" Target="../ink/ink251.xml"/><Relationship Id="rId137" Type="http://schemas.openxmlformats.org/officeDocument/2006/relationships/image" Target="../media/image261.png"/><Relationship Id="rId158" Type="http://schemas.openxmlformats.org/officeDocument/2006/relationships/customXml" Target="../ink/ink272.xml"/><Relationship Id="rId302" Type="http://schemas.openxmlformats.org/officeDocument/2006/relationships/customXml" Target="../ink/ink344.xml"/><Relationship Id="rId20" Type="http://schemas.openxmlformats.org/officeDocument/2006/relationships/customXml" Target="../ink/ink203.xml"/><Relationship Id="rId41" Type="http://schemas.openxmlformats.org/officeDocument/2006/relationships/image" Target="../media/image213.png"/><Relationship Id="rId62" Type="http://schemas.openxmlformats.org/officeDocument/2006/relationships/customXml" Target="../ink/ink224.xml"/><Relationship Id="rId83" Type="http://schemas.openxmlformats.org/officeDocument/2006/relationships/image" Target="../media/image234.png"/><Relationship Id="rId179" Type="http://schemas.openxmlformats.org/officeDocument/2006/relationships/image" Target="../media/image281.png"/><Relationship Id="rId190" Type="http://schemas.openxmlformats.org/officeDocument/2006/relationships/customXml" Target="../ink/ink288.xml"/><Relationship Id="rId204" Type="http://schemas.openxmlformats.org/officeDocument/2006/relationships/customXml" Target="../ink/ink295.xml"/><Relationship Id="rId225" Type="http://schemas.openxmlformats.org/officeDocument/2006/relationships/image" Target="../media/image304.png"/><Relationship Id="rId246" Type="http://schemas.openxmlformats.org/officeDocument/2006/relationships/customXml" Target="../ink/ink316.xml"/><Relationship Id="rId267" Type="http://schemas.openxmlformats.org/officeDocument/2006/relationships/image" Target="../media/image325.png"/><Relationship Id="rId288" Type="http://schemas.openxmlformats.org/officeDocument/2006/relationships/customXml" Target="../ink/ink337.xml"/><Relationship Id="rId106" Type="http://schemas.openxmlformats.org/officeDocument/2006/relationships/customXml" Target="../ink/ink246.xml"/><Relationship Id="rId127" Type="http://schemas.openxmlformats.org/officeDocument/2006/relationships/image" Target="../media/image256.png"/><Relationship Id="rId313" Type="http://schemas.openxmlformats.org/officeDocument/2006/relationships/image" Target="../media/image348.png"/><Relationship Id="rId10" Type="http://schemas.openxmlformats.org/officeDocument/2006/relationships/customXml" Target="../ink/ink198.xml"/><Relationship Id="rId31" Type="http://schemas.openxmlformats.org/officeDocument/2006/relationships/image" Target="../media/image208.png"/><Relationship Id="rId52" Type="http://schemas.openxmlformats.org/officeDocument/2006/relationships/customXml" Target="../ink/ink219.xml"/><Relationship Id="rId73" Type="http://schemas.openxmlformats.org/officeDocument/2006/relationships/image" Target="../media/image229.png"/><Relationship Id="rId94" Type="http://schemas.openxmlformats.org/officeDocument/2006/relationships/customXml" Target="../ink/ink240.xml"/><Relationship Id="rId148" Type="http://schemas.openxmlformats.org/officeDocument/2006/relationships/customXml" Target="../ink/ink267.xml"/><Relationship Id="rId169" Type="http://schemas.openxmlformats.org/officeDocument/2006/relationships/image" Target="../media/image276.png"/><Relationship Id="rId4" Type="http://schemas.openxmlformats.org/officeDocument/2006/relationships/customXml" Target="../ink/ink195.xml"/><Relationship Id="rId180" Type="http://schemas.openxmlformats.org/officeDocument/2006/relationships/customXml" Target="../ink/ink283.xml"/><Relationship Id="rId215" Type="http://schemas.openxmlformats.org/officeDocument/2006/relationships/image" Target="../media/image299.png"/><Relationship Id="rId236" Type="http://schemas.openxmlformats.org/officeDocument/2006/relationships/customXml" Target="../ink/ink311.xml"/><Relationship Id="rId257" Type="http://schemas.openxmlformats.org/officeDocument/2006/relationships/image" Target="../media/image320.png"/><Relationship Id="rId278" Type="http://schemas.openxmlformats.org/officeDocument/2006/relationships/customXml" Target="../ink/ink332.xml"/><Relationship Id="rId303" Type="http://schemas.openxmlformats.org/officeDocument/2006/relationships/image" Target="../media/image343.png"/><Relationship Id="rId42" Type="http://schemas.openxmlformats.org/officeDocument/2006/relationships/customXml" Target="../ink/ink214.xml"/><Relationship Id="rId84" Type="http://schemas.openxmlformats.org/officeDocument/2006/relationships/customXml" Target="../ink/ink235.xml"/><Relationship Id="rId138" Type="http://schemas.openxmlformats.org/officeDocument/2006/relationships/customXml" Target="../ink/ink262.xml"/><Relationship Id="rId191" Type="http://schemas.openxmlformats.org/officeDocument/2006/relationships/image" Target="../media/image287.png"/><Relationship Id="rId205" Type="http://schemas.openxmlformats.org/officeDocument/2006/relationships/image" Target="../media/image294.png"/><Relationship Id="rId247" Type="http://schemas.openxmlformats.org/officeDocument/2006/relationships/image" Target="../media/image315.png"/><Relationship Id="rId107" Type="http://schemas.openxmlformats.org/officeDocument/2006/relationships/image" Target="../media/image246.png"/><Relationship Id="rId289" Type="http://schemas.openxmlformats.org/officeDocument/2006/relationships/image" Target="../media/image336.png"/><Relationship Id="rId11" Type="http://schemas.openxmlformats.org/officeDocument/2006/relationships/image" Target="../media/image198.png"/><Relationship Id="rId53" Type="http://schemas.openxmlformats.org/officeDocument/2006/relationships/image" Target="../media/image219.png"/><Relationship Id="rId149" Type="http://schemas.openxmlformats.org/officeDocument/2006/relationships/image" Target="../media/image18.png"/><Relationship Id="rId314" Type="http://schemas.openxmlformats.org/officeDocument/2006/relationships/customXml" Target="../ink/ink350.xml"/><Relationship Id="rId95" Type="http://schemas.openxmlformats.org/officeDocument/2006/relationships/image" Target="../media/image240.png"/><Relationship Id="rId160" Type="http://schemas.openxmlformats.org/officeDocument/2006/relationships/customXml" Target="../ink/ink273.xml"/><Relationship Id="rId216" Type="http://schemas.openxmlformats.org/officeDocument/2006/relationships/customXml" Target="../ink/ink301.xml"/><Relationship Id="rId258" Type="http://schemas.openxmlformats.org/officeDocument/2006/relationships/customXml" Target="../ink/ink322.xml"/><Relationship Id="rId22" Type="http://schemas.openxmlformats.org/officeDocument/2006/relationships/customXml" Target="../ink/ink204.xml"/><Relationship Id="rId64" Type="http://schemas.openxmlformats.org/officeDocument/2006/relationships/customXml" Target="../ink/ink225.xml"/><Relationship Id="rId118" Type="http://schemas.openxmlformats.org/officeDocument/2006/relationships/customXml" Target="../ink/ink252.xml"/><Relationship Id="rId171" Type="http://schemas.openxmlformats.org/officeDocument/2006/relationships/image" Target="../media/image277.png"/><Relationship Id="rId227" Type="http://schemas.openxmlformats.org/officeDocument/2006/relationships/image" Target="../media/image305.png"/><Relationship Id="rId269" Type="http://schemas.openxmlformats.org/officeDocument/2006/relationships/image" Target="../media/image326.png"/><Relationship Id="rId33" Type="http://schemas.openxmlformats.org/officeDocument/2006/relationships/image" Target="../media/image209.png"/><Relationship Id="rId129" Type="http://schemas.openxmlformats.org/officeDocument/2006/relationships/image" Target="../media/image257.png"/><Relationship Id="rId280" Type="http://schemas.openxmlformats.org/officeDocument/2006/relationships/customXml" Target="../ink/ink333.xml"/><Relationship Id="rId75" Type="http://schemas.openxmlformats.org/officeDocument/2006/relationships/image" Target="../media/image230.png"/><Relationship Id="rId140" Type="http://schemas.openxmlformats.org/officeDocument/2006/relationships/customXml" Target="../ink/ink263.xml"/><Relationship Id="rId182" Type="http://schemas.openxmlformats.org/officeDocument/2006/relationships/customXml" Target="../ink/ink284.xml"/><Relationship Id="rId6" Type="http://schemas.openxmlformats.org/officeDocument/2006/relationships/customXml" Target="../ink/ink196.xml"/><Relationship Id="rId238" Type="http://schemas.openxmlformats.org/officeDocument/2006/relationships/customXml" Target="../ink/ink312.xml"/><Relationship Id="rId291" Type="http://schemas.openxmlformats.org/officeDocument/2006/relationships/image" Target="../media/image337.png"/><Relationship Id="rId305" Type="http://schemas.openxmlformats.org/officeDocument/2006/relationships/image" Target="../media/image344.png"/><Relationship Id="rId44" Type="http://schemas.openxmlformats.org/officeDocument/2006/relationships/customXml" Target="../ink/ink215.xml"/><Relationship Id="rId86" Type="http://schemas.openxmlformats.org/officeDocument/2006/relationships/customXml" Target="../ink/ink236.xml"/><Relationship Id="rId151" Type="http://schemas.openxmlformats.org/officeDocument/2006/relationships/image" Target="../media/image267.png"/><Relationship Id="rId193" Type="http://schemas.openxmlformats.org/officeDocument/2006/relationships/image" Target="../media/image288.png"/><Relationship Id="rId207" Type="http://schemas.openxmlformats.org/officeDocument/2006/relationships/image" Target="../media/image295.png"/><Relationship Id="rId249" Type="http://schemas.openxmlformats.org/officeDocument/2006/relationships/image" Target="../media/image316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8.png"/><Relationship Id="rId21" Type="http://schemas.openxmlformats.org/officeDocument/2006/relationships/image" Target="../media/image360.png"/><Relationship Id="rId42" Type="http://schemas.openxmlformats.org/officeDocument/2006/relationships/customXml" Target="../ink/ink372.xml"/><Relationship Id="rId63" Type="http://schemas.openxmlformats.org/officeDocument/2006/relationships/image" Target="../media/image381.png"/><Relationship Id="rId84" Type="http://schemas.openxmlformats.org/officeDocument/2006/relationships/customXml" Target="../ink/ink393.xml"/><Relationship Id="rId138" Type="http://schemas.openxmlformats.org/officeDocument/2006/relationships/customXml" Target="../ink/ink420.xml"/><Relationship Id="rId159" Type="http://schemas.openxmlformats.org/officeDocument/2006/relationships/image" Target="../media/image429.png"/><Relationship Id="rId170" Type="http://schemas.openxmlformats.org/officeDocument/2006/relationships/customXml" Target="../ink/ink436.xml"/><Relationship Id="rId191" Type="http://schemas.openxmlformats.org/officeDocument/2006/relationships/image" Target="../media/image445.png"/><Relationship Id="rId205" Type="http://schemas.openxmlformats.org/officeDocument/2006/relationships/image" Target="../media/image452.png"/><Relationship Id="rId107" Type="http://schemas.openxmlformats.org/officeDocument/2006/relationships/image" Target="../media/image403.png"/><Relationship Id="rId11" Type="http://schemas.openxmlformats.org/officeDocument/2006/relationships/image" Target="../media/image355.png"/><Relationship Id="rId32" Type="http://schemas.openxmlformats.org/officeDocument/2006/relationships/customXml" Target="../ink/ink367.xml"/><Relationship Id="rId53" Type="http://schemas.openxmlformats.org/officeDocument/2006/relationships/image" Target="../media/image376.png"/><Relationship Id="rId74" Type="http://schemas.openxmlformats.org/officeDocument/2006/relationships/customXml" Target="../ink/ink388.xml"/><Relationship Id="rId128" Type="http://schemas.openxmlformats.org/officeDocument/2006/relationships/customXml" Target="../ink/ink415.xml"/><Relationship Id="rId149" Type="http://schemas.openxmlformats.org/officeDocument/2006/relationships/image" Target="../media/image424.png"/><Relationship Id="rId5" Type="http://schemas.openxmlformats.org/officeDocument/2006/relationships/image" Target="../media/image352.png"/><Relationship Id="rId95" Type="http://schemas.openxmlformats.org/officeDocument/2006/relationships/image" Target="../media/image397.png"/><Relationship Id="rId160" Type="http://schemas.openxmlformats.org/officeDocument/2006/relationships/customXml" Target="../ink/ink431.xml"/><Relationship Id="rId181" Type="http://schemas.openxmlformats.org/officeDocument/2006/relationships/image" Target="../media/image440.png"/><Relationship Id="rId216" Type="http://schemas.openxmlformats.org/officeDocument/2006/relationships/customXml" Target="../ink/ink459.xml"/><Relationship Id="rId22" Type="http://schemas.openxmlformats.org/officeDocument/2006/relationships/customXml" Target="../ink/ink362.xml"/><Relationship Id="rId43" Type="http://schemas.openxmlformats.org/officeDocument/2006/relationships/image" Target="../media/image371.png"/><Relationship Id="rId64" Type="http://schemas.openxmlformats.org/officeDocument/2006/relationships/customXml" Target="../ink/ink383.xml"/><Relationship Id="rId118" Type="http://schemas.openxmlformats.org/officeDocument/2006/relationships/customXml" Target="../ink/ink410.xml"/><Relationship Id="rId139" Type="http://schemas.openxmlformats.org/officeDocument/2006/relationships/image" Target="../media/image419.png"/><Relationship Id="rId85" Type="http://schemas.openxmlformats.org/officeDocument/2006/relationships/image" Target="../media/image392.png"/><Relationship Id="rId150" Type="http://schemas.openxmlformats.org/officeDocument/2006/relationships/customXml" Target="../ink/ink426.xml"/><Relationship Id="rId171" Type="http://schemas.openxmlformats.org/officeDocument/2006/relationships/image" Target="../media/image435.png"/><Relationship Id="rId192" Type="http://schemas.openxmlformats.org/officeDocument/2006/relationships/customXml" Target="../ink/ink447.xml"/><Relationship Id="rId206" Type="http://schemas.openxmlformats.org/officeDocument/2006/relationships/customXml" Target="../ink/ink454.xml"/><Relationship Id="rId12" Type="http://schemas.openxmlformats.org/officeDocument/2006/relationships/customXml" Target="../ink/ink357.xml"/><Relationship Id="rId33" Type="http://schemas.openxmlformats.org/officeDocument/2006/relationships/image" Target="../media/image366.png"/><Relationship Id="rId108" Type="http://schemas.openxmlformats.org/officeDocument/2006/relationships/customXml" Target="../ink/ink405.xml"/><Relationship Id="rId129" Type="http://schemas.openxmlformats.org/officeDocument/2006/relationships/image" Target="../media/image414.png"/><Relationship Id="rId54" Type="http://schemas.openxmlformats.org/officeDocument/2006/relationships/customXml" Target="../ink/ink378.xml"/><Relationship Id="rId75" Type="http://schemas.openxmlformats.org/officeDocument/2006/relationships/image" Target="../media/image387.png"/><Relationship Id="rId96" Type="http://schemas.openxmlformats.org/officeDocument/2006/relationships/customXml" Target="../ink/ink399.xml"/><Relationship Id="rId140" Type="http://schemas.openxmlformats.org/officeDocument/2006/relationships/customXml" Target="../ink/ink421.xml"/><Relationship Id="rId161" Type="http://schemas.openxmlformats.org/officeDocument/2006/relationships/image" Target="../media/image430.png"/><Relationship Id="rId182" Type="http://schemas.openxmlformats.org/officeDocument/2006/relationships/customXml" Target="../ink/ink442.xml"/><Relationship Id="rId217" Type="http://schemas.openxmlformats.org/officeDocument/2006/relationships/image" Target="../media/image458.png"/><Relationship Id="rId6" Type="http://schemas.openxmlformats.org/officeDocument/2006/relationships/customXml" Target="../ink/ink354.xml"/><Relationship Id="rId23" Type="http://schemas.openxmlformats.org/officeDocument/2006/relationships/image" Target="../media/image361.png"/><Relationship Id="rId119" Type="http://schemas.openxmlformats.org/officeDocument/2006/relationships/image" Target="../media/image409.png"/><Relationship Id="rId44" Type="http://schemas.openxmlformats.org/officeDocument/2006/relationships/customXml" Target="../ink/ink373.xml"/><Relationship Id="rId65" Type="http://schemas.openxmlformats.org/officeDocument/2006/relationships/image" Target="../media/image382.png"/><Relationship Id="rId86" Type="http://schemas.openxmlformats.org/officeDocument/2006/relationships/customXml" Target="../ink/ink394.xml"/><Relationship Id="rId130" Type="http://schemas.openxmlformats.org/officeDocument/2006/relationships/customXml" Target="../ink/ink416.xml"/><Relationship Id="rId151" Type="http://schemas.openxmlformats.org/officeDocument/2006/relationships/image" Target="../media/image425.png"/><Relationship Id="rId172" Type="http://schemas.openxmlformats.org/officeDocument/2006/relationships/customXml" Target="../ink/ink437.xml"/><Relationship Id="rId193" Type="http://schemas.openxmlformats.org/officeDocument/2006/relationships/image" Target="../media/image446.png"/><Relationship Id="rId207" Type="http://schemas.openxmlformats.org/officeDocument/2006/relationships/image" Target="../media/image453.png"/><Relationship Id="rId13" Type="http://schemas.openxmlformats.org/officeDocument/2006/relationships/image" Target="../media/image356.png"/><Relationship Id="rId109" Type="http://schemas.openxmlformats.org/officeDocument/2006/relationships/image" Target="../media/image404.png"/><Relationship Id="rId34" Type="http://schemas.openxmlformats.org/officeDocument/2006/relationships/customXml" Target="../ink/ink368.xml"/><Relationship Id="rId55" Type="http://schemas.openxmlformats.org/officeDocument/2006/relationships/image" Target="../media/image377.png"/><Relationship Id="rId76" Type="http://schemas.openxmlformats.org/officeDocument/2006/relationships/customXml" Target="../ink/ink389.xml"/><Relationship Id="rId97" Type="http://schemas.openxmlformats.org/officeDocument/2006/relationships/image" Target="../media/image398.png"/><Relationship Id="rId120" Type="http://schemas.openxmlformats.org/officeDocument/2006/relationships/customXml" Target="../ink/ink411.xml"/><Relationship Id="rId141" Type="http://schemas.openxmlformats.org/officeDocument/2006/relationships/image" Target="../media/image420.png"/><Relationship Id="rId7" Type="http://schemas.openxmlformats.org/officeDocument/2006/relationships/image" Target="../media/image353.png"/><Relationship Id="rId162" Type="http://schemas.openxmlformats.org/officeDocument/2006/relationships/customXml" Target="../ink/ink432.xml"/><Relationship Id="rId183" Type="http://schemas.openxmlformats.org/officeDocument/2006/relationships/image" Target="../media/image441.png"/><Relationship Id="rId24" Type="http://schemas.openxmlformats.org/officeDocument/2006/relationships/customXml" Target="../ink/ink363.xml"/><Relationship Id="rId45" Type="http://schemas.openxmlformats.org/officeDocument/2006/relationships/image" Target="../media/image372.png"/><Relationship Id="rId66" Type="http://schemas.openxmlformats.org/officeDocument/2006/relationships/customXml" Target="../ink/ink384.xml"/><Relationship Id="rId87" Type="http://schemas.openxmlformats.org/officeDocument/2006/relationships/image" Target="../media/image393.png"/><Relationship Id="rId110" Type="http://schemas.openxmlformats.org/officeDocument/2006/relationships/customXml" Target="../ink/ink406.xml"/><Relationship Id="rId131" Type="http://schemas.openxmlformats.org/officeDocument/2006/relationships/image" Target="../media/image415.png"/><Relationship Id="rId152" Type="http://schemas.openxmlformats.org/officeDocument/2006/relationships/customXml" Target="../ink/ink427.xml"/><Relationship Id="rId173" Type="http://schemas.openxmlformats.org/officeDocument/2006/relationships/image" Target="../media/image436.png"/><Relationship Id="rId194" Type="http://schemas.openxmlformats.org/officeDocument/2006/relationships/customXml" Target="../ink/ink448.xml"/><Relationship Id="rId208" Type="http://schemas.openxmlformats.org/officeDocument/2006/relationships/customXml" Target="../ink/ink455.xml"/><Relationship Id="rId14" Type="http://schemas.openxmlformats.org/officeDocument/2006/relationships/customXml" Target="../ink/ink358.xml"/><Relationship Id="rId30" Type="http://schemas.openxmlformats.org/officeDocument/2006/relationships/customXml" Target="../ink/ink366.xml"/><Relationship Id="rId35" Type="http://schemas.openxmlformats.org/officeDocument/2006/relationships/image" Target="../media/image367.png"/><Relationship Id="rId56" Type="http://schemas.openxmlformats.org/officeDocument/2006/relationships/customXml" Target="../ink/ink379.xml"/><Relationship Id="rId77" Type="http://schemas.openxmlformats.org/officeDocument/2006/relationships/image" Target="../media/image388.png"/><Relationship Id="rId100" Type="http://schemas.openxmlformats.org/officeDocument/2006/relationships/customXml" Target="../ink/ink401.xml"/><Relationship Id="rId105" Type="http://schemas.openxmlformats.org/officeDocument/2006/relationships/image" Target="../media/image402.png"/><Relationship Id="rId126" Type="http://schemas.openxmlformats.org/officeDocument/2006/relationships/customXml" Target="../ink/ink414.xml"/><Relationship Id="rId147" Type="http://schemas.openxmlformats.org/officeDocument/2006/relationships/image" Target="../media/image423.png"/><Relationship Id="rId168" Type="http://schemas.openxmlformats.org/officeDocument/2006/relationships/customXml" Target="../ink/ink435.xml"/><Relationship Id="rId8" Type="http://schemas.openxmlformats.org/officeDocument/2006/relationships/customXml" Target="../ink/ink355.xml"/><Relationship Id="rId51" Type="http://schemas.openxmlformats.org/officeDocument/2006/relationships/image" Target="../media/image375.png"/><Relationship Id="rId72" Type="http://schemas.openxmlformats.org/officeDocument/2006/relationships/customXml" Target="../ink/ink387.xml"/><Relationship Id="rId93" Type="http://schemas.openxmlformats.org/officeDocument/2006/relationships/image" Target="../media/image396.png"/><Relationship Id="rId98" Type="http://schemas.openxmlformats.org/officeDocument/2006/relationships/customXml" Target="../ink/ink400.xml"/><Relationship Id="rId121" Type="http://schemas.openxmlformats.org/officeDocument/2006/relationships/image" Target="../media/image410.png"/><Relationship Id="rId142" Type="http://schemas.openxmlformats.org/officeDocument/2006/relationships/customXml" Target="../ink/ink422.xml"/><Relationship Id="rId163" Type="http://schemas.openxmlformats.org/officeDocument/2006/relationships/image" Target="../media/image431.png"/><Relationship Id="rId184" Type="http://schemas.openxmlformats.org/officeDocument/2006/relationships/customXml" Target="../ink/ink443.xml"/><Relationship Id="rId189" Type="http://schemas.openxmlformats.org/officeDocument/2006/relationships/image" Target="../media/image444.png"/><Relationship Id="rId3" Type="http://schemas.openxmlformats.org/officeDocument/2006/relationships/image" Target="../media/image351.png"/><Relationship Id="rId214" Type="http://schemas.openxmlformats.org/officeDocument/2006/relationships/customXml" Target="../ink/ink458.xml"/><Relationship Id="rId25" Type="http://schemas.openxmlformats.org/officeDocument/2006/relationships/image" Target="../media/image362.png"/><Relationship Id="rId46" Type="http://schemas.openxmlformats.org/officeDocument/2006/relationships/customXml" Target="../ink/ink374.xml"/><Relationship Id="rId67" Type="http://schemas.openxmlformats.org/officeDocument/2006/relationships/image" Target="../media/image383.png"/><Relationship Id="rId116" Type="http://schemas.openxmlformats.org/officeDocument/2006/relationships/customXml" Target="../ink/ink409.xml"/><Relationship Id="rId137" Type="http://schemas.openxmlformats.org/officeDocument/2006/relationships/image" Target="../media/image418.png"/><Relationship Id="rId158" Type="http://schemas.openxmlformats.org/officeDocument/2006/relationships/customXml" Target="../ink/ink430.xml"/><Relationship Id="rId20" Type="http://schemas.openxmlformats.org/officeDocument/2006/relationships/customXml" Target="../ink/ink361.xml"/><Relationship Id="rId41" Type="http://schemas.openxmlformats.org/officeDocument/2006/relationships/image" Target="../media/image370.png"/><Relationship Id="rId62" Type="http://schemas.openxmlformats.org/officeDocument/2006/relationships/customXml" Target="../ink/ink382.xml"/><Relationship Id="rId83" Type="http://schemas.openxmlformats.org/officeDocument/2006/relationships/image" Target="../media/image391.png"/><Relationship Id="rId88" Type="http://schemas.openxmlformats.org/officeDocument/2006/relationships/customXml" Target="../ink/ink395.xml"/><Relationship Id="rId111" Type="http://schemas.openxmlformats.org/officeDocument/2006/relationships/image" Target="../media/image405.png"/><Relationship Id="rId132" Type="http://schemas.openxmlformats.org/officeDocument/2006/relationships/customXml" Target="../ink/ink417.xml"/><Relationship Id="rId153" Type="http://schemas.openxmlformats.org/officeDocument/2006/relationships/image" Target="../media/image426.png"/><Relationship Id="rId174" Type="http://schemas.openxmlformats.org/officeDocument/2006/relationships/customXml" Target="../ink/ink438.xml"/><Relationship Id="rId179" Type="http://schemas.openxmlformats.org/officeDocument/2006/relationships/image" Target="../media/image439.png"/><Relationship Id="rId195" Type="http://schemas.openxmlformats.org/officeDocument/2006/relationships/image" Target="../media/image447.png"/><Relationship Id="rId209" Type="http://schemas.openxmlformats.org/officeDocument/2006/relationships/image" Target="../media/image454.png"/><Relationship Id="rId190" Type="http://schemas.openxmlformats.org/officeDocument/2006/relationships/customXml" Target="../ink/ink446.xml"/><Relationship Id="rId204" Type="http://schemas.openxmlformats.org/officeDocument/2006/relationships/customXml" Target="../ink/ink453.xml"/><Relationship Id="rId15" Type="http://schemas.openxmlformats.org/officeDocument/2006/relationships/image" Target="../media/image357.png"/><Relationship Id="rId36" Type="http://schemas.openxmlformats.org/officeDocument/2006/relationships/customXml" Target="../ink/ink369.xml"/><Relationship Id="rId57" Type="http://schemas.openxmlformats.org/officeDocument/2006/relationships/image" Target="../media/image378.png"/><Relationship Id="rId106" Type="http://schemas.openxmlformats.org/officeDocument/2006/relationships/customXml" Target="../ink/ink404.xml"/><Relationship Id="rId127" Type="http://schemas.openxmlformats.org/officeDocument/2006/relationships/image" Target="../media/image413.png"/><Relationship Id="rId10" Type="http://schemas.openxmlformats.org/officeDocument/2006/relationships/customXml" Target="../ink/ink356.xml"/><Relationship Id="rId31" Type="http://schemas.openxmlformats.org/officeDocument/2006/relationships/image" Target="../media/image365.png"/><Relationship Id="rId52" Type="http://schemas.openxmlformats.org/officeDocument/2006/relationships/customXml" Target="../ink/ink377.xml"/><Relationship Id="rId73" Type="http://schemas.openxmlformats.org/officeDocument/2006/relationships/image" Target="../media/image386.png"/><Relationship Id="rId78" Type="http://schemas.openxmlformats.org/officeDocument/2006/relationships/customXml" Target="../ink/ink390.xml"/><Relationship Id="rId94" Type="http://schemas.openxmlformats.org/officeDocument/2006/relationships/customXml" Target="../ink/ink398.xml"/><Relationship Id="rId99" Type="http://schemas.openxmlformats.org/officeDocument/2006/relationships/image" Target="../media/image399.png"/><Relationship Id="rId101" Type="http://schemas.openxmlformats.org/officeDocument/2006/relationships/image" Target="../media/image400.png"/><Relationship Id="rId122" Type="http://schemas.openxmlformats.org/officeDocument/2006/relationships/customXml" Target="../ink/ink412.xml"/><Relationship Id="rId143" Type="http://schemas.openxmlformats.org/officeDocument/2006/relationships/image" Target="../media/image421.png"/><Relationship Id="rId148" Type="http://schemas.openxmlformats.org/officeDocument/2006/relationships/customXml" Target="../ink/ink425.xml"/><Relationship Id="rId164" Type="http://schemas.openxmlformats.org/officeDocument/2006/relationships/customXml" Target="../ink/ink433.xml"/><Relationship Id="rId169" Type="http://schemas.openxmlformats.org/officeDocument/2006/relationships/image" Target="../media/image434.png"/><Relationship Id="rId185" Type="http://schemas.openxmlformats.org/officeDocument/2006/relationships/image" Target="../media/image442.png"/><Relationship Id="rId4" Type="http://schemas.openxmlformats.org/officeDocument/2006/relationships/customXml" Target="../ink/ink353.xml"/><Relationship Id="rId9" Type="http://schemas.openxmlformats.org/officeDocument/2006/relationships/image" Target="../media/image354.png"/><Relationship Id="rId180" Type="http://schemas.openxmlformats.org/officeDocument/2006/relationships/customXml" Target="../ink/ink441.xml"/><Relationship Id="rId210" Type="http://schemas.openxmlformats.org/officeDocument/2006/relationships/customXml" Target="../ink/ink456.xml"/><Relationship Id="rId215" Type="http://schemas.openxmlformats.org/officeDocument/2006/relationships/image" Target="../media/image457.png"/><Relationship Id="rId26" Type="http://schemas.openxmlformats.org/officeDocument/2006/relationships/customXml" Target="../ink/ink364.xml"/><Relationship Id="rId47" Type="http://schemas.openxmlformats.org/officeDocument/2006/relationships/image" Target="../media/image373.png"/><Relationship Id="rId68" Type="http://schemas.openxmlformats.org/officeDocument/2006/relationships/customXml" Target="../ink/ink385.xml"/><Relationship Id="rId89" Type="http://schemas.openxmlformats.org/officeDocument/2006/relationships/image" Target="../media/image394.png"/><Relationship Id="rId112" Type="http://schemas.openxmlformats.org/officeDocument/2006/relationships/customXml" Target="../ink/ink407.xml"/><Relationship Id="rId133" Type="http://schemas.openxmlformats.org/officeDocument/2006/relationships/image" Target="../media/image416.png"/><Relationship Id="rId154" Type="http://schemas.openxmlformats.org/officeDocument/2006/relationships/customXml" Target="../ink/ink428.xml"/><Relationship Id="rId175" Type="http://schemas.openxmlformats.org/officeDocument/2006/relationships/image" Target="../media/image437.png"/><Relationship Id="rId196" Type="http://schemas.openxmlformats.org/officeDocument/2006/relationships/customXml" Target="../ink/ink449.xml"/><Relationship Id="rId200" Type="http://schemas.openxmlformats.org/officeDocument/2006/relationships/customXml" Target="../ink/ink451.xml"/><Relationship Id="rId16" Type="http://schemas.openxmlformats.org/officeDocument/2006/relationships/customXml" Target="../ink/ink359.xml"/><Relationship Id="rId37" Type="http://schemas.openxmlformats.org/officeDocument/2006/relationships/image" Target="../media/image368.png"/><Relationship Id="rId58" Type="http://schemas.openxmlformats.org/officeDocument/2006/relationships/customXml" Target="../ink/ink380.xml"/><Relationship Id="rId79" Type="http://schemas.openxmlformats.org/officeDocument/2006/relationships/image" Target="../media/image389.png"/><Relationship Id="rId102" Type="http://schemas.openxmlformats.org/officeDocument/2006/relationships/customXml" Target="../ink/ink402.xml"/><Relationship Id="rId123" Type="http://schemas.openxmlformats.org/officeDocument/2006/relationships/image" Target="../media/image411.png"/><Relationship Id="rId144" Type="http://schemas.openxmlformats.org/officeDocument/2006/relationships/customXml" Target="../ink/ink423.xml"/><Relationship Id="rId90" Type="http://schemas.openxmlformats.org/officeDocument/2006/relationships/customXml" Target="../ink/ink396.xml"/><Relationship Id="rId165" Type="http://schemas.openxmlformats.org/officeDocument/2006/relationships/image" Target="../media/image432.png"/><Relationship Id="rId186" Type="http://schemas.openxmlformats.org/officeDocument/2006/relationships/customXml" Target="../ink/ink444.xml"/><Relationship Id="rId211" Type="http://schemas.openxmlformats.org/officeDocument/2006/relationships/image" Target="../media/image455.png"/><Relationship Id="rId27" Type="http://schemas.openxmlformats.org/officeDocument/2006/relationships/image" Target="../media/image363.png"/><Relationship Id="rId48" Type="http://schemas.openxmlformats.org/officeDocument/2006/relationships/customXml" Target="../ink/ink375.xml"/><Relationship Id="rId69" Type="http://schemas.openxmlformats.org/officeDocument/2006/relationships/image" Target="../media/image384.png"/><Relationship Id="rId113" Type="http://schemas.openxmlformats.org/officeDocument/2006/relationships/image" Target="../media/image406.png"/><Relationship Id="rId134" Type="http://schemas.openxmlformats.org/officeDocument/2006/relationships/customXml" Target="../ink/ink418.xml"/><Relationship Id="rId80" Type="http://schemas.openxmlformats.org/officeDocument/2006/relationships/customXml" Target="../ink/ink391.xml"/><Relationship Id="rId155" Type="http://schemas.openxmlformats.org/officeDocument/2006/relationships/image" Target="../media/image427.png"/><Relationship Id="rId176" Type="http://schemas.openxmlformats.org/officeDocument/2006/relationships/customXml" Target="../ink/ink439.xml"/><Relationship Id="rId197" Type="http://schemas.openxmlformats.org/officeDocument/2006/relationships/image" Target="../media/image448.png"/><Relationship Id="rId201" Type="http://schemas.openxmlformats.org/officeDocument/2006/relationships/image" Target="../media/image450.png"/><Relationship Id="rId17" Type="http://schemas.openxmlformats.org/officeDocument/2006/relationships/image" Target="../media/image358.png"/><Relationship Id="rId38" Type="http://schemas.openxmlformats.org/officeDocument/2006/relationships/customXml" Target="../ink/ink370.xml"/><Relationship Id="rId59" Type="http://schemas.openxmlformats.org/officeDocument/2006/relationships/image" Target="../media/image379.png"/><Relationship Id="rId103" Type="http://schemas.openxmlformats.org/officeDocument/2006/relationships/image" Target="../media/image401.png"/><Relationship Id="rId124" Type="http://schemas.openxmlformats.org/officeDocument/2006/relationships/customXml" Target="../ink/ink413.xml"/><Relationship Id="rId70" Type="http://schemas.openxmlformats.org/officeDocument/2006/relationships/customXml" Target="../ink/ink386.xml"/><Relationship Id="rId91" Type="http://schemas.openxmlformats.org/officeDocument/2006/relationships/image" Target="../media/image395.png"/><Relationship Id="rId145" Type="http://schemas.openxmlformats.org/officeDocument/2006/relationships/image" Target="../media/image422.png"/><Relationship Id="rId166" Type="http://schemas.openxmlformats.org/officeDocument/2006/relationships/customXml" Target="../ink/ink434.xml"/><Relationship Id="rId187" Type="http://schemas.openxmlformats.org/officeDocument/2006/relationships/image" Target="../media/image44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57.xml"/><Relationship Id="rId28" Type="http://schemas.openxmlformats.org/officeDocument/2006/relationships/customXml" Target="../ink/ink365.xml"/><Relationship Id="rId49" Type="http://schemas.openxmlformats.org/officeDocument/2006/relationships/image" Target="../media/image374.png"/><Relationship Id="rId114" Type="http://schemas.openxmlformats.org/officeDocument/2006/relationships/customXml" Target="../ink/ink408.xml"/><Relationship Id="rId60" Type="http://schemas.openxmlformats.org/officeDocument/2006/relationships/customXml" Target="../ink/ink381.xml"/><Relationship Id="rId81" Type="http://schemas.openxmlformats.org/officeDocument/2006/relationships/image" Target="../media/image390.png"/><Relationship Id="rId135" Type="http://schemas.openxmlformats.org/officeDocument/2006/relationships/image" Target="../media/image417.png"/><Relationship Id="rId156" Type="http://schemas.openxmlformats.org/officeDocument/2006/relationships/customXml" Target="../ink/ink429.xml"/><Relationship Id="rId177" Type="http://schemas.openxmlformats.org/officeDocument/2006/relationships/image" Target="../media/image438.png"/><Relationship Id="rId198" Type="http://schemas.openxmlformats.org/officeDocument/2006/relationships/customXml" Target="../ink/ink450.xml"/><Relationship Id="rId202" Type="http://schemas.openxmlformats.org/officeDocument/2006/relationships/customXml" Target="../ink/ink452.xml"/><Relationship Id="rId18" Type="http://schemas.openxmlformats.org/officeDocument/2006/relationships/customXml" Target="../ink/ink360.xml"/><Relationship Id="rId39" Type="http://schemas.openxmlformats.org/officeDocument/2006/relationships/image" Target="../media/image369.png"/><Relationship Id="rId50" Type="http://schemas.openxmlformats.org/officeDocument/2006/relationships/customXml" Target="../ink/ink376.xml"/><Relationship Id="rId104" Type="http://schemas.openxmlformats.org/officeDocument/2006/relationships/customXml" Target="../ink/ink403.xml"/><Relationship Id="rId125" Type="http://schemas.openxmlformats.org/officeDocument/2006/relationships/image" Target="../media/image412.png"/><Relationship Id="rId146" Type="http://schemas.openxmlformats.org/officeDocument/2006/relationships/customXml" Target="../ink/ink424.xml"/><Relationship Id="rId167" Type="http://schemas.openxmlformats.org/officeDocument/2006/relationships/image" Target="../media/image433.png"/><Relationship Id="rId188" Type="http://schemas.openxmlformats.org/officeDocument/2006/relationships/customXml" Target="../ink/ink445.xml"/><Relationship Id="rId71" Type="http://schemas.openxmlformats.org/officeDocument/2006/relationships/image" Target="../media/image385.png"/><Relationship Id="rId92" Type="http://schemas.openxmlformats.org/officeDocument/2006/relationships/customXml" Target="../ink/ink397.xml"/><Relationship Id="rId213" Type="http://schemas.openxmlformats.org/officeDocument/2006/relationships/image" Target="../media/image456.png"/><Relationship Id="rId2" Type="http://schemas.openxmlformats.org/officeDocument/2006/relationships/customXml" Target="../ink/ink352.xml"/><Relationship Id="rId29" Type="http://schemas.openxmlformats.org/officeDocument/2006/relationships/image" Target="../media/image364.png"/><Relationship Id="rId40" Type="http://schemas.openxmlformats.org/officeDocument/2006/relationships/customXml" Target="../ink/ink371.xml"/><Relationship Id="rId115" Type="http://schemas.openxmlformats.org/officeDocument/2006/relationships/image" Target="../media/image407.png"/><Relationship Id="rId136" Type="http://schemas.openxmlformats.org/officeDocument/2006/relationships/customXml" Target="../ink/ink419.xml"/><Relationship Id="rId157" Type="http://schemas.openxmlformats.org/officeDocument/2006/relationships/image" Target="../media/image428.png"/><Relationship Id="rId178" Type="http://schemas.openxmlformats.org/officeDocument/2006/relationships/customXml" Target="../ink/ink440.xml"/><Relationship Id="rId61" Type="http://schemas.openxmlformats.org/officeDocument/2006/relationships/image" Target="../media/image380.png"/><Relationship Id="rId82" Type="http://schemas.openxmlformats.org/officeDocument/2006/relationships/customXml" Target="../ink/ink392.xml"/><Relationship Id="rId199" Type="http://schemas.openxmlformats.org/officeDocument/2006/relationships/image" Target="../media/image449.png"/><Relationship Id="rId203" Type="http://schemas.openxmlformats.org/officeDocument/2006/relationships/image" Target="../media/image451.png"/><Relationship Id="rId19" Type="http://schemas.openxmlformats.org/officeDocument/2006/relationships/image" Target="../media/image3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0D599EA2-334C-9012-0B28-4DBB280A1CDA}"/>
              </a:ext>
            </a:extLst>
          </p:cNvPr>
          <p:cNvGrpSpPr/>
          <p:nvPr/>
        </p:nvGrpSpPr>
        <p:grpSpPr>
          <a:xfrm>
            <a:off x="1390065" y="396375"/>
            <a:ext cx="1901880" cy="1247760"/>
            <a:chOff x="1390065" y="396375"/>
            <a:chExt cx="1901880" cy="12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E145D73-92EF-AC7C-D874-F56DDC509D1C}"/>
                    </a:ext>
                  </a:extLst>
                </p14:cNvPr>
                <p14:cNvContentPartPr/>
                <p14:nvPr/>
              </p14:nvContentPartPr>
              <p14:xfrm>
                <a:off x="1390065" y="396375"/>
                <a:ext cx="380520" cy="1247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E145D73-92EF-AC7C-D874-F56DDC509D1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83945" y="390255"/>
                  <a:ext cx="392760" cy="12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D0724B9-0DBA-B9AB-3E82-227DF3FF7EF4}"/>
                    </a:ext>
                  </a:extLst>
                </p14:cNvPr>
                <p14:cNvContentPartPr/>
                <p14:nvPr/>
              </p14:nvContentPartPr>
              <p14:xfrm>
                <a:off x="1976505" y="813615"/>
                <a:ext cx="704160" cy="466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D0724B9-0DBA-B9AB-3E82-227DF3FF7E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70385" y="807495"/>
                  <a:ext cx="71640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993712C-9992-EDC5-0F45-81BF56A0536B}"/>
                    </a:ext>
                  </a:extLst>
                </p14:cNvPr>
                <p14:cNvContentPartPr/>
                <p14:nvPr/>
              </p14:nvContentPartPr>
              <p14:xfrm>
                <a:off x="2703345" y="598695"/>
                <a:ext cx="180720" cy="816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993712C-9992-EDC5-0F45-81BF56A0536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97225" y="592575"/>
                  <a:ext cx="19296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01985F2-9BD9-CFFA-3301-305C0DBAFB26}"/>
                    </a:ext>
                  </a:extLst>
                </p14:cNvPr>
                <p14:cNvContentPartPr/>
                <p14:nvPr/>
              </p14:nvContentPartPr>
              <p14:xfrm>
                <a:off x="2849145" y="828375"/>
                <a:ext cx="442800" cy="408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01985F2-9BD9-CFFA-3301-305C0DBAFB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43025" y="822255"/>
                  <a:ext cx="455040" cy="42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9E5892-36F9-AE49-9738-2F3ACC4E2219}"/>
              </a:ext>
            </a:extLst>
          </p:cNvPr>
          <p:cNvGrpSpPr/>
          <p:nvPr/>
        </p:nvGrpSpPr>
        <p:grpSpPr>
          <a:xfrm>
            <a:off x="3830145" y="708855"/>
            <a:ext cx="571680" cy="474840"/>
            <a:chOff x="3830145" y="708855"/>
            <a:chExt cx="571680" cy="47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8274B63-67C4-2533-5FE1-772B46C8DE69}"/>
                    </a:ext>
                  </a:extLst>
                </p14:cNvPr>
                <p14:cNvContentPartPr/>
                <p14:nvPr/>
              </p14:nvContentPartPr>
              <p14:xfrm>
                <a:off x="3830145" y="708855"/>
                <a:ext cx="49680" cy="92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274B63-67C4-2533-5FE1-772B46C8DE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24025" y="702735"/>
                  <a:ext cx="61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2906A37-CCD6-96B9-0390-5D880A7717AF}"/>
                    </a:ext>
                  </a:extLst>
                </p14:cNvPr>
                <p14:cNvContentPartPr/>
                <p14:nvPr/>
              </p14:nvContentPartPr>
              <p14:xfrm>
                <a:off x="3830145" y="1167855"/>
                <a:ext cx="45000" cy="1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2906A37-CCD6-96B9-0390-5D880A7717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24025" y="1161735"/>
                  <a:ext cx="57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DEDF0F-E86A-3CC2-0F64-8E10A6EE996B}"/>
                    </a:ext>
                  </a:extLst>
                </p14:cNvPr>
                <p14:cNvContentPartPr/>
                <p14:nvPr/>
              </p14:nvContentPartPr>
              <p14:xfrm>
                <a:off x="4095105" y="1011255"/>
                <a:ext cx="306720" cy="40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DEDF0F-E86A-3CC2-0F64-8E10A6EE99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88985" y="1005135"/>
                  <a:ext cx="3189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551098-FD49-75EB-E2E2-C3594E70FD8E}"/>
              </a:ext>
            </a:extLst>
          </p:cNvPr>
          <p:cNvGrpSpPr/>
          <p:nvPr/>
        </p:nvGrpSpPr>
        <p:grpSpPr>
          <a:xfrm>
            <a:off x="5290305" y="481335"/>
            <a:ext cx="1455840" cy="1271520"/>
            <a:chOff x="5290305" y="481335"/>
            <a:chExt cx="1455840" cy="12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D6BC98-AAAB-26F7-B14E-4DDC302C85A1}"/>
                    </a:ext>
                  </a:extLst>
                </p14:cNvPr>
                <p14:cNvContentPartPr/>
                <p14:nvPr/>
              </p14:nvContentPartPr>
              <p14:xfrm>
                <a:off x="5290305" y="481335"/>
                <a:ext cx="486720" cy="1271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D6BC98-AAAB-26F7-B14E-4DDC302C85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84185" y="475215"/>
                  <a:ext cx="498960" cy="12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500320-960E-7D45-3247-FBF132C13581}"/>
                    </a:ext>
                  </a:extLst>
                </p14:cNvPr>
                <p14:cNvContentPartPr/>
                <p14:nvPr/>
              </p14:nvContentPartPr>
              <p14:xfrm>
                <a:off x="5850825" y="816855"/>
                <a:ext cx="213480" cy="393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500320-960E-7D45-3247-FBF132C1358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44705" y="810735"/>
                  <a:ext cx="2257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C80661-5000-09CE-87AE-12AE01B442F9}"/>
                    </a:ext>
                  </a:extLst>
                </p14:cNvPr>
                <p14:cNvContentPartPr/>
                <p14:nvPr/>
              </p14:nvContentPartPr>
              <p14:xfrm>
                <a:off x="6198225" y="705615"/>
                <a:ext cx="306720" cy="412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C80661-5000-09CE-87AE-12AE01B442F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92105" y="699495"/>
                  <a:ext cx="31896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CC12D94-2DE8-1ABB-E916-1AAF595D36A9}"/>
                    </a:ext>
                  </a:extLst>
                </p14:cNvPr>
                <p14:cNvContentPartPr/>
                <p14:nvPr/>
              </p14:nvContentPartPr>
              <p14:xfrm>
                <a:off x="6531945" y="1013415"/>
                <a:ext cx="214200" cy="277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CC12D94-2DE8-1ABB-E916-1AAF595D36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25825" y="1007295"/>
                  <a:ext cx="22644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F616A6-832E-E358-1607-9B57FD9B8019}"/>
              </a:ext>
            </a:extLst>
          </p:cNvPr>
          <p:cNvGrpSpPr/>
          <p:nvPr/>
        </p:nvGrpSpPr>
        <p:grpSpPr>
          <a:xfrm>
            <a:off x="7947105" y="491775"/>
            <a:ext cx="2099160" cy="587880"/>
            <a:chOff x="7947105" y="491775"/>
            <a:chExt cx="2099160" cy="58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FA22963-2C6D-3769-173A-21CA61E2A68E}"/>
                    </a:ext>
                  </a:extLst>
                </p14:cNvPr>
                <p14:cNvContentPartPr/>
                <p14:nvPr/>
              </p14:nvContentPartPr>
              <p14:xfrm>
                <a:off x="7947105" y="649095"/>
                <a:ext cx="482400" cy="425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FA22963-2C6D-3769-173A-21CA61E2A68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40985" y="642975"/>
                  <a:ext cx="49464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583B2AF-B0FD-057D-E83E-3C1EFBA44034}"/>
                    </a:ext>
                  </a:extLst>
                </p14:cNvPr>
                <p14:cNvContentPartPr/>
                <p14:nvPr/>
              </p14:nvContentPartPr>
              <p14:xfrm>
                <a:off x="8647665" y="491775"/>
                <a:ext cx="609480" cy="434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583B2AF-B0FD-057D-E83E-3C1EFBA440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41545" y="485655"/>
                  <a:ext cx="62172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9AA4DC-F43F-7A91-06B1-B5464D6C9ABA}"/>
                    </a:ext>
                  </a:extLst>
                </p14:cNvPr>
                <p14:cNvContentPartPr/>
                <p14:nvPr/>
              </p14:nvContentPartPr>
              <p14:xfrm>
                <a:off x="9246705" y="718215"/>
                <a:ext cx="9360" cy="11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9AA4DC-F43F-7A91-06B1-B5464D6C9A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40585" y="712095"/>
                  <a:ext cx="216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1B895CD-CB8D-09CF-555B-6DA3E0E35F9C}"/>
                    </a:ext>
                  </a:extLst>
                </p14:cNvPr>
                <p14:cNvContentPartPr/>
                <p14:nvPr/>
              </p14:nvContentPartPr>
              <p14:xfrm>
                <a:off x="9316545" y="508335"/>
                <a:ext cx="15120" cy="66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1B895CD-CB8D-09CF-555B-6DA3E0E35F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10425" y="502215"/>
                  <a:ext cx="273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511946-780B-530E-1161-243CD81633EC}"/>
                    </a:ext>
                  </a:extLst>
                </p14:cNvPr>
                <p14:cNvContentPartPr/>
                <p14:nvPr/>
              </p14:nvContentPartPr>
              <p14:xfrm>
                <a:off x="9505185" y="509775"/>
                <a:ext cx="209160" cy="423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511946-780B-530E-1161-243CD81633E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99065" y="503655"/>
                  <a:ext cx="2214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08510E0-0532-B26C-6202-AAF323952952}"/>
                    </a:ext>
                  </a:extLst>
                </p14:cNvPr>
                <p14:cNvContentPartPr/>
                <p14:nvPr/>
              </p14:nvContentPartPr>
              <p14:xfrm>
                <a:off x="9773745" y="720375"/>
                <a:ext cx="272520" cy="359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08510E0-0532-B26C-6202-AAF3239529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67625" y="714255"/>
                  <a:ext cx="284760" cy="37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E45ECAA-B896-3703-4ECA-E33F2FF97509}"/>
                  </a:ext>
                </a:extLst>
              </p14:cNvPr>
              <p14:cNvContentPartPr/>
              <p14:nvPr/>
            </p14:nvContentPartPr>
            <p14:xfrm>
              <a:off x="10481145" y="934215"/>
              <a:ext cx="12960" cy="21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E45ECAA-B896-3703-4ECA-E33F2FF9750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475025" y="928095"/>
                <a:ext cx="252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D4FDD32-006E-CBA9-6598-7392B619FC03}"/>
                  </a:ext>
                </a:extLst>
              </p14:cNvPr>
              <p14:cNvContentPartPr/>
              <p14:nvPr/>
            </p14:nvContentPartPr>
            <p14:xfrm>
              <a:off x="5177265" y="1917735"/>
              <a:ext cx="1090080" cy="60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D4FDD32-006E-CBA9-6598-7392B619FC0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71145" y="1911615"/>
                <a:ext cx="11023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2C7447C-A3AE-BB1E-7136-E2682FB5D88A}"/>
                  </a:ext>
                </a:extLst>
              </p14:cNvPr>
              <p14:cNvContentPartPr/>
              <p14:nvPr/>
            </p14:nvContentPartPr>
            <p14:xfrm>
              <a:off x="8068065" y="1778055"/>
              <a:ext cx="1378800" cy="49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2C7447C-A3AE-BB1E-7136-E2682FB5D88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061945" y="1771935"/>
                <a:ext cx="139104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A3EA8236-DC38-AAEF-8A38-51676D3BC1D5}"/>
              </a:ext>
            </a:extLst>
          </p:cNvPr>
          <p:cNvGrpSpPr/>
          <p:nvPr/>
        </p:nvGrpSpPr>
        <p:grpSpPr>
          <a:xfrm>
            <a:off x="1225545" y="2547375"/>
            <a:ext cx="1765800" cy="1491120"/>
            <a:chOff x="1225545" y="2547375"/>
            <a:chExt cx="1765800" cy="149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673AFBA-C662-250D-4074-FDB8ADE12478}"/>
                    </a:ext>
                  </a:extLst>
                </p14:cNvPr>
                <p14:cNvContentPartPr/>
                <p14:nvPr/>
              </p14:nvContentPartPr>
              <p14:xfrm>
                <a:off x="1225545" y="2547375"/>
                <a:ext cx="406080" cy="1491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673AFBA-C662-250D-4074-FDB8ADE124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19425" y="2541255"/>
                  <a:ext cx="418320" cy="15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027E9A-BA31-3354-FC6D-60239FF8F7C7}"/>
                    </a:ext>
                  </a:extLst>
                </p14:cNvPr>
                <p14:cNvContentPartPr/>
                <p14:nvPr/>
              </p14:nvContentPartPr>
              <p14:xfrm>
                <a:off x="1809105" y="3166575"/>
                <a:ext cx="167040" cy="255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027E9A-BA31-3354-FC6D-60239FF8F7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02985" y="3160455"/>
                  <a:ext cx="1792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6335982-3125-2041-7D77-C55B03E8D239}"/>
                    </a:ext>
                  </a:extLst>
                </p14:cNvPr>
                <p14:cNvContentPartPr/>
                <p14:nvPr/>
              </p14:nvContentPartPr>
              <p14:xfrm>
                <a:off x="2052825" y="3076935"/>
                <a:ext cx="322560" cy="259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6335982-3125-2041-7D77-C55B03E8D2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46705" y="3070815"/>
                  <a:ext cx="334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52D878-9733-B096-F114-31BA8A7BB409}"/>
                    </a:ext>
                  </a:extLst>
                </p14:cNvPr>
                <p14:cNvContentPartPr/>
                <p14:nvPr/>
              </p14:nvContentPartPr>
              <p14:xfrm>
                <a:off x="2654385" y="3083055"/>
                <a:ext cx="41040" cy="61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52D878-9733-B096-F114-31BA8A7BB40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48265" y="3076935"/>
                  <a:ext cx="53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D98E2DA-FC5F-9B6F-2803-81DA9BF36196}"/>
                    </a:ext>
                  </a:extLst>
                </p14:cNvPr>
                <p14:cNvContentPartPr/>
                <p14:nvPr/>
              </p14:nvContentPartPr>
              <p14:xfrm>
                <a:off x="2538465" y="3462855"/>
                <a:ext cx="45000" cy="37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D98E2DA-FC5F-9B6F-2803-81DA9BF3619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32345" y="3456735"/>
                  <a:ext cx="57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51C29E-0097-BA78-5E11-31A8446AAAD2}"/>
                    </a:ext>
                  </a:extLst>
                </p14:cNvPr>
                <p14:cNvContentPartPr/>
                <p14:nvPr/>
              </p14:nvContentPartPr>
              <p14:xfrm>
                <a:off x="2891625" y="3290055"/>
                <a:ext cx="99720" cy="46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51C29E-0097-BA78-5E11-31A8446AAAD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85505" y="3283935"/>
                  <a:ext cx="11196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A7C8BA4-E28C-3B46-BC02-197D115339C1}"/>
              </a:ext>
            </a:extLst>
          </p:cNvPr>
          <p:cNvGrpSpPr/>
          <p:nvPr/>
        </p:nvGrpSpPr>
        <p:grpSpPr>
          <a:xfrm>
            <a:off x="3442425" y="2793975"/>
            <a:ext cx="1540800" cy="413280"/>
            <a:chOff x="3442425" y="2793975"/>
            <a:chExt cx="154080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3762ED-B75B-EBB0-893A-90701680FF73}"/>
                    </a:ext>
                  </a:extLst>
                </p14:cNvPr>
                <p14:cNvContentPartPr/>
                <p14:nvPr/>
              </p14:nvContentPartPr>
              <p14:xfrm>
                <a:off x="3442425" y="2845455"/>
                <a:ext cx="397080" cy="361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3762ED-B75B-EBB0-893A-90701680FF7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36305" y="2839335"/>
                  <a:ext cx="4093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EEF827C-6313-4640-D42D-9A5C110C9D6B}"/>
                    </a:ext>
                  </a:extLst>
                </p14:cNvPr>
                <p14:cNvContentPartPr/>
                <p14:nvPr/>
              </p14:nvContentPartPr>
              <p14:xfrm>
                <a:off x="3976305" y="2793975"/>
                <a:ext cx="1006920" cy="334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EEF827C-6313-4640-D42D-9A5C110C9D6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70185" y="2787855"/>
                  <a:ext cx="101916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6B21A4C-85CB-444E-6184-C15063F3E814}"/>
              </a:ext>
            </a:extLst>
          </p:cNvPr>
          <p:cNvGrpSpPr/>
          <p:nvPr/>
        </p:nvGrpSpPr>
        <p:grpSpPr>
          <a:xfrm>
            <a:off x="5642745" y="2720175"/>
            <a:ext cx="622800" cy="419760"/>
            <a:chOff x="5642745" y="2720175"/>
            <a:chExt cx="622800" cy="41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C847E80-E890-9C3A-774B-BD3828F0465E}"/>
                    </a:ext>
                  </a:extLst>
                </p14:cNvPr>
                <p14:cNvContentPartPr/>
                <p14:nvPr/>
              </p14:nvContentPartPr>
              <p14:xfrm>
                <a:off x="5685225" y="2720175"/>
                <a:ext cx="68760" cy="419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C847E80-E890-9C3A-774B-BD3828F0465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79105" y="2714055"/>
                  <a:ext cx="8100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45C80F7-12A0-12BB-3135-B271E7F23D31}"/>
                    </a:ext>
                  </a:extLst>
                </p14:cNvPr>
                <p14:cNvContentPartPr/>
                <p14:nvPr/>
              </p14:nvContentPartPr>
              <p14:xfrm>
                <a:off x="5642745" y="2933655"/>
                <a:ext cx="622800" cy="156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45C80F7-12A0-12BB-3135-B271E7F23D3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36625" y="2927535"/>
                  <a:ext cx="63504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F2B0EE4-524D-801A-153F-817A730FDA20}"/>
              </a:ext>
            </a:extLst>
          </p:cNvPr>
          <p:cNvGrpSpPr/>
          <p:nvPr/>
        </p:nvGrpSpPr>
        <p:grpSpPr>
          <a:xfrm>
            <a:off x="7037745" y="2745735"/>
            <a:ext cx="978480" cy="310320"/>
            <a:chOff x="7037745" y="2745735"/>
            <a:chExt cx="97848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CC10B3E-C7C1-3C73-39DD-D3C39F943DBE}"/>
                    </a:ext>
                  </a:extLst>
                </p14:cNvPr>
                <p14:cNvContentPartPr/>
                <p14:nvPr/>
              </p14:nvContentPartPr>
              <p14:xfrm>
                <a:off x="7037745" y="2795055"/>
                <a:ext cx="243360" cy="261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CC10B3E-C7C1-3C73-39DD-D3C39F943DB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31625" y="2788935"/>
                  <a:ext cx="255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BA158F-E261-3E5A-6192-271B981FF356}"/>
                    </a:ext>
                  </a:extLst>
                </p14:cNvPr>
                <p14:cNvContentPartPr/>
                <p14:nvPr/>
              </p14:nvContentPartPr>
              <p14:xfrm>
                <a:off x="7499985" y="2786415"/>
                <a:ext cx="160200" cy="211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BA158F-E261-3E5A-6192-271B981FF35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93865" y="2780295"/>
                  <a:ext cx="172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822108-177B-7CE3-6A65-D421341B54AE}"/>
                    </a:ext>
                  </a:extLst>
                </p14:cNvPr>
                <p14:cNvContentPartPr/>
                <p14:nvPr/>
              </p14:nvContentPartPr>
              <p14:xfrm>
                <a:off x="7835505" y="2745735"/>
                <a:ext cx="180720" cy="249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822108-177B-7CE3-6A65-D421341B54A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29385" y="2739615"/>
                  <a:ext cx="192960" cy="26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8C254AA-F486-367F-9AF9-687A8E8A164B}"/>
                  </a:ext>
                </a:extLst>
              </p14:cNvPr>
              <p14:cNvContentPartPr/>
              <p14:nvPr/>
            </p14:nvContentPartPr>
            <p14:xfrm>
              <a:off x="8934585" y="2499855"/>
              <a:ext cx="46080" cy="187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8C254AA-F486-367F-9AF9-687A8E8A164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28465" y="2493735"/>
                <a:ext cx="5832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25556CCF-1666-BDE2-12F1-C387D2A858CB}"/>
              </a:ext>
            </a:extLst>
          </p:cNvPr>
          <p:cNvGrpSpPr/>
          <p:nvPr/>
        </p:nvGrpSpPr>
        <p:grpSpPr>
          <a:xfrm>
            <a:off x="8652705" y="2704695"/>
            <a:ext cx="693720" cy="298440"/>
            <a:chOff x="8652705" y="2704695"/>
            <a:chExt cx="6937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7AF91D2-E2E5-6383-0A98-00CB27AA1B82}"/>
                    </a:ext>
                  </a:extLst>
                </p14:cNvPr>
                <p14:cNvContentPartPr/>
                <p14:nvPr/>
              </p14:nvContentPartPr>
              <p14:xfrm>
                <a:off x="8652705" y="2798655"/>
                <a:ext cx="59400" cy="204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7AF91D2-E2E5-6383-0A98-00CB27AA1B8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46585" y="2792535"/>
                  <a:ext cx="71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D4C221D-4BC9-293B-1B11-8FA357B7E728}"/>
                    </a:ext>
                  </a:extLst>
                </p14:cNvPr>
                <p14:cNvContentPartPr/>
                <p14:nvPr/>
              </p14:nvContentPartPr>
              <p14:xfrm>
                <a:off x="9135825" y="2704695"/>
                <a:ext cx="77040" cy="267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D4C221D-4BC9-293B-1B11-8FA357B7E72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29705" y="2698575"/>
                  <a:ext cx="892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7D7F9AB-4BDE-6BC5-7AC4-99BEFB4D96CE}"/>
                    </a:ext>
                  </a:extLst>
                </p14:cNvPr>
                <p14:cNvContentPartPr/>
                <p14:nvPr/>
              </p14:nvContentPartPr>
              <p14:xfrm>
                <a:off x="8983905" y="2764455"/>
                <a:ext cx="362520" cy="60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7D7F9AB-4BDE-6BC5-7AC4-99BEFB4D96C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77785" y="2758335"/>
                  <a:ext cx="3747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BFF16C9-D873-75AB-52D6-3193219D5021}"/>
              </a:ext>
            </a:extLst>
          </p:cNvPr>
          <p:cNvGrpSpPr/>
          <p:nvPr/>
        </p:nvGrpSpPr>
        <p:grpSpPr>
          <a:xfrm>
            <a:off x="3236865" y="3700455"/>
            <a:ext cx="835560" cy="482760"/>
            <a:chOff x="3236865" y="3700455"/>
            <a:chExt cx="83556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9F0C633-4EF4-110B-8448-4ECAF2E6861D}"/>
                    </a:ext>
                  </a:extLst>
                </p14:cNvPr>
                <p14:cNvContentPartPr/>
                <p14:nvPr/>
              </p14:nvContentPartPr>
              <p14:xfrm>
                <a:off x="3256305" y="3700455"/>
                <a:ext cx="61920" cy="28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9F0C633-4EF4-110B-8448-4ECAF2E6861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50185" y="3694335"/>
                  <a:ext cx="74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28DF7D3-D506-ABF7-DF0C-9BE5CE2E5DC5}"/>
                    </a:ext>
                  </a:extLst>
                </p14:cNvPr>
                <p14:cNvContentPartPr/>
                <p14:nvPr/>
              </p14:nvContentPartPr>
              <p14:xfrm>
                <a:off x="3236865" y="4102575"/>
                <a:ext cx="93960" cy="80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28DF7D3-D506-ABF7-DF0C-9BE5CE2E5DC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230745" y="4096455"/>
                  <a:ext cx="106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025D7A-4E6E-7067-B706-1638F6C531F0}"/>
                    </a:ext>
                  </a:extLst>
                </p14:cNvPr>
                <p14:cNvContentPartPr/>
                <p14:nvPr/>
              </p14:nvContentPartPr>
              <p14:xfrm>
                <a:off x="3684705" y="3883335"/>
                <a:ext cx="387720" cy="93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025D7A-4E6E-7067-B706-1638F6C531F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78585" y="3877215"/>
                  <a:ext cx="39996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7E5F885-8998-B17A-5EB8-903A62B37E51}"/>
              </a:ext>
            </a:extLst>
          </p:cNvPr>
          <p:cNvGrpSpPr/>
          <p:nvPr/>
        </p:nvGrpSpPr>
        <p:grpSpPr>
          <a:xfrm>
            <a:off x="4629345" y="3358815"/>
            <a:ext cx="1442520" cy="623160"/>
            <a:chOff x="4629345" y="3358815"/>
            <a:chExt cx="1442520" cy="62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67A9A67-715D-F50E-1F5B-B0F42BC6BDF0}"/>
                    </a:ext>
                  </a:extLst>
                </p14:cNvPr>
                <p14:cNvContentPartPr/>
                <p14:nvPr/>
              </p14:nvContentPartPr>
              <p14:xfrm>
                <a:off x="4629345" y="3582375"/>
                <a:ext cx="330120" cy="399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67A9A67-715D-F50E-1F5B-B0F42BC6BD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23225" y="3576255"/>
                  <a:ext cx="342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ABFE86B-ADA7-62AD-15C0-A6D0ED41EF39}"/>
                    </a:ext>
                  </a:extLst>
                </p14:cNvPr>
                <p14:cNvContentPartPr/>
                <p14:nvPr/>
              </p14:nvContentPartPr>
              <p14:xfrm>
                <a:off x="5247465" y="3358815"/>
                <a:ext cx="824400" cy="503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ABFE86B-ADA7-62AD-15C0-A6D0ED41EF3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41345" y="3352695"/>
                  <a:ext cx="836640" cy="51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54F412D-8E19-44F1-F2D5-C2C3C7646C4B}"/>
                  </a:ext>
                </a:extLst>
              </p14:cNvPr>
              <p14:cNvContentPartPr/>
              <p14:nvPr/>
            </p14:nvContentPartPr>
            <p14:xfrm>
              <a:off x="6973665" y="3469695"/>
              <a:ext cx="1077480" cy="10504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54F412D-8E19-44F1-F2D5-C2C3C7646C4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967545" y="3463575"/>
                <a:ext cx="1089720" cy="10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77B49D4E-FEFF-75FC-0850-0ED526F7C2ED}"/>
              </a:ext>
            </a:extLst>
          </p:cNvPr>
          <p:cNvGrpSpPr/>
          <p:nvPr/>
        </p:nvGrpSpPr>
        <p:grpSpPr>
          <a:xfrm>
            <a:off x="8713545" y="3270255"/>
            <a:ext cx="1758960" cy="466560"/>
            <a:chOff x="8713545" y="3270255"/>
            <a:chExt cx="175896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DE274E1-328E-2480-626D-06161ABECFC6}"/>
                    </a:ext>
                  </a:extLst>
                </p14:cNvPr>
                <p14:cNvContentPartPr/>
                <p14:nvPr/>
              </p14:nvContentPartPr>
              <p14:xfrm>
                <a:off x="8713545" y="3270255"/>
                <a:ext cx="1162440" cy="466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DE274E1-328E-2480-626D-06161ABECFC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07425" y="3264135"/>
                  <a:ext cx="117468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A597FCC-D56D-A5AF-00C1-A537C1BDADC2}"/>
                    </a:ext>
                  </a:extLst>
                </p14:cNvPr>
                <p14:cNvContentPartPr/>
                <p14:nvPr/>
              </p14:nvContentPartPr>
              <p14:xfrm>
                <a:off x="10110705" y="3490215"/>
                <a:ext cx="361800" cy="215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A597FCC-D56D-A5AF-00C1-A537C1BDADC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04585" y="3484095"/>
                  <a:ext cx="374040" cy="22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47C4299-7E69-AA27-8821-9773CF466DF9}"/>
                  </a:ext>
                </a:extLst>
              </p14:cNvPr>
              <p14:cNvContentPartPr/>
              <p14:nvPr/>
            </p14:nvContentPartPr>
            <p14:xfrm>
              <a:off x="1213665" y="4581015"/>
              <a:ext cx="45000" cy="446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47C4299-7E69-AA27-8821-9773CF466DF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207545" y="4574895"/>
                <a:ext cx="5724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43EB01A8-80DB-1594-D137-0BDC066C410F}"/>
              </a:ext>
            </a:extLst>
          </p:cNvPr>
          <p:cNvGrpSpPr/>
          <p:nvPr/>
        </p:nvGrpSpPr>
        <p:grpSpPr>
          <a:xfrm>
            <a:off x="1095945" y="4808175"/>
            <a:ext cx="682560" cy="282240"/>
            <a:chOff x="1095945" y="4808175"/>
            <a:chExt cx="68256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A269164-3684-06AB-7764-AD3020F704CC}"/>
                    </a:ext>
                  </a:extLst>
                </p14:cNvPr>
                <p14:cNvContentPartPr/>
                <p14:nvPr/>
              </p14:nvContentPartPr>
              <p14:xfrm>
                <a:off x="1095945" y="4808175"/>
                <a:ext cx="96480" cy="282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A269164-3684-06AB-7764-AD3020F704C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9825" y="4802055"/>
                  <a:ext cx="1087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04CDB40-54FF-7EFF-9FBE-62D131448A6D}"/>
                    </a:ext>
                  </a:extLst>
                </p14:cNvPr>
                <p14:cNvContentPartPr/>
                <p14:nvPr/>
              </p14:nvContentPartPr>
              <p14:xfrm>
                <a:off x="1455945" y="4851375"/>
                <a:ext cx="322560" cy="234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04CDB40-54FF-7EFF-9FBE-62D131448A6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49825" y="4845255"/>
                  <a:ext cx="334800" cy="24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3B631B0-EB9E-FD85-5F8E-EEC8BE3E9A8B}"/>
              </a:ext>
            </a:extLst>
          </p:cNvPr>
          <p:cNvGrpSpPr/>
          <p:nvPr/>
        </p:nvGrpSpPr>
        <p:grpSpPr>
          <a:xfrm>
            <a:off x="2328225" y="4562295"/>
            <a:ext cx="1139400" cy="529560"/>
            <a:chOff x="2328225" y="4562295"/>
            <a:chExt cx="1139400" cy="5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AC2F08A-CAFA-C50B-7B9E-9D618CAF5883}"/>
                    </a:ext>
                  </a:extLst>
                </p14:cNvPr>
                <p14:cNvContentPartPr/>
                <p14:nvPr/>
              </p14:nvContentPartPr>
              <p14:xfrm>
                <a:off x="2328225" y="4562295"/>
                <a:ext cx="816840" cy="529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AC2F08A-CAFA-C50B-7B9E-9D618CAF58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22105" y="4556175"/>
                  <a:ext cx="82908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51E9EA3-E243-B095-315B-57634E74DD9F}"/>
                    </a:ext>
                  </a:extLst>
                </p14:cNvPr>
                <p14:cNvContentPartPr/>
                <p14:nvPr/>
              </p14:nvContentPartPr>
              <p14:xfrm>
                <a:off x="3251625" y="4821495"/>
                <a:ext cx="216000" cy="238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51E9EA3-E243-B095-315B-57634E74DD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45505" y="4815375"/>
                  <a:ext cx="22824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5320BF0-800F-6715-2FEB-C5F696A2361D}"/>
              </a:ext>
            </a:extLst>
          </p:cNvPr>
          <p:cNvGrpSpPr/>
          <p:nvPr/>
        </p:nvGrpSpPr>
        <p:grpSpPr>
          <a:xfrm>
            <a:off x="4393185" y="4664175"/>
            <a:ext cx="1636560" cy="1145160"/>
            <a:chOff x="4393185" y="4664175"/>
            <a:chExt cx="1636560" cy="11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25FBF34-6487-EB2E-5149-816EFFBF2A9F}"/>
                    </a:ext>
                  </a:extLst>
                </p14:cNvPr>
                <p14:cNvContentPartPr/>
                <p14:nvPr/>
              </p14:nvContentPartPr>
              <p14:xfrm>
                <a:off x="4393185" y="4675695"/>
                <a:ext cx="855720" cy="187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25FBF34-6487-EB2E-5149-816EFFBF2A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87065" y="4669575"/>
                  <a:ext cx="867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F68C648-9A57-3F83-2EE9-4E4735D56282}"/>
                    </a:ext>
                  </a:extLst>
                </p14:cNvPr>
                <p14:cNvContentPartPr/>
                <p14:nvPr/>
              </p14:nvContentPartPr>
              <p14:xfrm>
                <a:off x="5425665" y="4696215"/>
                <a:ext cx="216360" cy="181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F68C648-9A57-3F83-2EE9-4E4735D5628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419545" y="4690095"/>
                  <a:ext cx="2286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9E4FACE-3280-4120-F599-84C143F409FB}"/>
                    </a:ext>
                  </a:extLst>
                </p14:cNvPr>
                <p14:cNvContentPartPr/>
                <p14:nvPr/>
              </p14:nvContentPartPr>
              <p14:xfrm>
                <a:off x="5604585" y="4664175"/>
                <a:ext cx="425160" cy="1145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9E4FACE-3280-4120-F599-84C143F409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98465" y="4658055"/>
                  <a:ext cx="437400" cy="11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7CCB0A0-BBBF-97E6-2753-6014C4359F8F}"/>
              </a:ext>
            </a:extLst>
          </p:cNvPr>
          <p:cNvGrpSpPr/>
          <p:nvPr/>
        </p:nvGrpSpPr>
        <p:grpSpPr>
          <a:xfrm>
            <a:off x="7109385" y="4411095"/>
            <a:ext cx="1982160" cy="525240"/>
            <a:chOff x="7109385" y="4411095"/>
            <a:chExt cx="1982160" cy="52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C1707EB-EDAE-D9E4-BA93-DE466D2A940C}"/>
                    </a:ext>
                  </a:extLst>
                </p14:cNvPr>
                <p14:cNvContentPartPr/>
                <p14:nvPr/>
              </p14:nvContentPartPr>
              <p14:xfrm>
                <a:off x="7291185" y="4411095"/>
                <a:ext cx="68760" cy="397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C1707EB-EDAE-D9E4-BA93-DE466D2A94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85065" y="4404975"/>
                  <a:ext cx="810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9D84F1A-E34C-3662-0070-847D650E100B}"/>
                    </a:ext>
                  </a:extLst>
                </p14:cNvPr>
                <p14:cNvContentPartPr/>
                <p14:nvPr/>
              </p14:nvContentPartPr>
              <p14:xfrm>
                <a:off x="7109385" y="4647975"/>
                <a:ext cx="635760" cy="164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9D84F1A-E34C-3662-0070-847D650E100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03265" y="4641855"/>
                  <a:ext cx="648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BBF2058-DFC3-55F2-7BFB-F9F88A2239F3}"/>
                    </a:ext>
                  </a:extLst>
                </p14:cNvPr>
                <p14:cNvContentPartPr/>
                <p14:nvPr/>
              </p14:nvContentPartPr>
              <p14:xfrm>
                <a:off x="7784745" y="4452495"/>
                <a:ext cx="39240" cy="30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BBF2058-DFC3-55F2-7BFB-F9F88A2239F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78625" y="4446375"/>
                  <a:ext cx="51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9598F78-2269-6892-A330-895153C1E80F}"/>
                    </a:ext>
                  </a:extLst>
                </p14:cNvPr>
                <p14:cNvContentPartPr/>
                <p14:nvPr/>
              </p14:nvContentPartPr>
              <p14:xfrm>
                <a:off x="7929825" y="4573815"/>
                <a:ext cx="1161720" cy="362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9598F78-2269-6892-A330-895153C1E8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23705" y="4567695"/>
                  <a:ext cx="1173960" cy="37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39ADE95-1CD9-B183-45DB-9050D3EBCF46}"/>
              </a:ext>
            </a:extLst>
          </p:cNvPr>
          <p:cNvGrpSpPr/>
          <p:nvPr/>
        </p:nvGrpSpPr>
        <p:grpSpPr>
          <a:xfrm>
            <a:off x="9769785" y="4632495"/>
            <a:ext cx="1226520" cy="841680"/>
            <a:chOff x="9769785" y="4632495"/>
            <a:chExt cx="1226520" cy="84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55EA67B-FA64-2902-607B-95AF9B1D50CB}"/>
                    </a:ext>
                  </a:extLst>
                </p14:cNvPr>
                <p14:cNvContentPartPr/>
                <p14:nvPr/>
              </p14:nvContentPartPr>
              <p14:xfrm>
                <a:off x="9769785" y="4632495"/>
                <a:ext cx="893160" cy="841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55EA67B-FA64-2902-607B-95AF9B1D50C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63665" y="4626375"/>
                  <a:ext cx="90540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5A6397-F34D-D98F-2233-2EFF17E84514}"/>
                    </a:ext>
                  </a:extLst>
                </p14:cNvPr>
                <p14:cNvContentPartPr/>
                <p14:nvPr/>
              </p14:nvContentPartPr>
              <p14:xfrm>
                <a:off x="10773465" y="4675695"/>
                <a:ext cx="222840" cy="213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5A6397-F34D-D98F-2233-2EFF17E845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767345" y="4669575"/>
                  <a:ext cx="23508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7C8F971-6B45-6364-F60F-4CD18C1384F7}"/>
              </a:ext>
            </a:extLst>
          </p:cNvPr>
          <p:cNvGrpSpPr/>
          <p:nvPr/>
        </p:nvGrpSpPr>
        <p:grpSpPr>
          <a:xfrm>
            <a:off x="1370265" y="5318295"/>
            <a:ext cx="2623680" cy="609840"/>
            <a:chOff x="1370265" y="5318295"/>
            <a:chExt cx="2623680" cy="60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3FBC955-4AC5-BA60-897C-79E94F631881}"/>
                    </a:ext>
                  </a:extLst>
                </p14:cNvPr>
                <p14:cNvContentPartPr/>
                <p14:nvPr/>
              </p14:nvContentPartPr>
              <p14:xfrm>
                <a:off x="1370265" y="5445015"/>
                <a:ext cx="330120" cy="4262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3FBC955-4AC5-BA60-897C-79E94F63188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64145" y="5438895"/>
                  <a:ext cx="3423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90152FB-B08D-B3A7-548F-FAB66DC30715}"/>
                    </a:ext>
                  </a:extLst>
                </p14:cNvPr>
                <p14:cNvContentPartPr/>
                <p14:nvPr/>
              </p14:nvContentPartPr>
              <p14:xfrm>
                <a:off x="1825665" y="5318295"/>
                <a:ext cx="581760" cy="407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90152FB-B08D-B3A7-548F-FAB66DC3071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19545" y="5312175"/>
                  <a:ext cx="5940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12DEECF-19C4-70B8-BD42-F26815F570F7}"/>
                    </a:ext>
                  </a:extLst>
                </p14:cNvPr>
                <p14:cNvContentPartPr/>
                <p14:nvPr/>
              </p14:nvContentPartPr>
              <p14:xfrm>
                <a:off x="2139585" y="5472735"/>
                <a:ext cx="418680" cy="56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12DEECF-19C4-70B8-BD42-F26815F570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33465" y="5466615"/>
                  <a:ext cx="430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5879442-BB4B-9440-EDCB-CD16893CFD38}"/>
                    </a:ext>
                  </a:extLst>
                </p14:cNvPr>
                <p14:cNvContentPartPr/>
                <p14:nvPr/>
              </p14:nvContentPartPr>
              <p14:xfrm>
                <a:off x="2679225" y="5426655"/>
                <a:ext cx="58320" cy="501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5879442-BB4B-9440-EDCB-CD16893CFD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73105" y="5420535"/>
                  <a:ext cx="705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6458DC-5573-0CC9-AEFC-BE353A62EEFE}"/>
                    </a:ext>
                  </a:extLst>
                </p14:cNvPr>
                <p14:cNvContentPartPr/>
                <p14:nvPr/>
              </p14:nvContentPartPr>
              <p14:xfrm>
                <a:off x="2784345" y="5322615"/>
                <a:ext cx="918360" cy="399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6458DC-5573-0CC9-AEFC-BE353A62EEF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778225" y="5316495"/>
                  <a:ext cx="9306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C77B230-6B21-003F-67E6-D5F2BF2CD271}"/>
                    </a:ext>
                  </a:extLst>
                </p14:cNvPr>
                <p14:cNvContentPartPr/>
                <p14:nvPr/>
              </p14:nvContentPartPr>
              <p14:xfrm>
                <a:off x="3491745" y="5458335"/>
                <a:ext cx="502200" cy="65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C77B230-6B21-003F-67E6-D5F2BF2CD27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85625" y="5452215"/>
                  <a:ext cx="5144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9119859-611C-A1EC-227B-DB5479A448C8}"/>
              </a:ext>
            </a:extLst>
          </p:cNvPr>
          <p:cNvGrpSpPr/>
          <p:nvPr/>
        </p:nvGrpSpPr>
        <p:grpSpPr>
          <a:xfrm>
            <a:off x="4561305" y="5254215"/>
            <a:ext cx="1220040" cy="573120"/>
            <a:chOff x="4561305" y="5254215"/>
            <a:chExt cx="1220040" cy="57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D7ABECD-C78A-32EA-AB72-0A1AD98B0C09}"/>
                    </a:ext>
                  </a:extLst>
                </p14:cNvPr>
                <p14:cNvContentPartPr/>
                <p14:nvPr/>
              </p14:nvContentPartPr>
              <p14:xfrm>
                <a:off x="4561305" y="5501535"/>
                <a:ext cx="519480" cy="304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D7ABECD-C78A-32EA-AB72-0A1AD98B0C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55185" y="5495415"/>
                  <a:ext cx="5317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92ADFAF-A1B7-9105-66F6-E7B6EF12D5B4}"/>
                    </a:ext>
                  </a:extLst>
                </p14:cNvPr>
                <p14:cNvContentPartPr/>
                <p14:nvPr/>
              </p14:nvContentPartPr>
              <p14:xfrm>
                <a:off x="5262225" y="5610615"/>
                <a:ext cx="9360" cy="70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92ADFAF-A1B7-9105-66F6-E7B6EF12D5B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56105" y="5604495"/>
                  <a:ext cx="21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8566934-EB61-95EF-1233-20028F449DEC}"/>
                    </a:ext>
                  </a:extLst>
                </p14:cNvPr>
                <p14:cNvContentPartPr/>
                <p14:nvPr/>
              </p14:nvContentPartPr>
              <p14:xfrm>
                <a:off x="5265465" y="5358615"/>
                <a:ext cx="63360" cy="167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8566934-EB61-95EF-1233-20028F449D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59345" y="5352495"/>
                  <a:ext cx="75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AF7E1B-1345-D765-356C-E241F7E7CAED}"/>
                    </a:ext>
                  </a:extLst>
                </p14:cNvPr>
                <p14:cNvContentPartPr/>
                <p14:nvPr/>
              </p14:nvContentPartPr>
              <p14:xfrm>
                <a:off x="5388225" y="5254215"/>
                <a:ext cx="393120" cy="573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AF7E1B-1345-D765-356C-E241F7E7CAE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82105" y="5248095"/>
                  <a:ext cx="405360" cy="58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B0FDF1B-017C-5408-FEC0-862F91026074}"/>
              </a:ext>
            </a:extLst>
          </p:cNvPr>
          <p:cNvGrpSpPr/>
          <p:nvPr/>
        </p:nvGrpSpPr>
        <p:grpSpPr>
          <a:xfrm>
            <a:off x="6788625" y="5314335"/>
            <a:ext cx="2222640" cy="512640"/>
            <a:chOff x="6788625" y="5314335"/>
            <a:chExt cx="2222640" cy="5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0016CAB-001A-178C-E8FB-5905CC28C76D}"/>
                    </a:ext>
                  </a:extLst>
                </p14:cNvPr>
                <p14:cNvContentPartPr/>
                <p14:nvPr/>
              </p14:nvContentPartPr>
              <p14:xfrm>
                <a:off x="6788625" y="5314335"/>
                <a:ext cx="563400" cy="390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0016CAB-001A-178C-E8FB-5905CC28C7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82505" y="5308215"/>
                  <a:ext cx="5756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257DD60-4CBA-C83A-4416-CC2B216517A4}"/>
                    </a:ext>
                  </a:extLst>
                </p14:cNvPr>
                <p14:cNvContentPartPr/>
                <p14:nvPr/>
              </p14:nvContentPartPr>
              <p14:xfrm>
                <a:off x="7465425" y="5492535"/>
                <a:ext cx="791280" cy="1040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257DD60-4CBA-C83A-4416-CC2B216517A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59305" y="5486415"/>
                  <a:ext cx="803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BD38A59-4703-2075-98B0-783ED5328332}"/>
                    </a:ext>
                  </a:extLst>
                </p14:cNvPr>
                <p14:cNvContentPartPr/>
                <p14:nvPr/>
              </p14:nvContentPartPr>
              <p14:xfrm>
                <a:off x="8263905" y="5436015"/>
                <a:ext cx="374040" cy="3909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BD38A59-4703-2075-98B0-783ED532833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57785" y="5429895"/>
                  <a:ext cx="3862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CBBB198-C569-8BA9-3D67-B2478D631557}"/>
                    </a:ext>
                  </a:extLst>
                </p14:cNvPr>
                <p14:cNvContentPartPr/>
                <p14:nvPr/>
              </p14:nvContentPartPr>
              <p14:xfrm>
                <a:off x="8995065" y="5679735"/>
                <a:ext cx="16200" cy="23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CBBB198-C569-8BA9-3D67-B2478D63155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988945" y="5673615"/>
                  <a:ext cx="28440" cy="3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3098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A7FDFA48-716A-DB96-BFB2-103F806AE4B9}"/>
              </a:ext>
            </a:extLst>
          </p:cNvPr>
          <p:cNvGrpSpPr/>
          <p:nvPr/>
        </p:nvGrpSpPr>
        <p:grpSpPr>
          <a:xfrm>
            <a:off x="2420385" y="3615"/>
            <a:ext cx="8391600" cy="2142915"/>
            <a:chOff x="2420385" y="3615"/>
            <a:chExt cx="8391600" cy="214291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E775931-7E27-FFC3-602A-B46CDB743AF0}"/>
                    </a:ext>
                  </a:extLst>
                </p14:cNvPr>
                <p14:cNvContentPartPr/>
                <p14:nvPr/>
              </p14:nvContentPartPr>
              <p14:xfrm>
                <a:off x="2726385" y="194415"/>
                <a:ext cx="62640" cy="680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E775931-7E27-FFC3-602A-B46CDB743AF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20265" y="188295"/>
                  <a:ext cx="7488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B25658C-EDA1-10F2-3E97-0153939852A7}"/>
                    </a:ext>
                  </a:extLst>
                </p14:cNvPr>
                <p14:cNvContentPartPr/>
                <p14:nvPr/>
              </p14:nvContentPartPr>
              <p14:xfrm>
                <a:off x="2539545" y="3615"/>
                <a:ext cx="556920" cy="124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B25658C-EDA1-10F2-3E97-0153939852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33425" y="-2505"/>
                  <a:ext cx="569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C52B3E6-B986-B590-289B-0DEBA8483CF4}"/>
                    </a:ext>
                  </a:extLst>
                </p14:cNvPr>
                <p14:cNvContentPartPr/>
                <p14:nvPr/>
              </p14:nvContentPartPr>
              <p14:xfrm>
                <a:off x="2420385" y="927930"/>
                <a:ext cx="641880" cy="180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C52B3E6-B986-B590-289B-0DEBA8483C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14265" y="921810"/>
                  <a:ext cx="654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5D04E27-A739-2607-4560-4A9A1931970C}"/>
                    </a:ext>
                  </a:extLst>
                </p14:cNvPr>
                <p14:cNvContentPartPr/>
                <p14:nvPr/>
              </p14:nvContentPartPr>
              <p14:xfrm>
                <a:off x="3702705" y="564690"/>
                <a:ext cx="902520" cy="27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5D04E27-A739-2607-4560-4A9A193197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96585" y="558570"/>
                  <a:ext cx="914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73E0D0-654B-9656-6D3D-61D91EB3CD20}"/>
                    </a:ext>
                  </a:extLst>
                </p14:cNvPr>
                <p14:cNvContentPartPr/>
                <p14:nvPr/>
              </p14:nvContentPartPr>
              <p14:xfrm>
                <a:off x="4893225" y="352650"/>
                <a:ext cx="147600" cy="541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73E0D0-654B-9656-6D3D-61D91EB3CD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87105" y="346530"/>
                  <a:ext cx="15984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8C6B3A4-FD0E-0044-0B6D-0EEBFD1C511C}"/>
                    </a:ext>
                  </a:extLst>
                </p14:cNvPr>
                <p14:cNvContentPartPr/>
                <p14:nvPr/>
              </p14:nvContentPartPr>
              <p14:xfrm>
                <a:off x="4891785" y="166530"/>
                <a:ext cx="494640" cy="375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8C6B3A4-FD0E-0044-0B6D-0EEBFD1C51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85665" y="160410"/>
                  <a:ext cx="5068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4E99A17-C8DF-0B06-6409-CFA4E40C3608}"/>
                    </a:ext>
                  </a:extLst>
                </p14:cNvPr>
                <p14:cNvContentPartPr/>
                <p14:nvPr/>
              </p14:nvContentPartPr>
              <p14:xfrm>
                <a:off x="5983305" y="602130"/>
                <a:ext cx="768600" cy="51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4E99A17-C8DF-0B06-6409-CFA4E40C36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77185" y="596010"/>
                  <a:ext cx="7808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2D28EF-E711-996A-97E9-4FEBD9A06306}"/>
                    </a:ext>
                  </a:extLst>
                </p14:cNvPr>
                <p14:cNvContentPartPr/>
                <p14:nvPr/>
              </p14:nvContentPartPr>
              <p14:xfrm>
                <a:off x="7180305" y="197850"/>
                <a:ext cx="587160" cy="578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2D28EF-E711-996A-97E9-4FEBD9A063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74185" y="191730"/>
                  <a:ext cx="59940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DBD429C-AD8B-FE1A-3F02-D27FF1FDC501}"/>
                    </a:ext>
                  </a:extLst>
                </p14:cNvPr>
                <p14:cNvContentPartPr/>
                <p14:nvPr/>
              </p14:nvContentPartPr>
              <p14:xfrm>
                <a:off x="8264985" y="374250"/>
                <a:ext cx="34560" cy="43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DBD429C-AD8B-FE1A-3F02-D27FF1FDC50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58865" y="368130"/>
                  <a:ext cx="46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8A73BF-134D-7B65-969A-19FC3B23061A}"/>
                    </a:ext>
                  </a:extLst>
                </p14:cNvPr>
                <p14:cNvContentPartPr/>
                <p14:nvPr/>
              </p14:nvContentPartPr>
              <p14:xfrm>
                <a:off x="2749785" y="1214490"/>
                <a:ext cx="336600" cy="293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8A73BF-134D-7B65-969A-19FC3B2306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43665" y="1208370"/>
                  <a:ext cx="3488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CF4DAA-8807-3437-1B43-DEBE7B052B66}"/>
                    </a:ext>
                  </a:extLst>
                </p14:cNvPr>
                <p14:cNvContentPartPr/>
                <p14:nvPr/>
              </p14:nvContentPartPr>
              <p14:xfrm>
                <a:off x="2576265" y="1600050"/>
                <a:ext cx="297360" cy="408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CF4DAA-8807-3437-1B43-DEBE7B052B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70145" y="1593930"/>
                  <a:ext cx="3096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839DA8-D958-DC42-4258-A1CD4380FAC6}"/>
                    </a:ext>
                  </a:extLst>
                </p14:cNvPr>
                <p14:cNvContentPartPr/>
                <p14:nvPr/>
              </p14:nvContentPartPr>
              <p14:xfrm>
                <a:off x="3081345" y="1517250"/>
                <a:ext cx="433440" cy="629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839DA8-D958-DC42-4258-A1CD4380FA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75225" y="1511130"/>
                  <a:ext cx="44568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52EDF2-F294-1B82-285A-1C9E9EDDE38E}"/>
                    </a:ext>
                  </a:extLst>
                </p14:cNvPr>
                <p14:cNvContentPartPr/>
                <p14:nvPr/>
              </p14:nvContentPartPr>
              <p14:xfrm>
                <a:off x="3447465" y="1508610"/>
                <a:ext cx="670680" cy="317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52EDF2-F294-1B82-285A-1C9E9EDDE3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41345" y="1502490"/>
                  <a:ext cx="6829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2549666-3EA4-C9B1-DE49-6064E899824A}"/>
                    </a:ext>
                  </a:extLst>
                </p14:cNvPr>
                <p14:cNvContentPartPr/>
                <p14:nvPr/>
              </p14:nvContentPartPr>
              <p14:xfrm>
                <a:off x="4061985" y="1445610"/>
                <a:ext cx="311400" cy="214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2549666-3EA4-C9B1-DE49-6064E89982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55865" y="1439490"/>
                  <a:ext cx="3236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E8331E1-BAC3-ECD4-EEBA-880267127C1A}"/>
                    </a:ext>
                  </a:extLst>
                </p14:cNvPr>
                <p14:cNvContentPartPr/>
                <p14:nvPr/>
              </p14:nvContentPartPr>
              <p14:xfrm>
                <a:off x="4567425" y="1383330"/>
                <a:ext cx="221040" cy="80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E8331E1-BAC3-ECD4-EEBA-880267127C1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61305" y="1377210"/>
                  <a:ext cx="233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B648E7-A4C6-F27B-AAA2-60454D497DBE}"/>
                    </a:ext>
                  </a:extLst>
                </p14:cNvPr>
                <p14:cNvContentPartPr/>
                <p14:nvPr/>
              </p14:nvContentPartPr>
              <p14:xfrm>
                <a:off x="4822305" y="1139610"/>
                <a:ext cx="325080" cy="579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B648E7-A4C6-F27B-AAA2-60454D497D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16185" y="1133490"/>
                  <a:ext cx="33732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1D9FF7-8798-E5E0-9949-8F002D2B3D1C}"/>
                    </a:ext>
                  </a:extLst>
                </p14:cNvPr>
                <p14:cNvContentPartPr/>
                <p14:nvPr/>
              </p14:nvContentPartPr>
              <p14:xfrm>
                <a:off x="5321265" y="1100730"/>
                <a:ext cx="69120" cy="498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1D9FF7-8798-E5E0-9949-8F002D2B3D1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15145" y="1094610"/>
                  <a:ext cx="813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C898BE5-2938-3D61-03B4-07A4296BC91D}"/>
                    </a:ext>
                  </a:extLst>
                </p14:cNvPr>
                <p14:cNvContentPartPr/>
                <p14:nvPr/>
              </p14:nvContentPartPr>
              <p14:xfrm>
                <a:off x="5335305" y="1007130"/>
                <a:ext cx="300960" cy="261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C898BE5-2938-3D61-03B4-07A4296BC9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29185" y="1001010"/>
                  <a:ext cx="313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7032921-F39A-A54A-8FB7-186788B5751D}"/>
                    </a:ext>
                  </a:extLst>
                </p14:cNvPr>
                <p14:cNvContentPartPr/>
                <p14:nvPr/>
              </p14:nvContentPartPr>
              <p14:xfrm>
                <a:off x="5622225" y="1203330"/>
                <a:ext cx="294120" cy="236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7032921-F39A-A54A-8FB7-186788B575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16105" y="1197210"/>
                  <a:ext cx="3063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D10B4C4-2CC7-2E09-69D7-3C8DE8B4A411}"/>
                    </a:ext>
                  </a:extLst>
                </p14:cNvPr>
                <p14:cNvContentPartPr/>
                <p14:nvPr/>
              </p14:nvContentPartPr>
              <p14:xfrm>
                <a:off x="5941545" y="1183530"/>
                <a:ext cx="119880" cy="167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D10B4C4-2CC7-2E09-69D7-3C8DE8B4A41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35425" y="1177410"/>
                  <a:ext cx="132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DE45840-69F2-AA10-B6FF-CDB531EEA41C}"/>
                    </a:ext>
                  </a:extLst>
                </p14:cNvPr>
                <p14:cNvContentPartPr/>
                <p14:nvPr/>
              </p14:nvContentPartPr>
              <p14:xfrm>
                <a:off x="6113625" y="974370"/>
                <a:ext cx="745920" cy="350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DE45840-69F2-AA10-B6FF-CDB531EEA41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07505" y="968250"/>
                  <a:ext cx="7581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0F686E-914A-139A-39B6-40CC2D4B459C}"/>
                    </a:ext>
                  </a:extLst>
                </p14:cNvPr>
                <p14:cNvContentPartPr/>
                <p14:nvPr/>
              </p14:nvContentPartPr>
              <p14:xfrm>
                <a:off x="7070505" y="1092450"/>
                <a:ext cx="853920" cy="10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10F686E-914A-139A-39B6-40CC2D4B45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64385" y="1086330"/>
                  <a:ext cx="866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1F70541-BA47-4F7C-B428-6F0B9332661F}"/>
                    </a:ext>
                  </a:extLst>
                </p14:cNvPr>
                <p14:cNvContentPartPr/>
                <p14:nvPr/>
              </p14:nvContentPartPr>
              <p14:xfrm>
                <a:off x="7792665" y="841530"/>
                <a:ext cx="264600" cy="517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1F70541-BA47-4F7C-B428-6F0B9332661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86545" y="835410"/>
                  <a:ext cx="2768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5738AB-BB91-6391-B0AA-A6E9AA4F666B}"/>
                    </a:ext>
                  </a:extLst>
                </p14:cNvPr>
                <p14:cNvContentPartPr/>
                <p14:nvPr/>
              </p14:nvContentPartPr>
              <p14:xfrm>
                <a:off x="8566665" y="869250"/>
                <a:ext cx="350280" cy="408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5738AB-BB91-6391-B0AA-A6E9AA4F666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60545" y="863130"/>
                  <a:ext cx="3625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82440E-A8B0-4BFA-FA68-F353B9E9735E}"/>
                    </a:ext>
                  </a:extLst>
                </p14:cNvPr>
                <p14:cNvContentPartPr/>
                <p14:nvPr/>
              </p14:nvContentPartPr>
              <p14:xfrm>
                <a:off x="9130065" y="792930"/>
                <a:ext cx="351000" cy="323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82440E-A8B0-4BFA-FA68-F353B9E9735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23945" y="786810"/>
                  <a:ext cx="3632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4D5AA78-EC54-6F6E-1F86-D50F0D1CC8D5}"/>
                    </a:ext>
                  </a:extLst>
                </p14:cNvPr>
                <p14:cNvContentPartPr/>
                <p14:nvPr/>
              </p14:nvContentPartPr>
              <p14:xfrm>
                <a:off x="9770145" y="568650"/>
                <a:ext cx="98640" cy="398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4D5AA78-EC54-6F6E-1F86-D50F0D1CC8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64025" y="562530"/>
                  <a:ext cx="11088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8806DB9-5039-4944-30AE-7B23653404B8}"/>
                    </a:ext>
                  </a:extLst>
                </p14:cNvPr>
                <p14:cNvContentPartPr/>
                <p14:nvPr/>
              </p14:nvContentPartPr>
              <p14:xfrm>
                <a:off x="9613545" y="597450"/>
                <a:ext cx="424800" cy="447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8806DB9-5039-4944-30AE-7B23653404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07425" y="591330"/>
                  <a:ext cx="43704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D218A5-5D4B-F58E-8694-F021F2C92EF2}"/>
                    </a:ext>
                  </a:extLst>
                </p14:cNvPr>
                <p14:cNvContentPartPr/>
                <p14:nvPr/>
              </p14:nvContentPartPr>
              <p14:xfrm>
                <a:off x="10045545" y="781770"/>
                <a:ext cx="19800" cy="10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D218A5-5D4B-F58E-8694-F021F2C92EF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39425" y="775650"/>
                  <a:ext cx="320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0310FF-CA78-B030-8DA7-44782C013F5F}"/>
                    </a:ext>
                  </a:extLst>
                </p14:cNvPr>
                <p14:cNvContentPartPr/>
                <p14:nvPr/>
              </p14:nvContentPartPr>
              <p14:xfrm>
                <a:off x="9637305" y="661170"/>
                <a:ext cx="352800" cy="755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0310FF-CA78-B030-8DA7-44782C013F5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31185" y="655050"/>
                  <a:ext cx="36504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731FBC4-F670-680B-0364-8F346173CD6D}"/>
                    </a:ext>
                  </a:extLst>
                </p14:cNvPr>
                <p14:cNvContentPartPr/>
                <p14:nvPr/>
              </p14:nvContentPartPr>
              <p14:xfrm>
                <a:off x="10135905" y="563250"/>
                <a:ext cx="519840" cy="439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731FBC4-F670-680B-0364-8F346173CD6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29785" y="557130"/>
                  <a:ext cx="53208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85AEECE-59EE-4B00-C97D-0A6479070E6A}"/>
                    </a:ext>
                  </a:extLst>
                </p14:cNvPr>
                <p14:cNvContentPartPr/>
                <p14:nvPr/>
              </p14:nvContentPartPr>
              <p14:xfrm>
                <a:off x="10465305" y="621210"/>
                <a:ext cx="346680" cy="37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85AEECE-59EE-4B00-C97D-0A6479070E6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59185" y="615090"/>
                  <a:ext cx="358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923EBDA-3FC4-8921-D056-46EE3BA66AE8}"/>
                    </a:ext>
                  </a:extLst>
                </p14:cNvPr>
                <p14:cNvContentPartPr/>
                <p14:nvPr/>
              </p14:nvContentPartPr>
              <p14:xfrm>
                <a:off x="9703905" y="730290"/>
                <a:ext cx="214200" cy="31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923EBDA-3FC4-8921-D056-46EE3BA66AE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697785" y="724170"/>
                  <a:ext cx="2264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3E00A9-BFAB-7A7F-5F35-653FFEB36733}"/>
                    </a:ext>
                  </a:extLst>
                </p14:cNvPr>
                <p14:cNvContentPartPr/>
                <p14:nvPr/>
              </p14:nvContentPartPr>
              <p14:xfrm>
                <a:off x="9726945" y="580170"/>
                <a:ext cx="202320" cy="480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3E00A9-BFAB-7A7F-5F35-653FFEB3673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20825" y="574050"/>
                  <a:ext cx="21456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030EF0E-919C-D3E6-3A46-66F951F49605}"/>
                    </a:ext>
                  </a:extLst>
                </p14:cNvPr>
                <p14:cNvContentPartPr/>
                <p14:nvPr/>
              </p14:nvContentPartPr>
              <p14:xfrm>
                <a:off x="9597705" y="790050"/>
                <a:ext cx="195840" cy="25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030EF0E-919C-D3E6-3A46-66F951F496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91585" y="783930"/>
                  <a:ext cx="2080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C082694-1967-94A3-66C0-2B731F39E8E6}"/>
              </a:ext>
            </a:extLst>
          </p:cNvPr>
          <p:cNvGrpSpPr/>
          <p:nvPr/>
        </p:nvGrpSpPr>
        <p:grpSpPr>
          <a:xfrm>
            <a:off x="497265" y="5227770"/>
            <a:ext cx="1067400" cy="554040"/>
            <a:chOff x="497265" y="5227770"/>
            <a:chExt cx="1067400" cy="55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604808F-723C-1E74-9B88-F738EBB592B2}"/>
                    </a:ext>
                  </a:extLst>
                </p14:cNvPr>
                <p14:cNvContentPartPr/>
                <p14:nvPr/>
              </p14:nvContentPartPr>
              <p14:xfrm>
                <a:off x="497265" y="5227770"/>
                <a:ext cx="643680" cy="554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604808F-723C-1E74-9B88-F738EBB592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1145" y="5221650"/>
                  <a:ext cx="65592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708D8F4-7D27-7EA1-ABEB-1E5C888B581F}"/>
                    </a:ext>
                  </a:extLst>
                </p14:cNvPr>
                <p14:cNvContentPartPr/>
                <p14:nvPr/>
              </p14:nvContentPartPr>
              <p14:xfrm>
                <a:off x="1242465" y="5377530"/>
                <a:ext cx="322200" cy="259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708D8F4-7D27-7EA1-ABEB-1E5C888B581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36345" y="5371410"/>
                  <a:ext cx="33444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6E01459-BAC7-27FA-2399-3277448A8323}"/>
              </a:ext>
            </a:extLst>
          </p:cNvPr>
          <p:cNvGrpSpPr/>
          <p:nvPr/>
        </p:nvGrpSpPr>
        <p:grpSpPr>
          <a:xfrm>
            <a:off x="2586705" y="5170170"/>
            <a:ext cx="1679400" cy="1100520"/>
            <a:chOff x="2586705" y="5170170"/>
            <a:chExt cx="1679400" cy="11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5BC9B04-6002-5C01-0C88-78CE5719F84D}"/>
                    </a:ext>
                  </a:extLst>
                </p14:cNvPr>
                <p14:cNvContentPartPr/>
                <p14:nvPr/>
              </p14:nvContentPartPr>
              <p14:xfrm>
                <a:off x="2586705" y="5271690"/>
                <a:ext cx="756720" cy="232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5BC9B04-6002-5C01-0C88-78CE5719F84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80585" y="5265570"/>
                  <a:ext cx="768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DDBFFBE-020A-ACFA-EA87-241B707530C1}"/>
                    </a:ext>
                  </a:extLst>
                </p14:cNvPr>
                <p14:cNvContentPartPr/>
                <p14:nvPr/>
              </p14:nvContentPartPr>
              <p14:xfrm>
                <a:off x="3476625" y="5211930"/>
                <a:ext cx="236520" cy="280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DDBFFBE-020A-ACFA-EA87-241B707530C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70505" y="5205810"/>
                  <a:ext cx="248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3918092-3F8F-694B-554C-A44E5FE91806}"/>
                    </a:ext>
                  </a:extLst>
                </p14:cNvPr>
                <p14:cNvContentPartPr/>
                <p14:nvPr/>
              </p14:nvContentPartPr>
              <p14:xfrm>
                <a:off x="3592545" y="5170170"/>
                <a:ext cx="673560" cy="1100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3918092-3F8F-694B-554C-A44E5FE918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86425" y="5164050"/>
                  <a:ext cx="685800" cy="11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389F4EF-9967-0DDA-8904-ACDBD8A2A265}"/>
              </a:ext>
            </a:extLst>
          </p:cNvPr>
          <p:cNvGrpSpPr/>
          <p:nvPr/>
        </p:nvGrpSpPr>
        <p:grpSpPr>
          <a:xfrm>
            <a:off x="5357265" y="4733130"/>
            <a:ext cx="1879200" cy="594720"/>
            <a:chOff x="5357265" y="4733130"/>
            <a:chExt cx="1879200" cy="59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77BD1ED-2548-E603-0213-CD6124E36E0C}"/>
                    </a:ext>
                  </a:extLst>
                </p14:cNvPr>
                <p14:cNvContentPartPr/>
                <p14:nvPr/>
              </p14:nvContentPartPr>
              <p14:xfrm>
                <a:off x="5564625" y="4733130"/>
                <a:ext cx="16920" cy="81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77BD1ED-2548-E603-0213-CD6124E36E0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58505" y="4727010"/>
                  <a:ext cx="29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C7E38E1-CFDC-394F-22C5-1F548A4090EA}"/>
                    </a:ext>
                  </a:extLst>
                </p14:cNvPr>
                <p14:cNvContentPartPr/>
                <p14:nvPr/>
              </p14:nvContentPartPr>
              <p14:xfrm>
                <a:off x="5647425" y="4793610"/>
                <a:ext cx="71280" cy="534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C7E38E1-CFDC-394F-22C5-1F548A4090E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41305" y="4787490"/>
                  <a:ext cx="835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20C8900-2741-6F51-F6F5-ED10295D5E6E}"/>
                    </a:ext>
                  </a:extLst>
                </p14:cNvPr>
                <p14:cNvContentPartPr/>
                <p14:nvPr/>
              </p14:nvContentPartPr>
              <p14:xfrm>
                <a:off x="5357265" y="5088090"/>
                <a:ext cx="670680" cy="198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20C8900-2741-6F51-F6F5-ED10295D5E6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51145" y="5081970"/>
                  <a:ext cx="682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A717F7-EA4E-4E99-3BE0-1AEFAF67A44C}"/>
                    </a:ext>
                  </a:extLst>
                </p14:cNvPr>
                <p14:cNvContentPartPr/>
                <p14:nvPr/>
              </p14:nvContentPartPr>
              <p14:xfrm>
                <a:off x="6029025" y="4833930"/>
                <a:ext cx="54000" cy="76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A717F7-EA4E-4E99-3BE0-1AEFAF67A4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22905" y="4827810"/>
                  <a:ext cx="66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9F092DA-9C05-1BE5-081C-18E035256CF3}"/>
                    </a:ext>
                  </a:extLst>
                </p14:cNvPr>
                <p14:cNvContentPartPr/>
                <p14:nvPr/>
              </p14:nvContentPartPr>
              <p14:xfrm>
                <a:off x="6170865" y="4981530"/>
                <a:ext cx="742320" cy="210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9F092DA-9C05-1BE5-081C-18E035256CF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64745" y="4975410"/>
                  <a:ext cx="754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63CD37F-E678-045C-CE8E-16FDE2115D1C}"/>
                    </a:ext>
                  </a:extLst>
                </p14:cNvPr>
                <p14:cNvContentPartPr/>
                <p14:nvPr/>
              </p14:nvContentPartPr>
              <p14:xfrm>
                <a:off x="6984825" y="4928970"/>
                <a:ext cx="251640" cy="374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63CD37F-E678-045C-CE8E-16FDE2115D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78705" y="4922850"/>
                  <a:ext cx="263880" cy="38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AEC899D-0599-331D-7F6A-04B38646072A}"/>
              </a:ext>
            </a:extLst>
          </p:cNvPr>
          <p:cNvGrpSpPr/>
          <p:nvPr/>
        </p:nvGrpSpPr>
        <p:grpSpPr>
          <a:xfrm>
            <a:off x="8568105" y="4639170"/>
            <a:ext cx="680400" cy="623880"/>
            <a:chOff x="8568105" y="4639170"/>
            <a:chExt cx="68040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74D3A07-26F9-2EDF-E9CA-EB1D16EAA09E}"/>
                    </a:ext>
                  </a:extLst>
                </p14:cNvPr>
                <p14:cNvContentPartPr/>
                <p14:nvPr/>
              </p14:nvContentPartPr>
              <p14:xfrm>
                <a:off x="8568105" y="5047410"/>
                <a:ext cx="34200" cy="215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74D3A07-26F9-2EDF-E9CA-EB1D16EAA09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61985" y="5041290"/>
                  <a:ext cx="46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040C10-8EA2-A926-ED69-C0B6D03B6797}"/>
                    </a:ext>
                  </a:extLst>
                </p14:cNvPr>
                <p14:cNvContentPartPr/>
                <p14:nvPr/>
              </p14:nvContentPartPr>
              <p14:xfrm>
                <a:off x="8755305" y="4639170"/>
                <a:ext cx="61920" cy="59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040C10-8EA2-A926-ED69-C0B6D03B679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49185" y="4633050"/>
                  <a:ext cx="74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A90E89D-B92B-D56E-8822-1FF31D0E2B74}"/>
                    </a:ext>
                  </a:extLst>
                </p14:cNvPr>
                <p14:cNvContentPartPr/>
                <p14:nvPr/>
              </p14:nvContentPartPr>
              <p14:xfrm>
                <a:off x="8989665" y="4773090"/>
                <a:ext cx="91800" cy="393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A90E89D-B92B-D56E-8822-1FF31D0E2B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983545" y="4766970"/>
                  <a:ext cx="10404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251CEE5-F81F-E999-57BA-F2CCF8E1F848}"/>
                    </a:ext>
                  </a:extLst>
                </p14:cNvPr>
                <p14:cNvContentPartPr/>
                <p14:nvPr/>
              </p14:nvContentPartPr>
              <p14:xfrm>
                <a:off x="8845665" y="4965330"/>
                <a:ext cx="402840" cy="72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251CEE5-F81F-E999-57BA-F2CCF8E1F84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39545" y="4959210"/>
                  <a:ext cx="41508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5DEDFA6-7073-52A1-CDB0-9D4054E88CCF}"/>
              </a:ext>
            </a:extLst>
          </p:cNvPr>
          <p:cNvGrpSpPr/>
          <p:nvPr/>
        </p:nvGrpSpPr>
        <p:grpSpPr>
          <a:xfrm>
            <a:off x="9692385" y="4727730"/>
            <a:ext cx="1086120" cy="577800"/>
            <a:chOff x="9692385" y="4727730"/>
            <a:chExt cx="1086120" cy="57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7AFC0D-54BD-47C3-98BF-FC556A3661B7}"/>
                    </a:ext>
                  </a:extLst>
                </p14:cNvPr>
                <p14:cNvContentPartPr/>
                <p14:nvPr/>
              </p14:nvContentPartPr>
              <p14:xfrm>
                <a:off x="9738105" y="4988010"/>
                <a:ext cx="232200" cy="203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7AFC0D-54BD-47C3-98BF-FC556A3661B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31985" y="4981890"/>
                  <a:ext cx="244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3B44293-9E96-8529-7810-BEBDAC2E73C8}"/>
                    </a:ext>
                  </a:extLst>
                </p14:cNvPr>
                <p14:cNvContentPartPr/>
                <p14:nvPr/>
              </p14:nvContentPartPr>
              <p14:xfrm>
                <a:off x="9692385" y="4979730"/>
                <a:ext cx="515520" cy="325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3B44293-9E96-8529-7810-BEBDAC2E73C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86265" y="4973610"/>
                  <a:ext cx="527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FC1EE7A-A30A-6218-F139-10286B28268B}"/>
                    </a:ext>
                  </a:extLst>
                </p14:cNvPr>
                <p14:cNvContentPartPr/>
                <p14:nvPr/>
              </p14:nvContentPartPr>
              <p14:xfrm>
                <a:off x="10241025" y="5066130"/>
                <a:ext cx="120600" cy="134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FC1EE7A-A30A-6218-F139-10286B28268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34905" y="5060010"/>
                  <a:ext cx="132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EBF660A-7582-4F7B-6E72-7E8F2E1E3E58}"/>
                    </a:ext>
                  </a:extLst>
                </p14:cNvPr>
                <p14:cNvContentPartPr/>
                <p14:nvPr/>
              </p14:nvContentPartPr>
              <p14:xfrm>
                <a:off x="10498425" y="4727730"/>
                <a:ext cx="10800" cy="78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EBF660A-7582-4F7B-6E72-7E8F2E1E3E5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492305" y="4721610"/>
                  <a:ext cx="23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72358E-28C5-0C2B-0A6B-F0D191FA849D}"/>
                    </a:ext>
                  </a:extLst>
                </p14:cNvPr>
                <p14:cNvContentPartPr/>
                <p14:nvPr/>
              </p14:nvContentPartPr>
              <p14:xfrm>
                <a:off x="10437585" y="4783530"/>
                <a:ext cx="340920" cy="388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72358E-28C5-0C2B-0A6B-F0D191FA84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31465" y="4777410"/>
                  <a:ext cx="35316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4D614CE-6D6C-BAA6-C202-C2A335CFF5DE}"/>
              </a:ext>
            </a:extLst>
          </p:cNvPr>
          <p:cNvGrpSpPr/>
          <p:nvPr/>
        </p:nvGrpSpPr>
        <p:grpSpPr>
          <a:xfrm>
            <a:off x="472785" y="2592210"/>
            <a:ext cx="3310920" cy="854280"/>
            <a:chOff x="472785" y="2592210"/>
            <a:chExt cx="3310920" cy="85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249450-FFCE-D6DB-995C-DBABE3B1C47B}"/>
                    </a:ext>
                  </a:extLst>
                </p14:cNvPr>
                <p14:cNvContentPartPr/>
                <p14:nvPr/>
              </p14:nvContentPartPr>
              <p14:xfrm>
                <a:off x="472785" y="2771490"/>
                <a:ext cx="446400" cy="455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249450-FFCE-D6DB-995C-DBABE3B1C47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6665" y="2765370"/>
                  <a:ext cx="45864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6F452DE-2996-F418-93E0-60BBF6A77C42}"/>
                    </a:ext>
                  </a:extLst>
                </p14:cNvPr>
                <p14:cNvContentPartPr/>
                <p14:nvPr/>
              </p14:nvContentPartPr>
              <p14:xfrm>
                <a:off x="994065" y="2646570"/>
                <a:ext cx="613440" cy="539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6F452DE-2996-F418-93E0-60BBF6A77C4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7945" y="2640450"/>
                  <a:ext cx="62568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2081A3-C63F-AA4F-5D8E-D01BE0398CC5}"/>
                    </a:ext>
                  </a:extLst>
                </p14:cNvPr>
                <p14:cNvContentPartPr/>
                <p14:nvPr/>
              </p14:nvContentPartPr>
              <p14:xfrm>
                <a:off x="1683465" y="2618850"/>
                <a:ext cx="11880" cy="54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2081A3-C63F-AA4F-5D8E-D01BE0398CC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77345" y="2612730"/>
                  <a:ext cx="24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439F7E-8BD7-DCCD-3428-CF125ABAE759}"/>
                    </a:ext>
                  </a:extLst>
                </p14:cNvPr>
                <p14:cNvContentPartPr/>
                <p14:nvPr/>
              </p14:nvContentPartPr>
              <p14:xfrm>
                <a:off x="1813425" y="2592210"/>
                <a:ext cx="154080" cy="546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439F7E-8BD7-DCCD-3428-CF125ABAE75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07305" y="2586090"/>
                  <a:ext cx="16632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F21B74-A912-9537-1E45-AB8F08F4105D}"/>
                    </a:ext>
                  </a:extLst>
                </p14:cNvPr>
                <p14:cNvContentPartPr/>
                <p14:nvPr/>
              </p14:nvContentPartPr>
              <p14:xfrm>
                <a:off x="2165505" y="2870130"/>
                <a:ext cx="408600" cy="337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F21B74-A912-9537-1E45-AB8F08F4105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59385" y="2864010"/>
                  <a:ext cx="4208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4C5525-B508-1FDA-C874-89D5B6F35A4F}"/>
                    </a:ext>
                  </a:extLst>
                </p14:cNvPr>
                <p14:cNvContentPartPr/>
                <p14:nvPr/>
              </p14:nvContentPartPr>
              <p14:xfrm>
                <a:off x="2985225" y="3260010"/>
                <a:ext cx="105480" cy="76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4C5525-B508-1FDA-C874-89D5B6F35A4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79105" y="3253890"/>
                  <a:ext cx="117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14A05FB-0D3C-C05A-606A-6C03BC28CF3F}"/>
                    </a:ext>
                  </a:extLst>
                </p14:cNvPr>
                <p14:cNvContentPartPr/>
                <p14:nvPr/>
              </p14:nvContentPartPr>
              <p14:xfrm>
                <a:off x="3101865" y="2694090"/>
                <a:ext cx="72360" cy="114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14A05FB-0D3C-C05A-606A-6C03BC28CF3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95745" y="2687970"/>
                  <a:ext cx="84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84499C-9E24-E3E8-F8A1-D8F8734E5C53}"/>
                    </a:ext>
                  </a:extLst>
                </p14:cNvPr>
                <p14:cNvContentPartPr/>
                <p14:nvPr/>
              </p14:nvContentPartPr>
              <p14:xfrm>
                <a:off x="3542145" y="2898930"/>
                <a:ext cx="241560" cy="84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84499C-9E24-E3E8-F8A1-D8F8734E5C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36025" y="2892810"/>
                  <a:ext cx="253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2211A9-B9C0-A82F-E0A1-83FDB9492F66}"/>
                    </a:ext>
                  </a:extLst>
                </p14:cNvPr>
                <p14:cNvContentPartPr/>
                <p14:nvPr/>
              </p14:nvContentPartPr>
              <p14:xfrm>
                <a:off x="578265" y="3222930"/>
                <a:ext cx="1591560" cy="223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2211A9-B9C0-A82F-E0A1-83FDB9492F6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2145" y="3216810"/>
                  <a:ext cx="160380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E45DF91-3D37-2F00-038A-1F5C8B94BEE3}"/>
              </a:ext>
            </a:extLst>
          </p:cNvPr>
          <p:cNvGrpSpPr/>
          <p:nvPr/>
        </p:nvGrpSpPr>
        <p:grpSpPr>
          <a:xfrm>
            <a:off x="4517745" y="2399970"/>
            <a:ext cx="5416200" cy="799920"/>
            <a:chOff x="4517745" y="2399970"/>
            <a:chExt cx="5416200" cy="79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D31011F-B5AE-4048-2B41-8E65BD616F0B}"/>
                    </a:ext>
                  </a:extLst>
                </p14:cNvPr>
                <p14:cNvContentPartPr/>
                <p14:nvPr/>
              </p14:nvContentPartPr>
              <p14:xfrm>
                <a:off x="4517745" y="2543970"/>
                <a:ext cx="450720" cy="307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D31011F-B5AE-4048-2B41-8E65BD616F0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11625" y="2537850"/>
                  <a:ext cx="462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6304465-5D11-188C-8C0F-AFF0D2F9BC77}"/>
                    </a:ext>
                  </a:extLst>
                </p14:cNvPr>
                <p14:cNvContentPartPr/>
                <p14:nvPr/>
              </p14:nvContentPartPr>
              <p14:xfrm>
                <a:off x="5126505" y="2399970"/>
                <a:ext cx="888120" cy="430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6304465-5D11-188C-8C0F-AFF0D2F9BC7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20385" y="2393850"/>
                  <a:ext cx="90036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AFA1D2F-031A-EC0F-B455-347AE6CCE7DF}"/>
                    </a:ext>
                  </a:extLst>
                </p14:cNvPr>
                <p14:cNvContentPartPr/>
                <p14:nvPr/>
              </p14:nvContentPartPr>
              <p14:xfrm>
                <a:off x="7134225" y="2454330"/>
                <a:ext cx="50760" cy="437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AFA1D2F-031A-EC0F-B455-347AE6CCE7D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28105" y="2448210"/>
                  <a:ext cx="6300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B32CD7A-C46E-0967-4F01-81416D02A2E8}"/>
                    </a:ext>
                  </a:extLst>
                </p14:cNvPr>
                <p14:cNvContentPartPr/>
                <p14:nvPr/>
              </p14:nvContentPartPr>
              <p14:xfrm>
                <a:off x="7009665" y="2612370"/>
                <a:ext cx="575280" cy="252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B32CD7A-C46E-0967-4F01-81416D02A2E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03545" y="2606250"/>
                  <a:ext cx="5875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9C94C10-737B-26C8-7B35-7041D000E59E}"/>
                    </a:ext>
                  </a:extLst>
                </p14:cNvPr>
                <p14:cNvContentPartPr/>
                <p14:nvPr/>
              </p14:nvContentPartPr>
              <p14:xfrm>
                <a:off x="7944945" y="2533890"/>
                <a:ext cx="308880" cy="317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9C94C10-737B-26C8-7B35-7041D000E59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938825" y="2527770"/>
                  <a:ext cx="3211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8FAD2E-6260-9709-3C61-16D90B62AE46}"/>
                    </a:ext>
                  </a:extLst>
                </p14:cNvPr>
                <p14:cNvContentPartPr/>
                <p14:nvPr/>
              </p14:nvContentPartPr>
              <p14:xfrm>
                <a:off x="8383785" y="2527770"/>
                <a:ext cx="261720" cy="331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8FAD2E-6260-9709-3C61-16D90B62AE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77665" y="2521650"/>
                  <a:ext cx="27396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282F834-3A83-9151-9E69-37C046734845}"/>
                    </a:ext>
                  </a:extLst>
                </p14:cNvPr>
                <p14:cNvContentPartPr/>
                <p14:nvPr/>
              </p14:nvContentPartPr>
              <p14:xfrm>
                <a:off x="8736945" y="2544690"/>
                <a:ext cx="389880" cy="299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282F834-3A83-9151-9E69-37C04673484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30825" y="2538570"/>
                  <a:ext cx="4021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7BCCD03-F8BF-85B5-7F8F-9F480B2688DB}"/>
                    </a:ext>
                  </a:extLst>
                </p14:cNvPr>
                <p14:cNvContentPartPr/>
                <p14:nvPr/>
              </p14:nvContentPartPr>
              <p14:xfrm>
                <a:off x="9179385" y="2690850"/>
                <a:ext cx="25560" cy="27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7BCCD03-F8BF-85B5-7F8F-9F480B2688D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73265" y="2684730"/>
                  <a:ext cx="37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A65334F-24D3-2998-4B69-DFBFE30D6E79}"/>
                    </a:ext>
                  </a:extLst>
                </p14:cNvPr>
                <p14:cNvContentPartPr/>
                <p14:nvPr/>
              </p14:nvContentPartPr>
              <p14:xfrm>
                <a:off x="9091185" y="3064530"/>
                <a:ext cx="58680" cy="61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A65334F-24D3-2998-4B69-DFBFE30D6E7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85065" y="3058410"/>
                  <a:ext cx="70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6E9E044-736D-417C-1626-1E345E284CEA}"/>
                    </a:ext>
                  </a:extLst>
                </p14:cNvPr>
                <p14:cNvContentPartPr/>
                <p14:nvPr/>
              </p14:nvContentPartPr>
              <p14:xfrm>
                <a:off x="9503745" y="2852490"/>
                <a:ext cx="219960" cy="51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6E9E044-736D-417C-1626-1E345E284CE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97625" y="2846370"/>
                  <a:ext cx="2322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D149522-72D2-7E5A-A3F5-AC0E5CC04804}"/>
                    </a:ext>
                  </a:extLst>
                </p14:cNvPr>
                <p14:cNvContentPartPr/>
                <p14:nvPr/>
              </p14:nvContentPartPr>
              <p14:xfrm>
                <a:off x="5092665" y="3122130"/>
                <a:ext cx="2691360" cy="77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D149522-72D2-7E5A-A3F5-AC0E5CC0480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86545" y="3116010"/>
                  <a:ext cx="27036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7E7531-77F3-440A-D962-FA9CB3BED0F9}"/>
                    </a:ext>
                  </a:extLst>
                </p14:cNvPr>
                <p14:cNvContentPartPr/>
                <p14:nvPr/>
              </p14:nvContentPartPr>
              <p14:xfrm>
                <a:off x="9137985" y="2698770"/>
                <a:ext cx="68760" cy="42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7E7531-77F3-440A-D962-FA9CB3BED0F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31865" y="2692650"/>
                  <a:ext cx="81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9EAE9B1-BD6A-1E6C-C29D-5DA852012373}"/>
                    </a:ext>
                  </a:extLst>
                </p14:cNvPr>
                <p14:cNvContentPartPr/>
                <p14:nvPr/>
              </p14:nvContentPartPr>
              <p14:xfrm>
                <a:off x="9079665" y="3126090"/>
                <a:ext cx="73800" cy="46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9EAE9B1-BD6A-1E6C-C29D-5DA85201237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73545" y="3119970"/>
                  <a:ext cx="86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1F7F96B-5C01-C0F9-D7C0-462777F05CC5}"/>
                    </a:ext>
                  </a:extLst>
                </p14:cNvPr>
                <p14:cNvContentPartPr/>
                <p14:nvPr/>
              </p14:nvContentPartPr>
              <p14:xfrm>
                <a:off x="9547305" y="2860770"/>
                <a:ext cx="386640" cy="92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1F7F96B-5C01-C0F9-D7C0-462777F05CC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541185" y="2854650"/>
                  <a:ext cx="39888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CA41DB7-1859-E4E6-C1FF-92B20B04794C}"/>
              </a:ext>
            </a:extLst>
          </p:cNvPr>
          <p:cNvGrpSpPr/>
          <p:nvPr/>
        </p:nvGrpSpPr>
        <p:grpSpPr>
          <a:xfrm>
            <a:off x="689145" y="3766890"/>
            <a:ext cx="1174320" cy="685440"/>
            <a:chOff x="689145" y="3766890"/>
            <a:chExt cx="1174320" cy="68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C231F86-A6A6-682A-3AA7-8E5852122ACC}"/>
                    </a:ext>
                  </a:extLst>
                </p14:cNvPr>
                <p14:cNvContentPartPr/>
                <p14:nvPr/>
              </p14:nvContentPartPr>
              <p14:xfrm>
                <a:off x="689145" y="3968490"/>
                <a:ext cx="418680" cy="483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C231F86-A6A6-682A-3AA7-8E5852122AC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3025" y="3962370"/>
                  <a:ext cx="4309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8C04D9-AE64-5143-3E8E-A9109A1CB9F6}"/>
                    </a:ext>
                  </a:extLst>
                </p14:cNvPr>
                <p14:cNvContentPartPr/>
                <p14:nvPr/>
              </p14:nvContentPartPr>
              <p14:xfrm>
                <a:off x="1269105" y="3766890"/>
                <a:ext cx="594360" cy="349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8C04D9-AE64-5143-3E8E-A9109A1CB9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62985" y="3760770"/>
                  <a:ext cx="60660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4993620-E5E7-F899-05DE-0AC29435AFA3}"/>
              </a:ext>
            </a:extLst>
          </p:cNvPr>
          <p:cNvGrpSpPr/>
          <p:nvPr/>
        </p:nvGrpSpPr>
        <p:grpSpPr>
          <a:xfrm>
            <a:off x="2768505" y="3735210"/>
            <a:ext cx="1091520" cy="677880"/>
            <a:chOff x="2768505" y="3735210"/>
            <a:chExt cx="1091520" cy="67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5F3A2D4-281E-74C4-90F4-6CD6CA2E7E64}"/>
                    </a:ext>
                  </a:extLst>
                </p14:cNvPr>
                <p14:cNvContentPartPr/>
                <p14:nvPr/>
              </p14:nvContentPartPr>
              <p14:xfrm>
                <a:off x="2768505" y="3748530"/>
                <a:ext cx="692280" cy="664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5F3A2D4-281E-74C4-90F4-6CD6CA2E7E6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62385" y="3742410"/>
                  <a:ext cx="70452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BE7D990-4B39-460C-7DB1-800FBBA1889C}"/>
                    </a:ext>
                  </a:extLst>
                </p14:cNvPr>
                <p14:cNvContentPartPr/>
                <p14:nvPr/>
              </p14:nvContentPartPr>
              <p14:xfrm>
                <a:off x="3634665" y="3735210"/>
                <a:ext cx="225360" cy="176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BE7D990-4B39-460C-7DB1-800FBBA188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28545" y="3729090"/>
                  <a:ext cx="2376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8DF82C7-B3AB-4EF3-6CCA-A686A9668CEF}"/>
              </a:ext>
            </a:extLst>
          </p:cNvPr>
          <p:cNvGrpSpPr/>
          <p:nvPr/>
        </p:nvGrpSpPr>
        <p:grpSpPr>
          <a:xfrm>
            <a:off x="4891065" y="3284850"/>
            <a:ext cx="1676520" cy="705240"/>
            <a:chOff x="4891065" y="3284850"/>
            <a:chExt cx="1676520" cy="70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3F5DFA-333E-4750-44EB-C6312E19DA38}"/>
                    </a:ext>
                  </a:extLst>
                </p14:cNvPr>
                <p14:cNvContentPartPr/>
                <p14:nvPr/>
              </p14:nvContentPartPr>
              <p14:xfrm>
                <a:off x="4891065" y="3284850"/>
                <a:ext cx="709560" cy="705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3F5DFA-333E-4750-44EB-C6312E19DA3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884945" y="3278730"/>
                  <a:ext cx="72180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F96D1AD-5E31-FB25-C628-DDA287F25078}"/>
                    </a:ext>
                  </a:extLst>
                </p14:cNvPr>
                <p14:cNvContentPartPr/>
                <p14:nvPr/>
              </p14:nvContentPartPr>
              <p14:xfrm>
                <a:off x="5789265" y="3668250"/>
                <a:ext cx="214200" cy="213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F96D1AD-5E31-FB25-C628-DDA287F2507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83145" y="3662130"/>
                  <a:ext cx="226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5F150B0-6A2B-27C9-472E-80F7295F4118}"/>
                    </a:ext>
                  </a:extLst>
                </p14:cNvPr>
                <p14:cNvContentPartPr/>
                <p14:nvPr/>
              </p14:nvContentPartPr>
              <p14:xfrm>
                <a:off x="6174465" y="3342090"/>
                <a:ext cx="37080" cy="167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5F150B0-6A2B-27C9-472E-80F7295F411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68345" y="3335970"/>
                  <a:ext cx="493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1249FBD-A955-DD4C-79AE-5921EA0731D5}"/>
                    </a:ext>
                  </a:extLst>
                </p14:cNvPr>
                <p14:cNvContentPartPr/>
                <p14:nvPr/>
              </p14:nvContentPartPr>
              <p14:xfrm>
                <a:off x="6330345" y="3468810"/>
                <a:ext cx="118800" cy="367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1249FBD-A955-DD4C-79AE-5921EA0731D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324225" y="3462690"/>
                  <a:ext cx="1310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E49D1D9-F260-0BD9-097E-842998DB419C}"/>
                    </a:ext>
                  </a:extLst>
                </p14:cNvPr>
                <p14:cNvContentPartPr/>
                <p14:nvPr/>
              </p14:nvContentPartPr>
              <p14:xfrm>
                <a:off x="6303345" y="3602010"/>
                <a:ext cx="264240" cy="56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E49D1D9-F260-0BD9-097E-842998DB419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297225" y="3595890"/>
                  <a:ext cx="27648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EE62D75-4CD3-27FA-A3B9-C873D2C6F29C}"/>
              </a:ext>
            </a:extLst>
          </p:cNvPr>
          <p:cNvGrpSpPr/>
          <p:nvPr/>
        </p:nvGrpSpPr>
        <p:grpSpPr>
          <a:xfrm>
            <a:off x="7155105" y="3393570"/>
            <a:ext cx="1609920" cy="468000"/>
            <a:chOff x="7155105" y="3393570"/>
            <a:chExt cx="160992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12A1566-194C-A4D8-441B-782D9F73771F}"/>
                    </a:ext>
                  </a:extLst>
                </p14:cNvPr>
                <p14:cNvContentPartPr/>
                <p14:nvPr/>
              </p14:nvContentPartPr>
              <p14:xfrm>
                <a:off x="7155105" y="3393570"/>
                <a:ext cx="591120" cy="468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12A1566-194C-A4D8-441B-782D9F73771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48985" y="3387450"/>
                  <a:ext cx="6033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E964233-1C3A-52B0-3942-F51FADE11CC4}"/>
                    </a:ext>
                  </a:extLst>
                </p14:cNvPr>
                <p14:cNvContentPartPr/>
                <p14:nvPr/>
              </p14:nvContentPartPr>
              <p14:xfrm>
                <a:off x="7851705" y="3581490"/>
                <a:ext cx="673920" cy="203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E964233-1C3A-52B0-3942-F51FADE11CC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845585" y="3575370"/>
                  <a:ext cx="686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333797F-6C4D-C1CF-3712-A55CA11BC920}"/>
                    </a:ext>
                  </a:extLst>
                </p14:cNvPr>
                <p14:cNvContentPartPr/>
                <p14:nvPr/>
              </p14:nvContentPartPr>
              <p14:xfrm>
                <a:off x="8545065" y="3509850"/>
                <a:ext cx="219960" cy="204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333797F-6C4D-C1CF-3712-A55CA11BC92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38945" y="3503730"/>
                  <a:ext cx="23220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F0E23AF-BA5D-E8F9-F372-01622B57C2A9}"/>
                  </a:ext>
                </a:extLst>
              </p14:cNvPr>
              <p14:cNvContentPartPr/>
              <p14:nvPr/>
            </p14:nvContentPartPr>
            <p14:xfrm>
              <a:off x="10104945" y="3237330"/>
              <a:ext cx="30240" cy="619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F0E23AF-BA5D-E8F9-F372-01622B57C2A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098825" y="3231210"/>
                <a:ext cx="4248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A05C4AD-6638-6C6F-557F-CAE415D5EBF8}"/>
              </a:ext>
            </a:extLst>
          </p:cNvPr>
          <p:cNvGrpSpPr/>
          <p:nvPr/>
        </p:nvGrpSpPr>
        <p:grpSpPr>
          <a:xfrm>
            <a:off x="9951585" y="3492930"/>
            <a:ext cx="614520" cy="354600"/>
            <a:chOff x="9951585" y="3492930"/>
            <a:chExt cx="61452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EFD94BF-20D9-E4A4-8037-83E2AC789201}"/>
                    </a:ext>
                  </a:extLst>
                </p14:cNvPr>
                <p14:cNvContentPartPr/>
                <p14:nvPr/>
              </p14:nvContentPartPr>
              <p14:xfrm>
                <a:off x="9951585" y="3518130"/>
                <a:ext cx="112680" cy="272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EFD94BF-20D9-E4A4-8037-83E2AC7892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945465" y="3512010"/>
                  <a:ext cx="124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EFAB1BC-EA6E-C79B-6059-E3734931230C}"/>
                    </a:ext>
                  </a:extLst>
                </p14:cNvPr>
                <p14:cNvContentPartPr/>
                <p14:nvPr/>
              </p14:nvContentPartPr>
              <p14:xfrm>
                <a:off x="10278825" y="3492930"/>
                <a:ext cx="287280" cy="354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EFAB1BC-EA6E-C79B-6059-E3734931230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272705" y="3486810"/>
                  <a:ext cx="299520" cy="36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56BDFEB-0671-6144-0F4E-A7AB3D1ED33E}"/>
              </a:ext>
            </a:extLst>
          </p:cNvPr>
          <p:cNvGrpSpPr/>
          <p:nvPr/>
        </p:nvGrpSpPr>
        <p:grpSpPr>
          <a:xfrm>
            <a:off x="2015745" y="5925090"/>
            <a:ext cx="2117160" cy="421560"/>
            <a:chOff x="2015745" y="5925090"/>
            <a:chExt cx="211716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8DB3CFF-9A3D-2A7F-105C-9DC4CF654E14}"/>
                    </a:ext>
                  </a:extLst>
                </p14:cNvPr>
                <p14:cNvContentPartPr/>
                <p14:nvPr/>
              </p14:nvContentPartPr>
              <p14:xfrm>
                <a:off x="2015745" y="5925090"/>
                <a:ext cx="723960" cy="421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8DB3CFF-9A3D-2A7F-105C-9DC4CF654E1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09625" y="5918970"/>
                  <a:ext cx="7362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F2B999D-0B99-96BE-23D1-C3EC6289166B}"/>
                    </a:ext>
                  </a:extLst>
                </p14:cNvPr>
                <p14:cNvContentPartPr/>
                <p14:nvPr/>
              </p14:nvContentPartPr>
              <p14:xfrm>
                <a:off x="2832585" y="6075570"/>
                <a:ext cx="822600" cy="171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F2B999D-0B99-96BE-23D1-C3EC6289166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826465" y="6069450"/>
                  <a:ext cx="834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50EF824-603D-17DA-A0F9-B0B4685E2994}"/>
                    </a:ext>
                  </a:extLst>
                </p14:cNvPr>
                <p14:cNvContentPartPr/>
                <p14:nvPr/>
              </p14:nvContentPartPr>
              <p14:xfrm>
                <a:off x="3311385" y="5968650"/>
                <a:ext cx="466560" cy="294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0EF824-603D-17DA-A0F9-B0B4685E299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305265" y="5962530"/>
                  <a:ext cx="4788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BBAD2EE-DAEE-00DA-205F-97E915F30412}"/>
                    </a:ext>
                  </a:extLst>
                </p14:cNvPr>
                <p14:cNvContentPartPr/>
                <p14:nvPr/>
              </p14:nvContentPartPr>
              <p14:xfrm>
                <a:off x="3864345" y="6087810"/>
                <a:ext cx="5040" cy="15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BBAD2EE-DAEE-00DA-205F-97E915F3041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858225" y="6081690"/>
                  <a:ext cx="17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463F2BC-53DF-5512-2EEB-2AA86B269A83}"/>
                    </a:ext>
                  </a:extLst>
                </p14:cNvPr>
                <p14:cNvContentPartPr/>
                <p14:nvPr/>
              </p14:nvContentPartPr>
              <p14:xfrm>
                <a:off x="4058745" y="6281130"/>
                <a:ext cx="20880" cy="14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463F2BC-53DF-5512-2EEB-2AA86B269A8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052625" y="6275010"/>
                  <a:ext cx="33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9C22E8B-3E8F-C015-B281-8C7437F348B0}"/>
                    </a:ext>
                  </a:extLst>
                </p14:cNvPr>
                <p14:cNvContentPartPr/>
                <p14:nvPr/>
              </p14:nvContentPartPr>
              <p14:xfrm>
                <a:off x="4076745" y="6154770"/>
                <a:ext cx="56160" cy="90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9C22E8B-3E8F-C015-B281-8C7437F348B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070625" y="6148650"/>
                  <a:ext cx="684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D107A5F-A1BD-62A8-4938-2CE4C01B1B77}"/>
              </a:ext>
            </a:extLst>
          </p:cNvPr>
          <p:cNvGrpSpPr/>
          <p:nvPr/>
        </p:nvGrpSpPr>
        <p:grpSpPr>
          <a:xfrm>
            <a:off x="5001945" y="5715210"/>
            <a:ext cx="948600" cy="540360"/>
            <a:chOff x="5001945" y="5715210"/>
            <a:chExt cx="948600" cy="54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52AD9AE-1672-75FA-DF0C-4DC8E240C116}"/>
                    </a:ext>
                  </a:extLst>
                </p14:cNvPr>
                <p14:cNvContentPartPr/>
                <p14:nvPr/>
              </p14:nvContentPartPr>
              <p14:xfrm>
                <a:off x="5001945" y="5943810"/>
                <a:ext cx="948600" cy="174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52AD9AE-1672-75FA-DF0C-4DC8E240C11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95825" y="5937690"/>
                  <a:ext cx="960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62250A0-48B2-81F9-FCF5-CEAC110BC58D}"/>
                    </a:ext>
                  </a:extLst>
                </p14:cNvPr>
                <p14:cNvContentPartPr/>
                <p14:nvPr/>
              </p14:nvContentPartPr>
              <p14:xfrm>
                <a:off x="5631225" y="5715210"/>
                <a:ext cx="281160" cy="5403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62250A0-48B2-81F9-FCF5-CEAC110BC58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625105" y="5709090"/>
                  <a:ext cx="293400" cy="55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9CD3435-B8D6-C729-C1BA-92720F311161}"/>
              </a:ext>
            </a:extLst>
          </p:cNvPr>
          <p:cNvGrpSpPr/>
          <p:nvPr/>
        </p:nvGrpSpPr>
        <p:grpSpPr>
          <a:xfrm>
            <a:off x="6738945" y="5570850"/>
            <a:ext cx="4329720" cy="1334880"/>
            <a:chOff x="6738945" y="5570850"/>
            <a:chExt cx="4329720" cy="13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7DCAFBA-E05A-0FBB-4EA2-191E3FC953D7}"/>
                    </a:ext>
                  </a:extLst>
                </p14:cNvPr>
                <p14:cNvContentPartPr/>
                <p14:nvPr/>
              </p14:nvContentPartPr>
              <p14:xfrm>
                <a:off x="6738945" y="5678490"/>
                <a:ext cx="1037160" cy="430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7DCAFBA-E05A-0FBB-4EA2-191E3FC953D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732825" y="5672370"/>
                  <a:ext cx="10494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5C5475F-5EC0-F32C-A71E-F0B6801B9E6D}"/>
                    </a:ext>
                  </a:extLst>
                </p14:cNvPr>
                <p14:cNvContentPartPr/>
                <p14:nvPr/>
              </p14:nvContentPartPr>
              <p14:xfrm>
                <a:off x="7678545" y="5733930"/>
                <a:ext cx="290520" cy="56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5C5475F-5EC0-F32C-A71E-F0B6801B9E6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672425" y="5727810"/>
                  <a:ext cx="302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00B01E6-FCDA-33DD-D2F3-ECBCA1AACE4B}"/>
                    </a:ext>
                  </a:extLst>
                </p14:cNvPr>
                <p14:cNvContentPartPr/>
                <p14:nvPr/>
              </p14:nvContentPartPr>
              <p14:xfrm>
                <a:off x="8136105" y="5570850"/>
                <a:ext cx="175320" cy="614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00B01E6-FCDA-33DD-D2F3-ECBCA1AACE4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129985" y="5564730"/>
                  <a:ext cx="18756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66840F3-4949-BE7A-F0E7-256BB6ABAE03}"/>
                    </a:ext>
                  </a:extLst>
                </p14:cNvPr>
                <p14:cNvContentPartPr/>
                <p14:nvPr/>
              </p14:nvContentPartPr>
              <p14:xfrm>
                <a:off x="8261385" y="5705130"/>
                <a:ext cx="696600" cy="231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66840F3-4949-BE7A-F0E7-256BB6ABAE0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255265" y="5699010"/>
                  <a:ext cx="7088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B42ADCF-0C11-F608-CC3E-D97FB85BB3F5}"/>
                    </a:ext>
                  </a:extLst>
                </p14:cNvPr>
                <p14:cNvContentPartPr/>
                <p14:nvPr/>
              </p14:nvContentPartPr>
              <p14:xfrm>
                <a:off x="9050145" y="5797650"/>
                <a:ext cx="110160" cy="44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B42ADCF-0C11-F608-CC3E-D97FB85BB3F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044025" y="5791530"/>
                  <a:ext cx="122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AA7FCA7-E95D-D3C1-5DC7-C0F1501B7945}"/>
                    </a:ext>
                  </a:extLst>
                </p14:cNvPr>
                <p14:cNvContentPartPr/>
                <p14:nvPr/>
              </p14:nvContentPartPr>
              <p14:xfrm>
                <a:off x="7325745" y="6239370"/>
                <a:ext cx="28440" cy="270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AA7FCA7-E95D-D3C1-5DC7-C0F1501B79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19625" y="6233250"/>
                  <a:ext cx="40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9E04EBE-5F0E-0057-539E-AFE493A3CF14}"/>
                    </a:ext>
                  </a:extLst>
                </p14:cNvPr>
                <p14:cNvContentPartPr/>
                <p14:nvPr/>
              </p14:nvContentPartPr>
              <p14:xfrm>
                <a:off x="7158345" y="6354210"/>
                <a:ext cx="414000" cy="129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9E04EBE-5F0E-0057-539E-AFE493A3CF1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52225" y="6348090"/>
                  <a:ext cx="4262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B78F716-4E6E-29C4-B72F-D5BF8DF38A5F}"/>
                    </a:ext>
                  </a:extLst>
                </p14:cNvPr>
                <p14:cNvContentPartPr/>
                <p14:nvPr/>
              </p14:nvContentPartPr>
              <p14:xfrm>
                <a:off x="7575585" y="6250170"/>
                <a:ext cx="314640" cy="271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B78F716-4E6E-29C4-B72F-D5BF8DF38A5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569465" y="6244050"/>
                  <a:ext cx="3268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96D2AC5-9A79-EE95-B9B5-E7D5A33B9778}"/>
                    </a:ext>
                  </a:extLst>
                </p14:cNvPr>
                <p14:cNvContentPartPr/>
                <p14:nvPr/>
              </p14:nvContentPartPr>
              <p14:xfrm>
                <a:off x="7895265" y="6247290"/>
                <a:ext cx="71640" cy="242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96D2AC5-9A79-EE95-B9B5-E7D5A33B977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89145" y="6241170"/>
                  <a:ext cx="838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085807E-07B8-71E3-E7B2-646DCA1B6AA2}"/>
                    </a:ext>
                  </a:extLst>
                </p14:cNvPr>
                <p14:cNvContentPartPr/>
                <p14:nvPr/>
              </p14:nvContentPartPr>
              <p14:xfrm>
                <a:off x="7906425" y="6243690"/>
                <a:ext cx="298080" cy="281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085807E-07B8-71E3-E7B2-646DCA1B6AA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900305" y="6237570"/>
                  <a:ext cx="3103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509C5F2-89C1-92AF-3A2E-86F77D08B289}"/>
                    </a:ext>
                  </a:extLst>
                </p14:cNvPr>
                <p14:cNvContentPartPr/>
                <p14:nvPr/>
              </p14:nvContentPartPr>
              <p14:xfrm>
                <a:off x="8379825" y="6208410"/>
                <a:ext cx="466200" cy="356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509C5F2-89C1-92AF-3A2E-86F77D08B28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373705" y="6202290"/>
                  <a:ext cx="4784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BA4EF56-6DB6-1B9D-D4E5-46F92C41C56A}"/>
                    </a:ext>
                  </a:extLst>
                </p14:cNvPr>
                <p14:cNvContentPartPr/>
                <p14:nvPr/>
              </p14:nvContentPartPr>
              <p14:xfrm>
                <a:off x="6765585" y="5889810"/>
                <a:ext cx="2675520" cy="1015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BA4EF56-6DB6-1B9D-D4E5-46F92C41C56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759465" y="5883690"/>
                  <a:ext cx="2687760" cy="10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BFAEFF5-61C3-B6BF-656B-BEF5918A75B4}"/>
                    </a:ext>
                  </a:extLst>
                </p14:cNvPr>
                <p14:cNvContentPartPr/>
                <p14:nvPr/>
              </p14:nvContentPartPr>
              <p14:xfrm>
                <a:off x="9302865" y="5942730"/>
                <a:ext cx="1365120" cy="450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BFAEFF5-61C3-B6BF-656B-BEF5918A75B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296745" y="5936610"/>
                  <a:ext cx="13773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9742C4A-EED0-0DB9-37C1-4BE3F6B9D27B}"/>
                    </a:ext>
                  </a:extLst>
                </p14:cNvPr>
                <p14:cNvContentPartPr/>
                <p14:nvPr/>
              </p14:nvContentPartPr>
              <p14:xfrm>
                <a:off x="9540465" y="5815290"/>
                <a:ext cx="1310400" cy="442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9742C4A-EED0-0DB9-37C1-4BE3F6B9D27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534345" y="5809170"/>
                  <a:ext cx="13226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62DDBAE-D208-09C7-A355-9DABAC2EEC39}"/>
                    </a:ext>
                  </a:extLst>
                </p14:cNvPr>
                <p14:cNvContentPartPr/>
                <p14:nvPr/>
              </p14:nvContentPartPr>
              <p14:xfrm>
                <a:off x="10025025" y="6242250"/>
                <a:ext cx="321480" cy="367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62DDBAE-D208-09C7-A355-9DABAC2EEC3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018905" y="6236130"/>
                  <a:ext cx="3337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15720DF-8D3A-50BD-A8FF-CE19009AF4A6}"/>
                    </a:ext>
                  </a:extLst>
                </p14:cNvPr>
                <p14:cNvContentPartPr/>
                <p14:nvPr/>
              </p14:nvContentPartPr>
              <p14:xfrm>
                <a:off x="10519305" y="6293010"/>
                <a:ext cx="221400" cy="198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15720DF-8D3A-50BD-A8FF-CE19009AF4A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513185" y="6286890"/>
                  <a:ext cx="233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68ACC5A-D1A9-1147-2F3A-C465D1F82C6A}"/>
                    </a:ext>
                  </a:extLst>
                </p14:cNvPr>
                <p14:cNvContentPartPr/>
                <p14:nvPr/>
              </p14:nvContentPartPr>
              <p14:xfrm>
                <a:off x="10751865" y="6461130"/>
                <a:ext cx="129600" cy="163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68ACC5A-D1A9-1147-2F3A-C465D1F82C6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745745" y="6455010"/>
                  <a:ext cx="141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DD422D4-1650-002E-7EFF-293D2ECA8D56}"/>
                    </a:ext>
                  </a:extLst>
                </p14:cNvPr>
                <p14:cNvContentPartPr/>
                <p14:nvPr/>
              </p14:nvContentPartPr>
              <p14:xfrm>
                <a:off x="10411665" y="6680370"/>
                <a:ext cx="159480" cy="114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DD422D4-1650-002E-7EFF-293D2ECA8D5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05545" y="6674250"/>
                  <a:ext cx="171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77939DF-D0EC-8145-49BA-AC2F735D06C4}"/>
                    </a:ext>
                  </a:extLst>
                </p14:cNvPr>
                <p14:cNvContentPartPr/>
                <p14:nvPr/>
              </p14:nvContentPartPr>
              <p14:xfrm>
                <a:off x="10798305" y="6687930"/>
                <a:ext cx="111240" cy="77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77939DF-D0EC-8145-49BA-AC2F735D06C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792185" y="6681810"/>
                  <a:ext cx="123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501FFC3-1579-9AA4-03E7-25DDC0344648}"/>
                    </a:ext>
                  </a:extLst>
                </p14:cNvPr>
                <p14:cNvContentPartPr/>
                <p14:nvPr/>
              </p14:nvContentPartPr>
              <p14:xfrm>
                <a:off x="11010345" y="6679290"/>
                <a:ext cx="58320" cy="568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501FFC3-1579-9AA4-03E7-25DDC034464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004225" y="6673170"/>
                  <a:ext cx="70560" cy="6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623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59">
            <a:extLst>
              <a:ext uri="{FF2B5EF4-FFF2-40B4-BE49-F238E27FC236}">
                <a16:creationId xmlns:a16="http://schemas.microsoft.com/office/drawing/2014/main" id="{4355C99B-33F3-19D7-2224-956D6CFD75C6}"/>
              </a:ext>
            </a:extLst>
          </p:cNvPr>
          <p:cNvSpPr txBox="1"/>
          <p:nvPr/>
        </p:nvSpPr>
        <p:spPr>
          <a:xfrm>
            <a:off x="0" y="884816"/>
            <a:ext cx="2066925" cy="1259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count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=-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10</a:t>
            </a: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br>
              <a:rPr lang="en-US" b="0" dirty="0">
                <a:solidFill>
                  <a:srgbClr val="BECFDA"/>
                </a:solidFill>
                <a:effectLst/>
                <a:latin typeface="Mono Lisa"/>
              </a:rPr>
            </a:b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while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count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&lt;=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5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:</a:t>
            </a: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    </a:t>
            </a:r>
            <a:r>
              <a:rPr lang="en-US" b="0" dirty="0">
                <a:solidFill>
                  <a:srgbClr val="49D6E9"/>
                </a:solidFill>
                <a:effectLst/>
                <a:latin typeface="Mono Lisa"/>
              </a:rPr>
              <a:t>print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count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</a:p>
          <a:p>
            <a:pPr>
              <a:lnSpc>
                <a:spcPts val="1500"/>
              </a:lnSpc>
              <a:buNone/>
            </a:pP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    count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=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count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+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1</a:t>
            </a:r>
            <a:endParaRPr lang="en-US" b="0" dirty="0">
              <a:solidFill>
                <a:srgbClr val="BECFDA"/>
              </a:solidFill>
              <a:effectLst/>
              <a:latin typeface="Mono Lis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25E0241-033E-4114-6948-DE04FD9D1625}"/>
                  </a:ext>
                </a:extLst>
              </p14:cNvPr>
              <p14:cNvContentPartPr/>
              <p14:nvPr/>
            </p14:nvContentPartPr>
            <p14:xfrm>
              <a:off x="1732785" y="1534920"/>
              <a:ext cx="65520" cy="374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25E0241-033E-4114-6948-DE04FD9D16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6665" y="1528800"/>
                <a:ext cx="77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7BB66E1-9EA3-88FC-F5B0-EB83BAFFC368}"/>
                  </a:ext>
                </a:extLst>
              </p14:cNvPr>
              <p14:cNvContentPartPr/>
              <p14:nvPr/>
            </p14:nvContentPartPr>
            <p14:xfrm>
              <a:off x="4983945" y="1311720"/>
              <a:ext cx="19800" cy="2520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7BB66E1-9EA3-88FC-F5B0-EB83BAFFC3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7825" y="1305600"/>
                <a:ext cx="320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ADA0B8C7-2A74-B9CC-72B5-644EE7E1F4B2}"/>
                  </a:ext>
                </a:extLst>
              </p14:cNvPr>
              <p14:cNvContentPartPr/>
              <p14:nvPr/>
            </p14:nvContentPartPr>
            <p14:xfrm>
              <a:off x="9572505" y="5227080"/>
              <a:ext cx="38160" cy="115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ADA0B8C7-2A74-B9CC-72B5-644EE7E1F4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66385" y="5220960"/>
                <a:ext cx="5040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A1BA190-EEDE-A3F5-716A-EBD498FBCC91}"/>
              </a:ext>
            </a:extLst>
          </p:cNvPr>
          <p:cNvGrpSpPr/>
          <p:nvPr/>
        </p:nvGrpSpPr>
        <p:grpSpPr>
          <a:xfrm>
            <a:off x="329145" y="-35625"/>
            <a:ext cx="11680200" cy="6057225"/>
            <a:chOff x="329145" y="-35625"/>
            <a:chExt cx="11680200" cy="605722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0FD06DA-75CF-D528-A02E-35216B110E63}"/>
                    </a:ext>
                  </a:extLst>
                </p14:cNvPr>
                <p14:cNvContentPartPr/>
                <p14:nvPr/>
              </p14:nvContentPartPr>
              <p14:xfrm>
                <a:off x="7288665" y="696255"/>
                <a:ext cx="43560" cy="57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0FD06DA-75CF-D528-A02E-35216B110E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82545" y="690135"/>
                  <a:ext cx="558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138754F-EC20-97C5-34E0-18686F7482BE}"/>
                    </a:ext>
                  </a:extLst>
                </p14:cNvPr>
                <p14:cNvContentPartPr/>
                <p14:nvPr/>
              </p14:nvContentPartPr>
              <p14:xfrm>
                <a:off x="7925145" y="2173335"/>
                <a:ext cx="606240" cy="502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138754F-EC20-97C5-34E0-18686F7482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19025" y="2167215"/>
                  <a:ext cx="61848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8613F34-8AE1-6E66-9AB0-2311A6AAADF3}"/>
                    </a:ext>
                  </a:extLst>
                </p14:cNvPr>
                <p14:cNvContentPartPr/>
                <p14:nvPr/>
              </p14:nvContentPartPr>
              <p14:xfrm>
                <a:off x="8589345" y="2451615"/>
                <a:ext cx="136440" cy="160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8613F34-8AE1-6E66-9AB0-2311A6AAAD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83225" y="2445495"/>
                  <a:ext cx="148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866ED0-DF0E-7F8B-6FE5-D9AABA35CAC2}"/>
                    </a:ext>
                  </a:extLst>
                </p14:cNvPr>
                <p14:cNvContentPartPr/>
                <p14:nvPr/>
              </p14:nvContentPartPr>
              <p14:xfrm>
                <a:off x="8825505" y="2399775"/>
                <a:ext cx="230040" cy="236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B866ED0-DF0E-7F8B-6FE5-D9AABA35CA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19385" y="2393655"/>
                  <a:ext cx="2422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7E25ABD-1CB1-8930-2C45-67E29BDB6DB5}"/>
                    </a:ext>
                  </a:extLst>
                </p14:cNvPr>
                <p14:cNvContentPartPr/>
                <p14:nvPr/>
              </p14:nvContentPartPr>
              <p14:xfrm>
                <a:off x="9190185" y="2165415"/>
                <a:ext cx="48600" cy="376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7E25ABD-1CB1-8930-2C45-67E29BDB6DB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84065" y="2159295"/>
                  <a:ext cx="608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7B121B1-C9E4-0124-1EAB-10E97B67CC2F}"/>
                    </a:ext>
                  </a:extLst>
                </p14:cNvPr>
                <p14:cNvContentPartPr/>
                <p14:nvPr/>
              </p14:nvContentPartPr>
              <p14:xfrm>
                <a:off x="9125385" y="2360175"/>
                <a:ext cx="271080" cy="71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7B121B1-C9E4-0124-1EAB-10E97B67CC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19265" y="2354055"/>
                  <a:ext cx="283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16A31EE-713D-F87D-0CA0-79E48CA6D055}"/>
                    </a:ext>
                  </a:extLst>
                </p14:cNvPr>
                <p14:cNvContentPartPr/>
                <p14:nvPr/>
              </p14:nvContentPartPr>
              <p14:xfrm>
                <a:off x="9669705" y="2174415"/>
                <a:ext cx="400320" cy="128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16A31EE-713D-F87D-0CA0-79E48CA6D0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63585" y="2168295"/>
                  <a:ext cx="4125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995D3C2-2E1E-1705-D8C1-21D422DCCD95}"/>
                    </a:ext>
                  </a:extLst>
                </p14:cNvPr>
                <p14:cNvContentPartPr/>
                <p14:nvPr/>
              </p14:nvContentPartPr>
              <p14:xfrm>
                <a:off x="9853665" y="2115375"/>
                <a:ext cx="57600" cy="292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995D3C2-2E1E-1705-D8C1-21D422DCCD9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47545" y="2109255"/>
                  <a:ext cx="698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F63B6A4-5CAD-542A-98DE-AE2E22BA188B}"/>
                    </a:ext>
                  </a:extLst>
                </p14:cNvPr>
                <p14:cNvContentPartPr/>
                <p14:nvPr/>
              </p14:nvContentPartPr>
              <p14:xfrm>
                <a:off x="10378185" y="1915575"/>
                <a:ext cx="117000" cy="376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F63B6A4-5CAD-542A-98DE-AE2E22BA18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72065" y="1909455"/>
                  <a:ext cx="1292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AE4495-1D97-7CE9-F9BC-DC582874F685}"/>
                    </a:ext>
                  </a:extLst>
                </p14:cNvPr>
                <p14:cNvContentPartPr/>
                <p14:nvPr/>
              </p14:nvContentPartPr>
              <p14:xfrm>
                <a:off x="8053305" y="2678775"/>
                <a:ext cx="2449800" cy="462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AE4495-1D97-7CE9-F9BC-DC582874F6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47185" y="2672655"/>
                  <a:ext cx="246204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0AD486D-1DA5-0730-6C39-6F7CDB1EAC0E}"/>
                    </a:ext>
                  </a:extLst>
                </p14:cNvPr>
                <p14:cNvContentPartPr/>
                <p14:nvPr/>
              </p14:nvContentPartPr>
              <p14:xfrm>
                <a:off x="10681665" y="1756455"/>
                <a:ext cx="113400" cy="429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0AD486D-1DA5-0730-6C39-6F7CDB1EAC0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75545" y="1750335"/>
                  <a:ext cx="12564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EBFAB93-7EBE-3D41-9E30-6D7182251FEA}"/>
                    </a:ext>
                  </a:extLst>
                </p14:cNvPr>
                <p14:cNvContentPartPr/>
                <p14:nvPr/>
              </p14:nvContentPartPr>
              <p14:xfrm>
                <a:off x="10530105" y="1983615"/>
                <a:ext cx="2520" cy="5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EBFAB93-7EBE-3D41-9E30-6D7182251FE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23985" y="1977495"/>
                  <a:ext cx="147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64A79FD-6201-4344-65E4-74E7D41BF096}"/>
                    </a:ext>
                  </a:extLst>
                </p14:cNvPr>
                <p14:cNvContentPartPr/>
                <p14:nvPr/>
              </p14:nvContentPartPr>
              <p14:xfrm>
                <a:off x="4265385" y="1257135"/>
                <a:ext cx="712440" cy="52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64A79FD-6201-4344-65E4-74E7D41BF09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59265" y="1251015"/>
                  <a:ext cx="724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B1345B-1A36-2162-BB50-95C1E5D7A7AE}"/>
                    </a:ext>
                  </a:extLst>
                </p14:cNvPr>
                <p14:cNvContentPartPr/>
                <p14:nvPr/>
              </p14:nvContentPartPr>
              <p14:xfrm>
                <a:off x="5267985" y="1037535"/>
                <a:ext cx="25200" cy="305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B1345B-1A36-2162-BB50-95C1E5D7A7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61865" y="1031415"/>
                  <a:ext cx="374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70493BA-F955-B314-B684-515515E3BADF}"/>
                    </a:ext>
                  </a:extLst>
                </p14:cNvPr>
                <p14:cNvContentPartPr/>
                <p14:nvPr/>
              </p14:nvContentPartPr>
              <p14:xfrm>
                <a:off x="5604585" y="955095"/>
                <a:ext cx="333000" cy="388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70493BA-F955-B314-B684-515515E3BA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98465" y="948975"/>
                  <a:ext cx="3452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38FF8D-BF38-CAFF-DF15-894D0CCD8BB7}"/>
                    </a:ext>
                  </a:extLst>
                </p14:cNvPr>
                <p14:cNvContentPartPr/>
                <p14:nvPr/>
              </p14:nvContentPartPr>
              <p14:xfrm>
                <a:off x="4482825" y="328695"/>
                <a:ext cx="304560" cy="422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38FF8D-BF38-CAFF-DF15-894D0CCD8B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76705" y="322575"/>
                  <a:ext cx="3168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601DD0-A834-4BA3-D225-D060031B8925}"/>
                    </a:ext>
                  </a:extLst>
                </p14:cNvPr>
                <p14:cNvContentPartPr/>
                <p14:nvPr/>
              </p14:nvContentPartPr>
              <p14:xfrm>
                <a:off x="4893585" y="381255"/>
                <a:ext cx="478440" cy="253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601DD0-A834-4BA3-D225-D060031B89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87465" y="375135"/>
                  <a:ext cx="490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62F64C-45A0-43F3-32C4-F2DBDEB3BBAC}"/>
                    </a:ext>
                  </a:extLst>
                </p14:cNvPr>
                <p14:cNvContentPartPr/>
                <p14:nvPr/>
              </p14:nvContentPartPr>
              <p14:xfrm>
                <a:off x="5156025" y="437415"/>
                <a:ext cx="440280" cy="109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62F64C-45A0-43F3-32C4-F2DBDEB3BB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9905" y="431295"/>
                  <a:ext cx="452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7E5C556-8823-14B2-7211-CB08E428A08C}"/>
                    </a:ext>
                  </a:extLst>
                </p14:cNvPr>
                <p14:cNvContentPartPr/>
                <p14:nvPr/>
              </p14:nvContentPartPr>
              <p14:xfrm>
                <a:off x="5643465" y="328695"/>
                <a:ext cx="642240" cy="342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7E5C556-8823-14B2-7211-CB08E428A08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37345" y="322575"/>
                  <a:ext cx="6544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EDF65DB-0273-4B4A-AD22-0DD7100CFBE1}"/>
                    </a:ext>
                  </a:extLst>
                </p14:cNvPr>
                <p14:cNvContentPartPr/>
                <p14:nvPr/>
              </p14:nvContentPartPr>
              <p14:xfrm>
                <a:off x="6188145" y="382695"/>
                <a:ext cx="255240" cy="107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EDF65DB-0273-4B4A-AD22-0DD7100CFBE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82025" y="376575"/>
                  <a:ext cx="2674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1BFC90A-FF1E-7735-0DD0-AA7AEB89A3D2}"/>
                    </a:ext>
                  </a:extLst>
                </p14:cNvPr>
                <p14:cNvContentPartPr/>
                <p14:nvPr/>
              </p14:nvContentPartPr>
              <p14:xfrm>
                <a:off x="3992145" y="912615"/>
                <a:ext cx="224280" cy="582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1BFC90A-FF1E-7735-0DD0-AA7AEB89A3D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86025" y="906495"/>
                  <a:ext cx="23652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17F0938-8D94-97AB-0389-B68E8BC40081}"/>
                    </a:ext>
                  </a:extLst>
                </p14:cNvPr>
                <p14:cNvContentPartPr/>
                <p14:nvPr/>
              </p14:nvContentPartPr>
              <p14:xfrm>
                <a:off x="4229025" y="723255"/>
                <a:ext cx="2260080" cy="183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17F0938-8D94-97AB-0389-B68E8BC4008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22905" y="717135"/>
                  <a:ext cx="2272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A891D8B-1898-8F1B-A0D5-92520FEB2273}"/>
                    </a:ext>
                  </a:extLst>
                </p14:cNvPr>
                <p14:cNvContentPartPr/>
                <p14:nvPr/>
              </p14:nvContentPartPr>
              <p14:xfrm>
                <a:off x="6201825" y="682935"/>
                <a:ext cx="194400" cy="745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A891D8B-1898-8F1B-A0D5-92520FEB22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95705" y="676815"/>
                  <a:ext cx="20664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EC0BE8-9B34-4EFF-00CE-C7A2CD4DD42D}"/>
                    </a:ext>
                  </a:extLst>
                </p14:cNvPr>
                <p14:cNvContentPartPr/>
                <p14:nvPr/>
              </p14:nvContentPartPr>
              <p14:xfrm>
                <a:off x="4032825" y="1466655"/>
                <a:ext cx="2406600" cy="166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EC0BE8-9B34-4EFF-00CE-C7A2CD4DD4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26705" y="1460535"/>
                  <a:ext cx="2418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F5F6652-2B91-7013-837B-D95A2089BB3A}"/>
                    </a:ext>
                  </a:extLst>
                </p14:cNvPr>
                <p14:cNvContentPartPr/>
                <p14:nvPr/>
              </p14:nvContentPartPr>
              <p14:xfrm>
                <a:off x="6168705" y="1268655"/>
                <a:ext cx="84960" cy="276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F5F6652-2B91-7013-837B-D95A2089BB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62585" y="1262535"/>
                  <a:ext cx="97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5286580-FF45-FB20-0C01-790064CF904B}"/>
                    </a:ext>
                  </a:extLst>
                </p14:cNvPr>
                <p14:cNvContentPartPr/>
                <p14:nvPr/>
              </p14:nvContentPartPr>
              <p14:xfrm>
                <a:off x="5674785" y="1405095"/>
                <a:ext cx="37080" cy="88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5286580-FF45-FB20-0C01-790064CF90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68665" y="1398975"/>
                  <a:ext cx="493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0C1A44-4D57-D889-924F-3D5CB65A60C8}"/>
                    </a:ext>
                  </a:extLst>
                </p14:cNvPr>
                <p14:cNvContentPartPr/>
                <p14:nvPr/>
              </p14:nvContentPartPr>
              <p14:xfrm>
                <a:off x="8621385" y="302055"/>
                <a:ext cx="36000" cy="69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0C1A44-4D57-D889-924F-3D5CB65A60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15265" y="295935"/>
                  <a:ext cx="48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B574B1D-EC51-50C0-471C-E108108ED84C}"/>
                    </a:ext>
                  </a:extLst>
                </p14:cNvPr>
                <p14:cNvContentPartPr/>
                <p14:nvPr/>
              </p14:nvContentPartPr>
              <p14:xfrm>
                <a:off x="8626785" y="185415"/>
                <a:ext cx="502920" cy="332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B574B1D-EC51-50C0-471C-E108108ED84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20665" y="179295"/>
                  <a:ext cx="5151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D909B4D-9108-F6D6-16E8-9F0A7086D83F}"/>
                    </a:ext>
                  </a:extLst>
                </p14:cNvPr>
                <p14:cNvContentPartPr/>
                <p14:nvPr/>
              </p14:nvContentPartPr>
              <p14:xfrm>
                <a:off x="9274785" y="318975"/>
                <a:ext cx="153720" cy="159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D909B4D-9108-F6D6-16E8-9F0A7086D83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68665" y="312855"/>
                  <a:ext cx="165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8EA5B3A-31DA-48FF-C4B6-B9C74A159DAF}"/>
                    </a:ext>
                  </a:extLst>
                </p14:cNvPr>
                <p14:cNvContentPartPr/>
                <p14:nvPr/>
              </p14:nvContentPartPr>
              <p14:xfrm>
                <a:off x="9536865" y="260295"/>
                <a:ext cx="312480" cy="278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8EA5B3A-31DA-48FF-C4B6-B9C74A159DA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30745" y="254175"/>
                  <a:ext cx="3247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E8B0236-4975-828D-FF97-F771E3F3F42E}"/>
                    </a:ext>
                  </a:extLst>
                </p14:cNvPr>
                <p14:cNvContentPartPr/>
                <p14:nvPr/>
              </p14:nvContentPartPr>
              <p14:xfrm>
                <a:off x="10026105" y="282975"/>
                <a:ext cx="60840" cy="196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E8B0236-4975-828D-FF97-F771E3F3F42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19985" y="276855"/>
                  <a:ext cx="73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2B0ADC4-9F3D-4DB2-3F5F-055C5C33D1ED}"/>
                    </a:ext>
                  </a:extLst>
                </p14:cNvPr>
                <p14:cNvContentPartPr/>
                <p14:nvPr/>
              </p14:nvContentPartPr>
              <p14:xfrm>
                <a:off x="9976065" y="378735"/>
                <a:ext cx="258840" cy="41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2B0ADC4-9F3D-4DB2-3F5F-055C5C33D1E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969945" y="372615"/>
                  <a:ext cx="271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8DCC1E0-2D32-04C9-84B2-18326419A823}"/>
                    </a:ext>
                  </a:extLst>
                </p14:cNvPr>
                <p14:cNvContentPartPr/>
                <p14:nvPr/>
              </p14:nvContentPartPr>
              <p14:xfrm>
                <a:off x="10462065" y="164535"/>
                <a:ext cx="379440" cy="331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8DCC1E0-2D32-04C9-84B2-18326419A82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55945" y="158415"/>
                  <a:ext cx="3916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A5A2969-C5EA-964D-731A-52794C597E35}"/>
                    </a:ext>
                  </a:extLst>
                </p14:cNvPr>
                <p14:cNvContentPartPr/>
                <p14:nvPr/>
              </p14:nvContentPartPr>
              <p14:xfrm>
                <a:off x="11013945" y="227175"/>
                <a:ext cx="203760" cy="66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A5A2969-C5EA-964D-731A-52794C597E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07825" y="221055"/>
                  <a:ext cx="2160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15AD5A7-875F-873B-C4B2-8A7C1A420C25}"/>
                    </a:ext>
                  </a:extLst>
                </p14:cNvPr>
                <p14:cNvContentPartPr/>
                <p14:nvPr/>
              </p14:nvContentPartPr>
              <p14:xfrm>
                <a:off x="10975065" y="454695"/>
                <a:ext cx="296280" cy="55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15AD5A7-875F-873B-C4B2-8A7C1A420C2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968945" y="448575"/>
                  <a:ext cx="308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D0EF19-EED0-9DA0-41C1-B740311856EB}"/>
                    </a:ext>
                  </a:extLst>
                </p14:cNvPr>
                <p14:cNvContentPartPr/>
                <p14:nvPr/>
              </p14:nvContentPartPr>
              <p14:xfrm>
                <a:off x="11475105" y="201615"/>
                <a:ext cx="192960" cy="351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D0EF19-EED0-9DA0-41C1-B740311856E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8985" y="195495"/>
                  <a:ext cx="2052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F04A5B-6D08-4066-CA45-9FF36F680580}"/>
                    </a:ext>
                  </a:extLst>
                </p14:cNvPr>
                <p14:cNvContentPartPr/>
                <p14:nvPr/>
              </p14:nvContentPartPr>
              <p14:xfrm>
                <a:off x="11566905" y="167415"/>
                <a:ext cx="310320" cy="4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F04A5B-6D08-4066-CA45-9FF36F6805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560785" y="161295"/>
                  <a:ext cx="322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2A5446-1426-90C3-AFE7-B2484E42A4C6}"/>
                    </a:ext>
                  </a:extLst>
                </p14:cNvPr>
                <p14:cNvContentPartPr/>
                <p14:nvPr/>
              </p14:nvContentPartPr>
              <p14:xfrm>
                <a:off x="11423985" y="612375"/>
                <a:ext cx="325080" cy="36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2A5446-1426-90C3-AFE7-B2484E42A4C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417865" y="606255"/>
                  <a:ext cx="337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5C81EB-2169-757A-C44F-164DE4B56571}"/>
                    </a:ext>
                  </a:extLst>
                </p14:cNvPr>
                <p14:cNvContentPartPr/>
                <p14:nvPr/>
              </p14:nvContentPartPr>
              <p14:xfrm>
                <a:off x="8943945" y="645135"/>
                <a:ext cx="1281600" cy="40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5C81EB-2169-757A-C44F-164DE4B5657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37825" y="639015"/>
                  <a:ext cx="1293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E73C4C-E419-7F65-F0F6-8207F4E63085}"/>
                    </a:ext>
                  </a:extLst>
                </p14:cNvPr>
                <p14:cNvContentPartPr/>
                <p14:nvPr/>
              </p14:nvContentPartPr>
              <p14:xfrm>
                <a:off x="10612905" y="584295"/>
                <a:ext cx="320040" cy="24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E73C4C-E419-7F65-F0F6-8207F4E630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06785" y="578175"/>
                  <a:ext cx="332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532311-10C1-DCB6-BA8A-0A0C7263E220}"/>
                    </a:ext>
                  </a:extLst>
                </p14:cNvPr>
                <p14:cNvContentPartPr/>
                <p14:nvPr/>
              </p14:nvContentPartPr>
              <p14:xfrm>
                <a:off x="11353065" y="714255"/>
                <a:ext cx="560520" cy="7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532311-10C1-DCB6-BA8A-0A0C7263E22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46945" y="708135"/>
                  <a:ext cx="572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F6E03E9-E374-F5BB-4927-3D189DC25C02}"/>
                    </a:ext>
                  </a:extLst>
                </p14:cNvPr>
                <p14:cNvContentPartPr/>
                <p14:nvPr/>
              </p14:nvContentPartPr>
              <p14:xfrm>
                <a:off x="7326105" y="140055"/>
                <a:ext cx="712800" cy="203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F6E03E9-E374-F5BB-4927-3D189DC25C0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19985" y="133935"/>
                  <a:ext cx="7250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30F2710-F81E-F5A9-9C7B-2EDA2217644C}"/>
                    </a:ext>
                  </a:extLst>
                </p14:cNvPr>
                <p14:cNvContentPartPr/>
                <p14:nvPr/>
              </p14:nvContentPartPr>
              <p14:xfrm>
                <a:off x="8078505" y="126735"/>
                <a:ext cx="17640" cy="151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30F2710-F81E-F5A9-9C7B-2EDA221764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72385" y="120615"/>
                  <a:ext cx="29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2B7D11D-C37B-2E96-4084-FE7B053608CF}"/>
                    </a:ext>
                  </a:extLst>
                </p14:cNvPr>
                <p14:cNvContentPartPr/>
                <p14:nvPr/>
              </p14:nvContentPartPr>
              <p14:xfrm>
                <a:off x="8143665" y="279735"/>
                <a:ext cx="221040" cy="77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2B7D11D-C37B-2E96-4084-FE7B053608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37545" y="273615"/>
                  <a:ext cx="233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5CE190C-33B3-F55D-DC4E-9568AE12E6DB}"/>
                    </a:ext>
                  </a:extLst>
                </p14:cNvPr>
                <p14:cNvContentPartPr/>
                <p14:nvPr/>
              </p14:nvContentPartPr>
              <p14:xfrm>
                <a:off x="10674465" y="600855"/>
                <a:ext cx="19800" cy="9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5CE190C-33B3-F55D-DC4E-9568AE12E6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668345" y="594735"/>
                  <a:ext cx="32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FE1BE9A-FACF-F15D-F51A-449A8BCCB2EA}"/>
                    </a:ext>
                  </a:extLst>
                </p14:cNvPr>
                <p14:cNvContentPartPr/>
                <p14:nvPr/>
              </p14:nvContentPartPr>
              <p14:xfrm>
                <a:off x="11921145" y="288375"/>
                <a:ext cx="20880" cy="43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FE1BE9A-FACF-F15D-F51A-449A8BCCB2E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915025" y="282255"/>
                  <a:ext cx="331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8B6E7B8-00E0-7819-724D-8A2B0565A7D4}"/>
                    </a:ext>
                  </a:extLst>
                </p14:cNvPr>
                <p14:cNvContentPartPr/>
                <p14:nvPr/>
              </p14:nvContentPartPr>
              <p14:xfrm>
                <a:off x="11763465" y="501135"/>
                <a:ext cx="107640" cy="86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8B6E7B8-00E0-7819-724D-8A2B0565A7D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57345" y="495015"/>
                  <a:ext cx="119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0FF8778-CB8A-21D1-F3E7-B21AE142AE85}"/>
                    </a:ext>
                  </a:extLst>
                </p14:cNvPr>
                <p14:cNvContentPartPr/>
                <p14:nvPr/>
              </p14:nvContentPartPr>
              <p14:xfrm>
                <a:off x="8951865" y="862215"/>
                <a:ext cx="70200" cy="357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0FF8778-CB8A-21D1-F3E7-B21AE142AE8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45745" y="856095"/>
                  <a:ext cx="824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662F059-FE21-5CBC-3917-E3F5A881A91C}"/>
                    </a:ext>
                  </a:extLst>
                </p14:cNvPr>
                <p14:cNvContentPartPr/>
                <p14:nvPr/>
              </p14:nvContentPartPr>
              <p14:xfrm>
                <a:off x="9059145" y="974175"/>
                <a:ext cx="94680" cy="131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662F059-FE21-5CBC-3917-E3F5A881A91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53025" y="968055"/>
                  <a:ext cx="106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F465432-882D-AB9D-BD4F-1209B397C0A0}"/>
                    </a:ext>
                  </a:extLst>
                </p14:cNvPr>
                <p14:cNvContentPartPr/>
                <p14:nvPr/>
              </p14:nvContentPartPr>
              <p14:xfrm>
                <a:off x="9225105" y="990735"/>
                <a:ext cx="216360" cy="147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F465432-882D-AB9D-BD4F-1209B397C0A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18985" y="984615"/>
                  <a:ext cx="228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9021888-25B4-6969-96EF-F648408C7676}"/>
                    </a:ext>
                  </a:extLst>
                </p14:cNvPr>
                <p14:cNvContentPartPr/>
                <p14:nvPr/>
              </p14:nvContentPartPr>
              <p14:xfrm>
                <a:off x="9394305" y="896055"/>
                <a:ext cx="67680" cy="54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9021888-25B4-6969-96EF-F648408C767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88185" y="889935"/>
                  <a:ext cx="79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FAD06B-8496-5E14-C510-4EA977BDE4CF}"/>
                    </a:ext>
                  </a:extLst>
                </p14:cNvPr>
                <p14:cNvContentPartPr/>
                <p14:nvPr/>
              </p14:nvContentPartPr>
              <p14:xfrm>
                <a:off x="9596625" y="991095"/>
                <a:ext cx="329400" cy="116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FAD06B-8496-5E14-C510-4EA977BDE4C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90505" y="984975"/>
                  <a:ext cx="341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3EE9844-A567-F7D5-E9A0-36579DA6D425}"/>
                    </a:ext>
                  </a:extLst>
                </p14:cNvPr>
                <p14:cNvContentPartPr/>
                <p14:nvPr/>
              </p14:nvContentPartPr>
              <p14:xfrm>
                <a:off x="9879945" y="984615"/>
                <a:ext cx="283680" cy="93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3EE9844-A567-F7D5-E9A0-36579DA6D42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73825" y="978495"/>
                  <a:ext cx="295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F211D1-16DF-73B2-6566-9B114E3FB380}"/>
                    </a:ext>
                  </a:extLst>
                </p14:cNvPr>
                <p14:cNvContentPartPr/>
                <p14:nvPr/>
              </p14:nvContentPartPr>
              <p14:xfrm>
                <a:off x="10215105" y="759615"/>
                <a:ext cx="276480" cy="320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F211D1-16DF-73B2-6566-9B114E3FB38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08985" y="753495"/>
                  <a:ext cx="2887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6CB79A9-C34E-8F3B-0908-4033A5D80797}"/>
                    </a:ext>
                  </a:extLst>
                </p14:cNvPr>
                <p14:cNvContentPartPr/>
                <p14:nvPr/>
              </p14:nvContentPartPr>
              <p14:xfrm>
                <a:off x="10553865" y="844575"/>
                <a:ext cx="509400" cy="161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6CB79A9-C34E-8F3B-0908-4033A5D8079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47745" y="838455"/>
                  <a:ext cx="5216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1A402EC-F518-8805-5EFA-36A7CD376BAC}"/>
                    </a:ext>
                  </a:extLst>
                </p14:cNvPr>
                <p14:cNvContentPartPr/>
                <p14:nvPr/>
              </p14:nvContentPartPr>
              <p14:xfrm>
                <a:off x="10988745" y="797415"/>
                <a:ext cx="141120" cy="68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1A402EC-F518-8805-5EFA-36A7CD376BA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82625" y="791295"/>
                  <a:ext cx="153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3009A1-7B1A-DFF0-10ED-73A69F10BAA5}"/>
                    </a:ext>
                  </a:extLst>
                </p14:cNvPr>
                <p14:cNvContentPartPr/>
                <p14:nvPr/>
              </p14:nvContentPartPr>
              <p14:xfrm>
                <a:off x="11019345" y="645135"/>
                <a:ext cx="192600" cy="376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3009A1-7B1A-DFF0-10ED-73A69F10BAA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13225" y="639015"/>
                  <a:ext cx="2048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C495889-0D24-80E2-4573-D8F79CDD7E4E}"/>
                    </a:ext>
                  </a:extLst>
                </p14:cNvPr>
                <p14:cNvContentPartPr/>
                <p14:nvPr/>
              </p14:nvContentPartPr>
              <p14:xfrm>
                <a:off x="11626305" y="128895"/>
                <a:ext cx="383040" cy="882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C495889-0D24-80E2-4573-D8F79CDD7E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620185" y="122775"/>
                  <a:ext cx="39528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2A6FC90-60B5-01A8-7D89-0982193E8444}"/>
                    </a:ext>
                  </a:extLst>
                </p14:cNvPr>
                <p14:cNvContentPartPr/>
                <p14:nvPr/>
              </p14:nvContentPartPr>
              <p14:xfrm>
                <a:off x="10627665" y="1229415"/>
                <a:ext cx="11520" cy="6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2A6FC90-60B5-01A8-7D89-0982193E844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21545" y="1223295"/>
                  <a:ext cx="237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4F49D27-CD9A-E2F8-BBDE-3C4DED9AE0ED}"/>
                    </a:ext>
                  </a:extLst>
                </p14:cNvPr>
                <p14:cNvContentPartPr/>
                <p14:nvPr/>
              </p14:nvContentPartPr>
              <p14:xfrm>
                <a:off x="8136105" y="1328055"/>
                <a:ext cx="446760" cy="334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4F49D27-CD9A-E2F8-BBDE-3C4DED9AE0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29985" y="1321935"/>
                  <a:ext cx="4590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0F51C2D-D450-B513-BEDA-C95482A0B037}"/>
                    </a:ext>
                  </a:extLst>
                </p14:cNvPr>
                <p14:cNvContentPartPr/>
                <p14:nvPr/>
              </p14:nvContentPartPr>
              <p14:xfrm>
                <a:off x="8754945" y="1451175"/>
                <a:ext cx="191520" cy="228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0F51C2D-D450-B513-BEDA-C95482A0B0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48825" y="1445055"/>
                  <a:ext cx="203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678AA95-72CF-E069-BFDD-BA494BC117D5}"/>
                    </a:ext>
                  </a:extLst>
                </p14:cNvPr>
                <p14:cNvContentPartPr/>
                <p14:nvPr/>
              </p14:nvContentPartPr>
              <p14:xfrm>
                <a:off x="9025665" y="1392135"/>
                <a:ext cx="240840" cy="343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678AA95-72CF-E069-BFDD-BA494BC117D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019545" y="1386015"/>
                  <a:ext cx="2530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052FA43-BB95-BE5E-800A-91117FD2EF97}"/>
                    </a:ext>
                  </a:extLst>
                </p14:cNvPr>
                <p14:cNvContentPartPr/>
                <p14:nvPr/>
              </p14:nvContentPartPr>
              <p14:xfrm>
                <a:off x="9397545" y="1323015"/>
                <a:ext cx="50400" cy="320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052FA43-BB95-BE5E-800A-91117FD2EF9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391425" y="1316895"/>
                  <a:ext cx="626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C19C989-48E7-C8CA-E6C7-A4893E7526E9}"/>
                    </a:ext>
                  </a:extLst>
                </p14:cNvPr>
                <p14:cNvContentPartPr/>
                <p14:nvPr/>
              </p14:nvContentPartPr>
              <p14:xfrm>
                <a:off x="9300345" y="1440375"/>
                <a:ext cx="208440" cy="41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C19C989-48E7-C8CA-E6C7-A4893E7526E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94225" y="1434255"/>
                  <a:ext cx="220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730ACDC-1A33-2498-E549-03DFE4832C5A}"/>
                    </a:ext>
                  </a:extLst>
                </p14:cNvPr>
                <p14:cNvContentPartPr/>
                <p14:nvPr/>
              </p14:nvContentPartPr>
              <p14:xfrm>
                <a:off x="9620745" y="1388535"/>
                <a:ext cx="335160" cy="97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730ACDC-1A33-2498-E549-03DFE4832C5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14625" y="1382415"/>
                  <a:ext cx="347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4ABF423-7FEB-E1EB-E95F-A7E782079761}"/>
                    </a:ext>
                  </a:extLst>
                </p14:cNvPr>
                <p14:cNvContentPartPr/>
                <p14:nvPr/>
              </p14:nvContentPartPr>
              <p14:xfrm>
                <a:off x="9757545" y="1294215"/>
                <a:ext cx="54000" cy="277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4ABF423-7FEB-E1EB-E95F-A7E78207976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51425" y="1288095"/>
                  <a:ext cx="66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BE05C7A-5D69-F07B-1BD8-0630904BBD2A}"/>
                    </a:ext>
                  </a:extLst>
                </p14:cNvPr>
                <p14:cNvContentPartPr/>
                <p14:nvPr/>
              </p14:nvContentPartPr>
              <p14:xfrm>
                <a:off x="10112505" y="1238415"/>
                <a:ext cx="94680" cy="61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BE05C7A-5D69-F07B-1BD8-0630904BBD2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106385" y="1232295"/>
                  <a:ext cx="106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79D2C7D-6325-B952-4E02-4EC1DBB42988}"/>
                    </a:ext>
                  </a:extLst>
                </p14:cNvPr>
                <p14:cNvContentPartPr/>
                <p14:nvPr/>
              </p14:nvContentPartPr>
              <p14:xfrm>
                <a:off x="10043385" y="1482495"/>
                <a:ext cx="147960" cy="66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79D2C7D-6325-B952-4E02-4EC1DBB4298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37265" y="1476375"/>
                  <a:ext cx="160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1A2E857-E231-D2CD-B938-3D5C59A1C167}"/>
                    </a:ext>
                  </a:extLst>
                </p14:cNvPr>
                <p14:cNvContentPartPr/>
                <p14:nvPr/>
              </p14:nvContentPartPr>
              <p14:xfrm>
                <a:off x="10634145" y="1196655"/>
                <a:ext cx="74520" cy="312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1A2E857-E231-D2CD-B938-3D5C59A1C16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28025" y="1190535"/>
                  <a:ext cx="86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8F3520F-C3DC-94D9-AB07-34053DC2CDFA}"/>
                    </a:ext>
                  </a:extLst>
                </p14:cNvPr>
                <p14:cNvContentPartPr/>
                <p14:nvPr/>
              </p14:nvContentPartPr>
              <p14:xfrm>
                <a:off x="9627945" y="1023135"/>
                <a:ext cx="719640" cy="713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8F3520F-C3DC-94D9-AB07-34053DC2CDF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21825" y="1017015"/>
                  <a:ext cx="73188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549506B-9EF8-046D-7E5A-8C7EA298D5DC}"/>
                    </a:ext>
                  </a:extLst>
                </p14:cNvPr>
                <p14:cNvContentPartPr/>
                <p14:nvPr/>
              </p14:nvContentPartPr>
              <p14:xfrm>
                <a:off x="10529025" y="1550535"/>
                <a:ext cx="8280" cy="18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549506B-9EF8-046D-7E5A-8C7EA298D5D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22905" y="1544415"/>
                  <a:ext cx="20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17986B-B513-8750-420E-75FC9A5A4293}"/>
                    </a:ext>
                  </a:extLst>
                </p14:cNvPr>
                <p14:cNvContentPartPr/>
                <p14:nvPr/>
              </p14:nvContentPartPr>
              <p14:xfrm>
                <a:off x="10755465" y="1485735"/>
                <a:ext cx="15120" cy="9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17986B-B513-8750-420E-75FC9A5A429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49345" y="1479615"/>
                  <a:ext cx="27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93586B8-E242-1FC0-3519-EE980B463FA2}"/>
                    </a:ext>
                  </a:extLst>
                </p14:cNvPr>
                <p14:cNvContentPartPr/>
                <p14:nvPr/>
              </p14:nvContentPartPr>
              <p14:xfrm>
                <a:off x="8769705" y="652695"/>
                <a:ext cx="746640" cy="293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93586B8-E242-1FC0-3519-EE980B463FA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63585" y="646575"/>
                  <a:ext cx="7588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6F07669-35F1-49A9-0A78-189B6376F293}"/>
                    </a:ext>
                  </a:extLst>
                </p14:cNvPr>
                <p14:cNvContentPartPr/>
                <p14:nvPr/>
              </p14:nvContentPartPr>
              <p14:xfrm>
                <a:off x="8629305" y="955095"/>
                <a:ext cx="654120" cy="216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6F07669-35F1-49A9-0A78-189B6376F29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23185" y="948975"/>
                  <a:ext cx="666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FB8A033-CAAD-CED2-B894-E8747D5F864F}"/>
                    </a:ext>
                  </a:extLst>
                </p14:cNvPr>
                <p14:cNvContentPartPr/>
                <p14:nvPr/>
              </p14:nvContentPartPr>
              <p14:xfrm>
                <a:off x="8673945" y="1088655"/>
                <a:ext cx="32400" cy="33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FB8A033-CAAD-CED2-B894-E8747D5F864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67825" y="1082535"/>
                  <a:ext cx="44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4BB900C-51E1-8AA7-B59F-55C760D25614}"/>
                    </a:ext>
                  </a:extLst>
                </p14:cNvPr>
                <p14:cNvContentPartPr/>
                <p14:nvPr/>
              </p14:nvContentPartPr>
              <p14:xfrm>
                <a:off x="6582345" y="991815"/>
                <a:ext cx="2273760" cy="113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4BB900C-51E1-8AA7-B59F-55C760D2561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76225" y="985695"/>
                  <a:ext cx="228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60D5524-2248-7F80-29ED-C648314B6B20}"/>
                    </a:ext>
                  </a:extLst>
                </p14:cNvPr>
                <p14:cNvContentPartPr/>
                <p14:nvPr/>
              </p14:nvContentPartPr>
              <p14:xfrm>
                <a:off x="6389385" y="902535"/>
                <a:ext cx="806040" cy="347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60D5524-2248-7F80-29ED-C648314B6B2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83265" y="896415"/>
                  <a:ext cx="8182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763B191-B5A9-8920-2E61-D00D65EFF560}"/>
                    </a:ext>
                  </a:extLst>
                </p14:cNvPr>
                <p14:cNvContentPartPr/>
                <p14:nvPr/>
              </p14:nvContentPartPr>
              <p14:xfrm>
                <a:off x="7082025" y="1218255"/>
                <a:ext cx="8280" cy="67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763B191-B5A9-8920-2E61-D00D65EFF56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75905" y="1212135"/>
                  <a:ext cx="20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07F0C2A-08AC-C4D4-9D2B-4EA52392936A}"/>
                    </a:ext>
                  </a:extLst>
                </p14:cNvPr>
                <p14:cNvContentPartPr/>
                <p14:nvPr/>
              </p14:nvContentPartPr>
              <p14:xfrm>
                <a:off x="9051225" y="-35625"/>
                <a:ext cx="641520" cy="282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07F0C2A-08AC-C4D4-9D2B-4EA52392936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45105" y="-41745"/>
                  <a:ext cx="6537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B456FB2-2AB6-CA59-9F60-DE5313C7E9EF}"/>
                    </a:ext>
                  </a:extLst>
                </p14:cNvPr>
                <p14:cNvContentPartPr/>
                <p14:nvPr/>
              </p14:nvContentPartPr>
              <p14:xfrm>
                <a:off x="9704985" y="84120"/>
                <a:ext cx="420840" cy="163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B456FB2-2AB6-CA59-9F60-DE5313C7E9E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98865" y="78000"/>
                  <a:ext cx="433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DDBEE04-A570-2FA9-3144-4CC9B1DD73BA}"/>
                    </a:ext>
                  </a:extLst>
                </p14:cNvPr>
                <p14:cNvContentPartPr/>
                <p14:nvPr/>
              </p14:nvContentPartPr>
              <p14:xfrm>
                <a:off x="9060225" y="624840"/>
                <a:ext cx="831240" cy="18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DDBEE04-A570-2FA9-3144-4CC9B1DD73B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054105" y="618720"/>
                  <a:ext cx="8434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80D31A2-5269-B53C-27E9-63435CED929D}"/>
                    </a:ext>
                  </a:extLst>
                </p14:cNvPr>
                <p14:cNvContentPartPr/>
                <p14:nvPr/>
              </p14:nvContentPartPr>
              <p14:xfrm>
                <a:off x="9446865" y="618720"/>
                <a:ext cx="896400" cy="65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80D31A2-5269-B53C-27E9-63435CED929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440745" y="612600"/>
                  <a:ext cx="908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725737F-946B-6C85-5E4D-4511D38BA3C9}"/>
                    </a:ext>
                  </a:extLst>
                </p14:cNvPr>
                <p14:cNvContentPartPr/>
                <p14:nvPr/>
              </p14:nvContentPartPr>
              <p14:xfrm>
                <a:off x="10230945" y="627720"/>
                <a:ext cx="464400" cy="26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725737F-946B-6C85-5E4D-4511D38BA3C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24825" y="621600"/>
                  <a:ext cx="476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CE96488-AE77-7B65-F8B6-1AB11635A42B}"/>
                    </a:ext>
                  </a:extLst>
                </p14:cNvPr>
                <p14:cNvContentPartPr/>
                <p14:nvPr/>
              </p14:nvContentPartPr>
              <p14:xfrm>
                <a:off x="10721265" y="645720"/>
                <a:ext cx="542160" cy="252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CE96488-AE77-7B65-F8B6-1AB11635A42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715145" y="639600"/>
                  <a:ext cx="554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22D9360-F54D-547F-EF6A-C438AAD2B37C}"/>
                    </a:ext>
                  </a:extLst>
                </p14:cNvPr>
                <p14:cNvContentPartPr/>
                <p14:nvPr/>
              </p14:nvContentPartPr>
              <p14:xfrm>
                <a:off x="9115305" y="1811040"/>
                <a:ext cx="49680" cy="13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22D9360-F54D-547F-EF6A-C438AAD2B37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09185" y="1804920"/>
                  <a:ext cx="61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7D6D647-E9BF-022F-2CD4-AB572C192FA7}"/>
                    </a:ext>
                  </a:extLst>
                </p14:cNvPr>
                <p14:cNvContentPartPr/>
                <p14:nvPr/>
              </p14:nvContentPartPr>
              <p14:xfrm>
                <a:off x="9398625" y="2693400"/>
                <a:ext cx="531720" cy="30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7D6D647-E9BF-022F-2CD4-AB572C192FA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92505" y="2687280"/>
                  <a:ext cx="543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7CE5EF9-406F-6505-9D7A-B8ECE7C71FD5}"/>
                    </a:ext>
                  </a:extLst>
                </p14:cNvPr>
                <p14:cNvContentPartPr/>
                <p14:nvPr/>
              </p14:nvContentPartPr>
              <p14:xfrm>
                <a:off x="9549465" y="2552280"/>
                <a:ext cx="1126080" cy="1566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7CE5EF9-406F-6505-9D7A-B8ECE7C71FD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543345" y="2546160"/>
                  <a:ext cx="1138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75B9CED-FADC-482C-7265-0458D591FBB4}"/>
                    </a:ext>
                  </a:extLst>
                </p14:cNvPr>
                <p14:cNvContentPartPr/>
                <p14:nvPr/>
              </p14:nvContentPartPr>
              <p14:xfrm>
                <a:off x="9769065" y="2610960"/>
                <a:ext cx="702000" cy="83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75B9CED-FADC-482C-7265-0458D591FBB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62945" y="2604840"/>
                  <a:ext cx="714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D5983C1-6757-E889-8EEF-6058D4223042}"/>
                    </a:ext>
                  </a:extLst>
                </p14:cNvPr>
                <p14:cNvContentPartPr/>
                <p14:nvPr/>
              </p14:nvContentPartPr>
              <p14:xfrm>
                <a:off x="9928905" y="2556600"/>
                <a:ext cx="921600" cy="169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D5983C1-6757-E889-8EEF-6058D422304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22785" y="2550480"/>
                  <a:ext cx="933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8343314-6570-6F90-BE63-5DBA80DE56B1}"/>
                    </a:ext>
                  </a:extLst>
                </p14:cNvPr>
                <p14:cNvContentPartPr/>
                <p14:nvPr/>
              </p14:nvContentPartPr>
              <p14:xfrm>
                <a:off x="10097025" y="2600520"/>
                <a:ext cx="482760" cy="87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8343314-6570-6F90-BE63-5DBA80DE56B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90905" y="2594400"/>
                  <a:ext cx="4950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63CB7BA-9761-7747-26BE-B01B23176E28}"/>
                    </a:ext>
                  </a:extLst>
                </p14:cNvPr>
                <p14:cNvContentPartPr/>
                <p14:nvPr/>
              </p14:nvContentPartPr>
              <p14:xfrm>
                <a:off x="10495905" y="2574960"/>
                <a:ext cx="34560" cy="27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63CB7BA-9761-7747-26BE-B01B23176E2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89785" y="2568840"/>
                  <a:ext cx="46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723404E-0046-46FE-A76E-8F3864CEE8D9}"/>
                    </a:ext>
                  </a:extLst>
                </p14:cNvPr>
                <p14:cNvContentPartPr/>
                <p14:nvPr/>
              </p14:nvContentPartPr>
              <p14:xfrm>
                <a:off x="9728025" y="5029440"/>
                <a:ext cx="26280" cy="61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723404E-0046-46FE-A76E-8F3864CEE8D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21905" y="5023320"/>
                  <a:ext cx="38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AD6BAEE-5260-7422-A5EE-10E4DF47F2DC}"/>
                    </a:ext>
                  </a:extLst>
                </p14:cNvPr>
                <p14:cNvContentPartPr/>
                <p14:nvPr/>
              </p14:nvContentPartPr>
              <p14:xfrm>
                <a:off x="329145" y="252015"/>
                <a:ext cx="490320" cy="332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AD6BAEE-5260-7422-A5EE-10E4DF47F2D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23025" y="245895"/>
                  <a:ext cx="5025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611154-EEFE-344B-8F8A-C84518A5AA45}"/>
                    </a:ext>
                  </a:extLst>
                </p14:cNvPr>
                <p14:cNvContentPartPr/>
                <p14:nvPr/>
              </p14:nvContentPartPr>
              <p14:xfrm>
                <a:off x="871665" y="337695"/>
                <a:ext cx="193680" cy="153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611154-EEFE-344B-8F8A-C84518A5AA4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65545" y="331575"/>
                  <a:ext cx="205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2F2065-4A99-CAA5-7B17-7F60C5556D16}"/>
                    </a:ext>
                  </a:extLst>
                </p14:cNvPr>
                <p14:cNvContentPartPr/>
                <p14:nvPr/>
              </p14:nvContentPartPr>
              <p14:xfrm>
                <a:off x="1179465" y="269295"/>
                <a:ext cx="112320" cy="149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2F2065-4A99-CAA5-7B17-7F60C5556D1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73345" y="263175"/>
                  <a:ext cx="124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2AF6AA-2999-AE32-195E-8E7626709E2E}"/>
                    </a:ext>
                  </a:extLst>
                </p14:cNvPr>
                <p14:cNvContentPartPr/>
                <p14:nvPr/>
              </p14:nvContentPartPr>
              <p14:xfrm>
                <a:off x="1434345" y="119535"/>
                <a:ext cx="43200" cy="285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2AF6AA-2999-AE32-195E-8E7626709E2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28225" y="113415"/>
                  <a:ext cx="554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4E9D8AE-3FB1-D852-4E04-569C9E5095F8}"/>
                    </a:ext>
                  </a:extLst>
                </p14:cNvPr>
                <p14:cNvContentPartPr/>
                <p14:nvPr/>
              </p14:nvContentPartPr>
              <p14:xfrm>
                <a:off x="1278825" y="298455"/>
                <a:ext cx="236880" cy="67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4E9D8AE-3FB1-D852-4E04-569C9E5095F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72705" y="292335"/>
                  <a:ext cx="2491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F894462-31BD-F6E7-8483-804F692E5FBF}"/>
                    </a:ext>
                  </a:extLst>
                </p14:cNvPr>
                <p14:cNvContentPartPr/>
                <p14:nvPr/>
              </p14:nvContentPartPr>
              <p14:xfrm>
                <a:off x="1622985" y="233655"/>
                <a:ext cx="167400" cy="85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F894462-31BD-F6E7-8483-804F692E5FB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16865" y="227535"/>
                  <a:ext cx="179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C39422-3DD3-B5CC-D99B-663727156F50}"/>
                    </a:ext>
                  </a:extLst>
                </p14:cNvPr>
                <p14:cNvContentPartPr/>
                <p14:nvPr/>
              </p14:nvContentPartPr>
              <p14:xfrm>
                <a:off x="1698225" y="344895"/>
                <a:ext cx="156960" cy="78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C39422-3DD3-B5CC-D99B-663727156F5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92105" y="338775"/>
                  <a:ext cx="169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BF62B7F-3C97-80B7-D40A-8E7700460F10}"/>
                    </a:ext>
                  </a:extLst>
                </p14:cNvPr>
                <p14:cNvContentPartPr/>
                <p14:nvPr/>
              </p14:nvContentPartPr>
              <p14:xfrm>
                <a:off x="2122305" y="255255"/>
                <a:ext cx="265680" cy="11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BF62B7F-3C97-80B7-D40A-8E7700460F1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16185" y="249135"/>
                  <a:ext cx="2779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34ED61C-599A-6A66-8A9E-A0FA51F959FB}"/>
                    </a:ext>
                  </a:extLst>
                </p14:cNvPr>
                <p14:cNvContentPartPr/>
                <p14:nvPr/>
              </p14:nvContentPartPr>
              <p14:xfrm>
                <a:off x="2619105" y="107655"/>
                <a:ext cx="20160" cy="232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34ED61C-599A-6A66-8A9E-A0FA51F959F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12985" y="101535"/>
                  <a:ext cx="324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6F1C9F0-B0A5-78B0-1FCE-0C677959A8E6}"/>
                    </a:ext>
                  </a:extLst>
                </p14:cNvPr>
                <p14:cNvContentPartPr/>
                <p14:nvPr/>
              </p14:nvContentPartPr>
              <p14:xfrm>
                <a:off x="2717745" y="91095"/>
                <a:ext cx="348480" cy="196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6F1C9F0-B0A5-78B0-1FCE-0C677959A8E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11625" y="84975"/>
                  <a:ext cx="360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3C6592A-24F5-D754-72B6-01A0C4E48506}"/>
                    </a:ext>
                  </a:extLst>
                </p14:cNvPr>
                <p14:cNvContentPartPr/>
                <p14:nvPr/>
              </p14:nvContentPartPr>
              <p14:xfrm>
                <a:off x="2313105" y="342735"/>
                <a:ext cx="828000" cy="252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3C6592A-24F5-D754-72B6-01A0C4E4850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06985" y="336615"/>
                  <a:ext cx="8402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15FA9FC-446F-E60C-BDE6-ED6DEE44F696}"/>
                    </a:ext>
                  </a:extLst>
                </p14:cNvPr>
                <p14:cNvContentPartPr/>
                <p14:nvPr/>
              </p14:nvContentPartPr>
              <p14:xfrm>
                <a:off x="2114385" y="808800"/>
                <a:ext cx="522720" cy="153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15FA9FC-446F-E60C-BDE6-ED6DEE44F69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108265" y="802680"/>
                  <a:ext cx="534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99A71C1-ECDE-C4A8-CCDA-5B9BA785C5BF}"/>
                    </a:ext>
                  </a:extLst>
                </p14:cNvPr>
                <p14:cNvContentPartPr/>
                <p14:nvPr/>
              </p14:nvContentPartPr>
              <p14:xfrm>
                <a:off x="2672025" y="528000"/>
                <a:ext cx="254520" cy="4312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99A71C1-ECDE-C4A8-CCDA-5B9BA785C5B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665905" y="521880"/>
                  <a:ext cx="26676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8DE3CE0-4987-B738-1AF2-F679E06712E5}"/>
                    </a:ext>
                  </a:extLst>
                </p14:cNvPr>
                <p14:cNvContentPartPr/>
                <p14:nvPr/>
              </p14:nvContentPartPr>
              <p14:xfrm>
                <a:off x="3250545" y="354120"/>
                <a:ext cx="385920" cy="3322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8DE3CE0-4987-B738-1AF2-F679E06712E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244425" y="348000"/>
                  <a:ext cx="3981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6EFC16B-9157-0B21-3059-267F4AEFB741}"/>
                    </a:ext>
                  </a:extLst>
                </p14:cNvPr>
                <p14:cNvContentPartPr/>
                <p14:nvPr/>
              </p14:nvContentPartPr>
              <p14:xfrm>
                <a:off x="3614145" y="247920"/>
                <a:ext cx="185400" cy="104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6EFC16B-9157-0B21-3059-267F4AEFB74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08025" y="241800"/>
                  <a:ext cx="197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CEE89BD-9D95-0AD2-659F-150FB6BDBF41}"/>
                    </a:ext>
                  </a:extLst>
                </p14:cNvPr>
                <p14:cNvContentPartPr/>
                <p14:nvPr/>
              </p14:nvContentPartPr>
              <p14:xfrm>
                <a:off x="3770745" y="422880"/>
                <a:ext cx="142200" cy="795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CEE89BD-9D95-0AD2-659F-150FB6BDBF4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64625" y="416760"/>
                  <a:ext cx="154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000C4E2-2C48-1E79-E6C0-79678E86DCD1}"/>
                    </a:ext>
                  </a:extLst>
                </p14:cNvPr>
                <p14:cNvContentPartPr/>
                <p14:nvPr/>
              </p14:nvContentPartPr>
              <p14:xfrm>
                <a:off x="4043265" y="104640"/>
                <a:ext cx="104040" cy="345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000C4E2-2C48-1E79-E6C0-79678E86DCD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37145" y="98520"/>
                  <a:ext cx="1162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4D4D404-774A-BE7E-C522-5B1D82CBB027}"/>
                    </a:ext>
                  </a:extLst>
                </p14:cNvPr>
                <p14:cNvContentPartPr/>
                <p14:nvPr/>
              </p14:nvContentPartPr>
              <p14:xfrm>
                <a:off x="4080345" y="-16320"/>
                <a:ext cx="198000" cy="78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4D4D404-774A-BE7E-C522-5B1D82CBB02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74225" y="-22440"/>
                  <a:ext cx="210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2A0AFBF-C95D-2CEB-F965-5ADA3CAB16BA}"/>
                    </a:ext>
                  </a:extLst>
                </p14:cNvPr>
                <p14:cNvContentPartPr/>
                <p14:nvPr/>
              </p14:nvContentPartPr>
              <p14:xfrm>
                <a:off x="2826465" y="578400"/>
                <a:ext cx="1298160" cy="4942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2A0AFBF-C95D-2CEB-F965-5ADA3CAB16B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820345" y="572280"/>
                  <a:ext cx="13104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3A24F2F-3762-5CCF-C03F-A084DD36698D}"/>
                    </a:ext>
                  </a:extLst>
                </p14:cNvPr>
                <p14:cNvContentPartPr/>
                <p14:nvPr/>
              </p14:nvContentPartPr>
              <p14:xfrm>
                <a:off x="2846985" y="577320"/>
                <a:ext cx="1342080" cy="554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3A24F2F-3762-5CCF-C03F-A084DD36698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840865" y="571200"/>
                  <a:ext cx="135432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5263EC-5E7A-0C77-E7C3-841ADB8938D0}"/>
                    </a:ext>
                  </a:extLst>
                </p14:cNvPr>
                <p14:cNvContentPartPr/>
                <p14:nvPr/>
              </p14:nvContentPartPr>
              <p14:xfrm>
                <a:off x="2549625" y="781800"/>
                <a:ext cx="792720" cy="473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5263EC-5E7A-0C77-E7C3-841ADB8938D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543505" y="775680"/>
                  <a:ext cx="80496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38AB471-73C8-AF0E-221B-CDC81F6514B4}"/>
                    </a:ext>
                  </a:extLst>
                </p14:cNvPr>
                <p14:cNvContentPartPr/>
                <p14:nvPr/>
              </p14:nvContentPartPr>
              <p14:xfrm>
                <a:off x="2727105" y="968280"/>
                <a:ext cx="593640" cy="3124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38AB471-73C8-AF0E-221B-CDC81F6514B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720985" y="962160"/>
                  <a:ext cx="6058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84693E1-5970-0A60-F37D-74D44B4FE5F4}"/>
                    </a:ext>
                  </a:extLst>
                </p14:cNvPr>
                <p14:cNvContentPartPr/>
                <p14:nvPr/>
              </p14:nvContentPartPr>
              <p14:xfrm>
                <a:off x="4091865" y="508920"/>
                <a:ext cx="4680" cy="6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84693E1-5970-0A60-F37D-74D44B4FE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85745" y="502800"/>
                  <a:ext cx="16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E4AD4B6-1098-3BE8-51E3-7455FFD6038B}"/>
                    </a:ext>
                  </a:extLst>
                </p14:cNvPr>
                <p14:cNvContentPartPr/>
                <p14:nvPr/>
              </p14:nvContentPartPr>
              <p14:xfrm>
                <a:off x="4646265" y="2079240"/>
                <a:ext cx="567360" cy="1454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E4AD4B6-1098-3BE8-51E3-7455FFD6038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640145" y="2073120"/>
                  <a:ext cx="579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8DD0887-81D6-400A-849E-C5DF379AC65A}"/>
                    </a:ext>
                  </a:extLst>
                </p14:cNvPr>
                <p14:cNvContentPartPr/>
                <p14:nvPr/>
              </p14:nvContentPartPr>
              <p14:xfrm>
                <a:off x="5842905" y="1763160"/>
                <a:ext cx="409320" cy="780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8DD0887-81D6-400A-849E-C5DF379AC65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836785" y="1757040"/>
                  <a:ext cx="42156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E63EA5D-28DA-AB0A-54BC-F3299CDB20C0}"/>
                    </a:ext>
                  </a:extLst>
                </p14:cNvPr>
                <p14:cNvContentPartPr/>
                <p14:nvPr/>
              </p14:nvContentPartPr>
              <p14:xfrm>
                <a:off x="4568865" y="1294800"/>
                <a:ext cx="2379240" cy="1657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E63EA5D-28DA-AB0A-54BC-F3299CDB20C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62745" y="1288680"/>
                  <a:ext cx="2391480" cy="16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6212E3B-E537-7F65-53B3-341F7BC72B4A}"/>
                    </a:ext>
                  </a:extLst>
                </p14:cNvPr>
                <p14:cNvContentPartPr/>
                <p14:nvPr/>
              </p14:nvContentPartPr>
              <p14:xfrm>
                <a:off x="6324945" y="2585040"/>
                <a:ext cx="91080" cy="147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6212E3B-E537-7F65-53B3-341F7BC72B4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318825" y="2578920"/>
                  <a:ext cx="103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25548AB-F073-0994-F218-921375F79BA9}"/>
                    </a:ext>
                  </a:extLst>
                </p14:cNvPr>
                <p14:cNvContentPartPr/>
                <p14:nvPr/>
              </p14:nvContentPartPr>
              <p14:xfrm>
                <a:off x="9959865" y="2558400"/>
                <a:ext cx="70200" cy="324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25548AB-F073-0994-F218-921375F79BA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953745" y="2552280"/>
                  <a:ext cx="82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876D4C0-26FC-DDE1-4F94-F83EE083D724}"/>
                    </a:ext>
                  </a:extLst>
                </p14:cNvPr>
                <p14:cNvContentPartPr/>
                <p14:nvPr/>
              </p14:nvContentPartPr>
              <p14:xfrm>
                <a:off x="8289825" y="3934815"/>
                <a:ext cx="60840" cy="37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876D4C0-26FC-DDE1-4F94-F83EE083D72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283705" y="3928695"/>
                  <a:ext cx="73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28808BB-D123-FAB0-5A8A-0299DEA3F1E7}"/>
                    </a:ext>
                  </a:extLst>
                </p14:cNvPr>
                <p14:cNvContentPartPr/>
                <p14:nvPr/>
              </p14:nvContentPartPr>
              <p14:xfrm>
                <a:off x="9029985" y="3237135"/>
                <a:ext cx="48240" cy="295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28808BB-D123-FAB0-5A8A-0299DEA3F1E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023865" y="3231015"/>
                  <a:ext cx="604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6F14D68-16F1-E9DD-8DB7-2B3EB5A3D630}"/>
                    </a:ext>
                  </a:extLst>
                </p14:cNvPr>
                <p14:cNvContentPartPr/>
                <p14:nvPr/>
              </p14:nvContentPartPr>
              <p14:xfrm>
                <a:off x="8543625" y="3381495"/>
                <a:ext cx="300960" cy="56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6F14D68-16F1-E9DD-8DB7-2B3EB5A3D63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37505" y="3375375"/>
                  <a:ext cx="313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6AA1E56-C0DD-555B-8225-7E071B61E8A2}"/>
                    </a:ext>
                  </a:extLst>
                </p14:cNvPr>
                <p14:cNvContentPartPr/>
                <p14:nvPr/>
              </p14:nvContentPartPr>
              <p14:xfrm>
                <a:off x="9290265" y="3097815"/>
                <a:ext cx="230040" cy="387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6AA1E56-C0DD-555B-8225-7E071B61E8A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84145" y="3091695"/>
                  <a:ext cx="2422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47891CA-C83F-0AD6-4930-C3EDFA98A71E}"/>
                    </a:ext>
                  </a:extLst>
                </p14:cNvPr>
                <p14:cNvContentPartPr/>
                <p14:nvPr/>
              </p14:nvContentPartPr>
              <p14:xfrm>
                <a:off x="8860425" y="3755175"/>
                <a:ext cx="20880" cy="8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47891CA-C83F-0AD6-4930-C3EDFA98A71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854305" y="3749055"/>
                  <a:ext cx="33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CC587F6-C798-D777-77BB-F321BA63E9ED}"/>
                    </a:ext>
                  </a:extLst>
                </p14:cNvPr>
                <p14:cNvContentPartPr/>
                <p14:nvPr/>
              </p14:nvContentPartPr>
              <p14:xfrm>
                <a:off x="8808945" y="3593175"/>
                <a:ext cx="572760" cy="136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CC587F6-C798-D777-77BB-F321BA63E9E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802825" y="3587055"/>
                  <a:ext cx="585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D1939A4-9894-1DB0-4F9E-066FB0148CCE}"/>
                    </a:ext>
                  </a:extLst>
                </p14:cNvPr>
                <p14:cNvContentPartPr/>
                <p14:nvPr/>
              </p14:nvContentPartPr>
              <p14:xfrm>
                <a:off x="8568825" y="2935815"/>
                <a:ext cx="1065960" cy="751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D1939A4-9894-1DB0-4F9E-066FB0148CC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562705" y="2929695"/>
                  <a:ext cx="107820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F15F841-DBDB-FA26-F800-B3404237C8C4}"/>
                    </a:ext>
                  </a:extLst>
                </p14:cNvPr>
                <p14:cNvContentPartPr/>
                <p14:nvPr/>
              </p14:nvContentPartPr>
              <p14:xfrm>
                <a:off x="8909385" y="3515055"/>
                <a:ext cx="30240" cy="97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F15F841-DBDB-FA26-F800-B3404237C8C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03265" y="3508935"/>
                  <a:ext cx="42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9FC93E0-9F21-988D-DC01-0DC82B230227}"/>
                    </a:ext>
                  </a:extLst>
                </p14:cNvPr>
                <p14:cNvContentPartPr/>
                <p14:nvPr/>
              </p14:nvContentPartPr>
              <p14:xfrm>
                <a:off x="8613465" y="4615935"/>
                <a:ext cx="543240" cy="144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9FC93E0-9F21-988D-DC01-0DC82B23022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607345" y="4609815"/>
                  <a:ext cx="5554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8141702-FAB4-5B0C-7E35-54FBCF36C140}"/>
                    </a:ext>
                  </a:extLst>
                </p14:cNvPr>
                <p14:cNvContentPartPr/>
                <p14:nvPr/>
              </p14:nvContentPartPr>
              <p14:xfrm>
                <a:off x="8588265" y="4617375"/>
                <a:ext cx="663840" cy="146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8141702-FAB4-5B0C-7E35-54FBCF36C14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582145" y="4611255"/>
                  <a:ext cx="6760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6DA2641-0066-D912-DFC2-47647C3244AF}"/>
                    </a:ext>
                  </a:extLst>
                </p14:cNvPr>
                <p14:cNvContentPartPr/>
                <p14:nvPr/>
              </p14:nvContentPartPr>
              <p14:xfrm>
                <a:off x="8571345" y="4597575"/>
                <a:ext cx="655200" cy="143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6DA2641-0066-D912-DFC2-47647C3244A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565225" y="4591455"/>
                  <a:ext cx="6674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B4DC828-4780-A14B-87FC-CDC6451545C8}"/>
                    </a:ext>
                  </a:extLst>
                </p14:cNvPr>
                <p14:cNvContentPartPr/>
                <p14:nvPr/>
              </p14:nvContentPartPr>
              <p14:xfrm>
                <a:off x="8896785" y="4754175"/>
                <a:ext cx="19800" cy="7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B4DC828-4780-A14B-87FC-CDC6451545C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90665" y="4748055"/>
                  <a:ext cx="32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18B329F-4F9F-EB03-1A7F-07441EE35C1E}"/>
                    </a:ext>
                  </a:extLst>
                </p14:cNvPr>
                <p14:cNvContentPartPr/>
                <p14:nvPr/>
              </p14:nvContentPartPr>
              <p14:xfrm>
                <a:off x="9503385" y="4125615"/>
                <a:ext cx="438120" cy="953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18B329F-4F9F-EB03-1A7F-07441EE35C1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497265" y="4119495"/>
                  <a:ext cx="45036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3533FA5-96DF-7F52-542A-46858FED2AA4}"/>
                    </a:ext>
                  </a:extLst>
                </p14:cNvPr>
                <p14:cNvContentPartPr/>
                <p14:nvPr/>
              </p14:nvContentPartPr>
              <p14:xfrm>
                <a:off x="10123305" y="4664175"/>
                <a:ext cx="27720" cy="23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3533FA5-96DF-7F52-542A-46858FED2AA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117185" y="4658055"/>
                  <a:ext cx="39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6534A23-7E69-9EC3-507D-E89DF77FE7BB}"/>
                    </a:ext>
                  </a:extLst>
                </p14:cNvPr>
                <p14:cNvContentPartPr/>
                <p14:nvPr/>
              </p14:nvContentPartPr>
              <p14:xfrm>
                <a:off x="8400345" y="3994935"/>
                <a:ext cx="1911960" cy="1519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6534A23-7E69-9EC3-507D-E89DF77FE7B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394225" y="3988815"/>
                  <a:ext cx="1924200" cy="15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A0B437D-233C-715B-D8DB-33641C15686B}"/>
                    </a:ext>
                  </a:extLst>
                </p14:cNvPr>
                <p14:cNvContentPartPr/>
                <p14:nvPr/>
              </p14:nvContentPartPr>
              <p14:xfrm>
                <a:off x="10150665" y="4373295"/>
                <a:ext cx="10800" cy="5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A0B437D-233C-715B-D8DB-33641C15686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144545" y="4367175"/>
                  <a:ext cx="230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F13D189-F60B-18CB-A912-5D4102C26874}"/>
                    </a:ext>
                  </a:extLst>
                </p14:cNvPr>
                <p14:cNvContentPartPr/>
                <p14:nvPr/>
              </p14:nvContentPartPr>
              <p14:xfrm>
                <a:off x="9883185" y="3182775"/>
                <a:ext cx="368640" cy="77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F13D189-F60B-18CB-A912-5D4102C2687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877065" y="3176655"/>
                  <a:ext cx="380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AA53CC7-677B-8752-DB82-24F1D6A962CE}"/>
                    </a:ext>
                  </a:extLst>
                </p14:cNvPr>
                <p14:cNvContentPartPr/>
                <p14:nvPr/>
              </p14:nvContentPartPr>
              <p14:xfrm>
                <a:off x="10094865" y="3045975"/>
                <a:ext cx="74880" cy="307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AA53CC7-677B-8752-DB82-24F1D6A962C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088745" y="3039855"/>
                  <a:ext cx="871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8244B5C-B89E-8089-683D-15381E2789CB}"/>
                    </a:ext>
                  </a:extLst>
                </p14:cNvPr>
                <p14:cNvContentPartPr/>
                <p14:nvPr/>
              </p14:nvContentPartPr>
              <p14:xfrm>
                <a:off x="10495905" y="2904135"/>
                <a:ext cx="98640" cy="359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8244B5C-B89E-8089-683D-15381E2789C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489785" y="2898015"/>
                  <a:ext cx="1108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967209E-F692-9C57-DC25-0E2EA6790CDD}"/>
                    </a:ext>
                  </a:extLst>
                </p14:cNvPr>
                <p14:cNvContentPartPr/>
                <p14:nvPr/>
              </p14:nvContentPartPr>
              <p14:xfrm>
                <a:off x="10383225" y="3333255"/>
                <a:ext cx="480240" cy="71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967209E-F692-9C57-DC25-0E2EA6790CD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377105" y="3327135"/>
                  <a:ext cx="492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4F2B5B3-931F-8F26-E002-374F55A469AC}"/>
                    </a:ext>
                  </a:extLst>
                </p14:cNvPr>
                <p14:cNvContentPartPr/>
                <p14:nvPr/>
              </p14:nvContentPartPr>
              <p14:xfrm>
                <a:off x="10215825" y="3343335"/>
                <a:ext cx="7200" cy="4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4F2B5B3-931F-8F26-E002-374F55A469A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09705" y="3337215"/>
                  <a:ext cx="194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47CE13B-341B-D5B0-F46B-4B782EE1B01C}"/>
                    </a:ext>
                  </a:extLst>
                </p14:cNvPr>
                <p14:cNvContentPartPr/>
                <p14:nvPr/>
              </p14:nvContentPartPr>
              <p14:xfrm>
                <a:off x="10078665" y="3459975"/>
                <a:ext cx="58680" cy="122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47CE13B-341B-D5B0-F46B-4B782EE1B0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072545" y="3453855"/>
                  <a:ext cx="70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7E78127-F42D-7113-8E87-B500279D1915}"/>
                    </a:ext>
                  </a:extLst>
                </p14:cNvPr>
                <p14:cNvContentPartPr/>
                <p14:nvPr/>
              </p14:nvContentPartPr>
              <p14:xfrm>
                <a:off x="10108545" y="3379335"/>
                <a:ext cx="15120" cy="14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7E78127-F42D-7113-8E87-B500279D191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102425" y="3373215"/>
                  <a:ext cx="27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073AD2A-BDD0-A518-740C-A1AAC8E19451}"/>
                    </a:ext>
                  </a:extLst>
                </p14:cNvPr>
                <p14:cNvContentPartPr/>
                <p14:nvPr/>
              </p14:nvContentPartPr>
              <p14:xfrm>
                <a:off x="10270905" y="3805935"/>
                <a:ext cx="80280" cy="64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073AD2A-BDD0-A518-740C-A1AAC8E1945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264785" y="3799815"/>
                  <a:ext cx="92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C7B6FE3-DA9F-3AC7-36A4-859444513133}"/>
                    </a:ext>
                  </a:extLst>
                </p14:cNvPr>
                <p14:cNvContentPartPr/>
                <p14:nvPr/>
              </p14:nvContentPartPr>
              <p14:xfrm>
                <a:off x="10237785" y="3609015"/>
                <a:ext cx="38160" cy="208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C7B6FE3-DA9F-3AC7-36A4-85944451313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231665" y="3602895"/>
                  <a:ext cx="50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95968DF-71D6-F9F9-275E-734D6B70CC31}"/>
                    </a:ext>
                  </a:extLst>
                </p14:cNvPr>
                <p14:cNvContentPartPr/>
                <p14:nvPr/>
              </p14:nvContentPartPr>
              <p14:xfrm>
                <a:off x="10169025" y="3594615"/>
                <a:ext cx="15120" cy="72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95968DF-71D6-F9F9-275E-734D6B70CC3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162905" y="3588495"/>
                  <a:ext cx="27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EBD32C6-A951-209D-CA46-034EC0F0ED2F}"/>
                    </a:ext>
                  </a:extLst>
                </p14:cNvPr>
                <p14:cNvContentPartPr/>
                <p14:nvPr/>
              </p14:nvContentPartPr>
              <p14:xfrm>
                <a:off x="9031785" y="3787800"/>
                <a:ext cx="1060920" cy="414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EBD32C6-A951-209D-CA46-034EC0F0ED2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025665" y="3781680"/>
                  <a:ext cx="10731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9FFDD8B-5C96-AD33-0B8C-3E1E55AEBD61}"/>
                    </a:ext>
                  </a:extLst>
                </p14:cNvPr>
                <p14:cNvContentPartPr/>
                <p14:nvPr/>
              </p14:nvContentPartPr>
              <p14:xfrm>
                <a:off x="9486825" y="4094520"/>
                <a:ext cx="50760" cy="71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9FFDD8B-5C96-AD33-0B8C-3E1E55AEBD6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80705" y="4088400"/>
                  <a:ext cx="63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3DAFBA8-F937-A7BD-616D-7C828C36EB6A}"/>
                    </a:ext>
                  </a:extLst>
                </p14:cNvPr>
                <p14:cNvContentPartPr/>
                <p14:nvPr/>
              </p14:nvContentPartPr>
              <p14:xfrm>
                <a:off x="8334465" y="5785440"/>
                <a:ext cx="552600" cy="181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3DAFBA8-F937-A7BD-616D-7C828C36EB6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328345" y="5779320"/>
                  <a:ext cx="564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122350D-BFE8-58E4-F80C-D12DB8EEFE13}"/>
                    </a:ext>
                  </a:extLst>
                </p14:cNvPr>
                <p14:cNvContentPartPr/>
                <p14:nvPr/>
              </p14:nvContentPartPr>
              <p14:xfrm>
                <a:off x="8956185" y="5501760"/>
                <a:ext cx="492120" cy="5198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122350D-BFE8-58E4-F80C-D12DB8EEFE1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950065" y="5495640"/>
                  <a:ext cx="50436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3F97F6E-D143-8C78-C8F1-8FCFA1581497}"/>
                    </a:ext>
                  </a:extLst>
                </p14:cNvPr>
                <p14:cNvContentPartPr/>
                <p14:nvPr/>
              </p14:nvContentPartPr>
              <p14:xfrm>
                <a:off x="9740625" y="5370000"/>
                <a:ext cx="79200" cy="291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3F97F6E-D143-8C78-C8F1-8FCFA158149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734505" y="5363880"/>
                  <a:ext cx="914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4935045-CE5C-5056-DFAE-A9DAAF20FB7A}"/>
                    </a:ext>
                  </a:extLst>
                </p14:cNvPr>
                <p14:cNvContentPartPr/>
                <p14:nvPr/>
              </p14:nvContentPartPr>
              <p14:xfrm>
                <a:off x="9503745" y="5427600"/>
                <a:ext cx="544320" cy="264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4935045-CE5C-5056-DFAE-A9DAAF20FB7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97625" y="5421480"/>
                  <a:ext cx="5565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B24A80A-BA16-A161-AB53-692E9F7EC09C}"/>
                    </a:ext>
                  </a:extLst>
                </p14:cNvPr>
                <p14:cNvContentPartPr/>
                <p14:nvPr/>
              </p14:nvContentPartPr>
              <p14:xfrm>
                <a:off x="10270905" y="5201160"/>
                <a:ext cx="265680" cy="3974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B24A80A-BA16-A161-AB53-692E9F7EC09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264785" y="5195040"/>
                  <a:ext cx="2779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F8808C0-7DAE-D85F-255F-D9F24D6C26C2}"/>
                    </a:ext>
                  </a:extLst>
                </p14:cNvPr>
                <p14:cNvContentPartPr/>
                <p14:nvPr/>
              </p14:nvContentPartPr>
              <p14:xfrm>
                <a:off x="4061985" y="364200"/>
                <a:ext cx="200520" cy="918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F8808C0-7DAE-D85F-255F-D9F24D6C26C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055865" y="358080"/>
                  <a:ext cx="212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A3900B1-40DC-2842-837C-9B10A07DA9D5}"/>
                    </a:ext>
                  </a:extLst>
                </p14:cNvPr>
                <p14:cNvContentPartPr/>
                <p14:nvPr/>
              </p14:nvContentPartPr>
              <p14:xfrm>
                <a:off x="4013025" y="451680"/>
                <a:ext cx="168480" cy="55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A3900B1-40DC-2842-837C-9B10A07DA9D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006905" y="445560"/>
                  <a:ext cx="180720" cy="6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731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A26868-1C47-4717-B562-EE238657A310}"/>
              </a:ext>
            </a:extLst>
          </p:cNvPr>
          <p:cNvSpPr txBox="1"/>
          <p:nvPr/>
        </p:nvSpPr>
        <p:spPr>
          <a:xfrm>
            <a:off x="1743075" y="1466851"/>
            <a:ext cx="5657850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it-IT" b="0" dirty="0">
                <a:solidFill>
                  <a:srgbClr val="E4B781"/>
                </a:solidFill>
                <a:effectLst/>
                <a:latin typeface="Mono Lisa"/>
              </a:rPr>
              <a:t>fruits</a:t>
            </a:r>
            <a:r>
              <a:rPr lang="it-IT" b="1" dirty="0">
                <a:solidFill>
                  <a:srgbClr val="DF769B"/>
                </a:solidFill>
                <a:effectLst/>
                <a:latin typeface="Mono Lisa"/>
              </a:rPr>
              <a:t>=</a:t>
            </a:r>
            <a:r>
              <a:rPr lang="it-IT" b="0" dirty="0">
                <a:solidFill>
                  <a:srgbClr val="BECFDA"/>
                </a:solidFill>
                <a:effectLst/>
                <a:latin typeface="Mono Lisa"/>
              </a:rPr>
              <a:t>[</a:t>
            </a:r>
            <a:r>
              <a:rPr lang="it-IT" b="0" dirty="0">
                <a:solidFill>
                  <a:srgbClr val="49E9A6"/>
                </a:solidFill>
                <a:effectLst/>
                <a:latin typeface="Mono Lisa"/>
              </a:rPr>
              <a:t>"apple"</a:t>
            </a:r>
            <a:r>
              <a:rPr lang="it-IT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it-IT" b="0" dirty="0">
                <a:solidFill>
                  <a:srgbClr val="49E9A6"/>
                </a:solidFill>
                <a:effectLst/>
                <a:latin typeface="Mono Lisa"/>
              </a:rPr>
              <a:t>"banana"</a:t>
            </a:r>
            <a:r>
              <a:rPr lang="it-IT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it-IT" b="0" dirty="0">
                <a:solidFill>
                  <a:srgbClr val="49E9A6"/>
                </a:solidFill>
                <a:effectLst/>
                <a:latin typeface="Mono Lisa"/>
              </a:rPr>
              <a:t>"cherry"</a:t>
            </a:r>
            <a:r>
              <a:rPr lang="it-IT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it-IT" b="0" dirty="0">
                <a:solidFill>
                  <a:srgbClr val="49E9A6"/>
                </a:solidFill>
                <a:effectLst/>
                <a:latin typeface="Mono Lisa"/>
              </a:rPr>
              <a:t>"kiwi"</a:t>
            </a:r>
            <a:r>
              <a:rPr lang="it-IT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it-IT" b="0" dirty="0">
                <a:solidFill>
                  <a:srgbClr val="49E9A6"/>
                </a:solidFill>
                <a:effectLst/>
                <a:latin typeface="Mono Lisa"/>
              </a:rPr>
              <a:t>"guava"</a:t>
            </a:r>
            <a:r>
              <a:rPr lang="it-IT" b="0" dirty="0">
                <a:solidFill>
                  <a:srgbClr val="BECFDA"/>
                </a:solidFill>
                <a:effectLst/>
                <a:latin typeface="Mono Lisa"/>
              </a:rPr>
              <a:t>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F5357B7-B974-1CF7-3BB9-3DAA082DADBD}"/>
                  </a:ext>
                </a:extLst>
              </p14:cNvPr>
              <p14:cNvContentPartPr/>
              <p14:nvPr/>
            </p14:nvContentPartPr>
            <p14:xfrm>
              <a:off x="11315625" y="5295615"/>
              <a:ext cx="353880" cy="3996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F5357B7-B974-1CF7-3BB9-3DAA082DAD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09505" y="5289495"/>
                <a:ext cx="36612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E5B197B-7616-1C70-1F2C-3D85179FCCF3}"/>
                  </a:ext>
                </a:extLst>
              </p14:cNvPr>
              <p14:cNvContentPartPr/>
              <p14:nvPr/>
            </p14:nvContentPartPr>
            <p14:xfrm>
              <a:off x="10626225" y="5356455"/>
              <a:ext cx="208440" cy="590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E5B197B-7616-1C70-1F2C-3D85179FCC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20105" y="5350335"/>
                <a:ext cx="22068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D749DB0-82A6-3D29-4DC9-08EBC08425A8}"/>
                  </a:ext>
                </a:extLst>
              </p14:cNvPr>
              <p14:cNvContentPartPr/>
              <p14:nvPr/>
            </p14:nvContentPartPr>
            <p14:xfrm>
              <a:off x="2856345" y="1208535"/>
              <a:ext cx="9360" cy="126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D749DB0-82A6-3D29-4DC9-08EBC08425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50225" y="1202415"/>
                <a:ext cx="2160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F781CDD-CEE7-A640-C59E-D8DC22179927}"/>
              </a:ext>
            </a:extLst>
          </p:cNvPr>
          <p:cNvGrpSpPr/>
          <p:nvPr/>
        </p:nvGrpSpPr>
        <p:grpSpPr>
          <a:xfrm>
            <a:off x="383865" y="137895"/>
            <a:ext cx="11166120" cy="4825800"/>
            <a:chOff x="383865" y="137895"/>
            <a:chExt cx="11166120" cy="48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2D8B1D2-1447-4A9A-5FA2-C76EB68CBC94}"/>
                    </a:ext>
                  </a:extLst>
                </p14:cNvPr>
                <p14:cNvContentPartPr/>
                <p14:nvPr/>
              </p14:nvContentPartPr>
              <p14:xfrm>
                <a:off x="11080185" y="4632855"/>
                <a:ext cx="365040" cy="330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2D8B1D2-1447-4A9A-5FA2-C76EB68CBC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74065" y="4626735"/>
                  <a:ext cx="3772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3BAEBB6-3535-5ABD-AB48-6E6A090D35D9}"/>
                    </a:ext>
                  </a:extLst>
                </p14:cNvPr>
                <p14:cNvContentPartPr/>
                <p14:nvPr/>
              </p14:nvContentPartPr>
              <p14:xfrm>
                <a:off x="10538385" y="4757775"/>
                <a:ext cx="372960" cy="49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3BAEBB6-3535-5ABD-AB48-6E6A090D35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532265" y="4751655"/>
                  <a:ext cx="385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B6B721-45C7-5210-243E-72B953D3C4AA}"/>
                    </a:ext>
                  </a:extLst>
                </p14:cNvPr>
                <p14:cNvContentPartPr/>
                <p14:nvPr/>
              </p14:nvContentPartPr>
              <p14:xfrm>
                <a:off x="8692305" y="430935"/>
                <a:ext cx="248400" cy="15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B6B721-45C7-5210-243E-72B953D3C4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6185" y="424815"/>
                  <a:ext cx="260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9698E2-0F7D-EC44-FC16-C2D747A5DE4E}"/>
                    </a:ext>
                  </a:extLst>
                </p14:cNvPr>
                <p14:cNvContentPartPr/>
                <p14:nvPr/>
              </p14:nvContentPartPr>
              <p14:xfrm>
                <a:off x="9074265" y="387735"/>
                <a:ext cx="317880" cy="218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9698E2-0F7D-EC44-FC16-C2D747A5DE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68145" y="381615"/>
                  <a:ext cx="330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71D658-D58E-ED4F-C6D8-BD3636E45171}"/>
                    </a:ext>
                  </a:extLst>
                </p14:cNvPr>
                <p14:cNvContentPartPr/>
                <p14:nvPr/>
              </p14:nvContentPartPr>
              <p14:xfrm>
                <a:off x="9492585" y="376575"/>
                <a:ext cx="55080" cy="76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71D658-D58E-ED4F-C6D8-BD3636E451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86465" y="370455"/>
                  <a:ext cx="67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27BB2F2-B0A5-1F16-68A0-438DAE24DF8B}"/>
                    </a:ext>
                  </a:extLst>
                </p14:cNvPr>
                <p14:cNvContentPartPr/>
                <p14:nvPr/>
              </p14:nvContentPartPr>
              <p14:xfrm>
                <a:off x="9137625" y="336615"/>
                <a:ext cx="934920" cy="305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27BB2F2-B0A5-1F16-68A0-438DAE24DF8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31505" y="330495"/>
                  <a:ext cx="947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7E2475-0C02-571E-B439-BAA3FD6C9527}"/>
                    </a:ext>
                  </a:extLst>
                </p14:cNvPr>
                <p14:cNvContentPartPr/>
                <p14:nvPr/>
              </p14:nvContentPartPr>
              <p14:xfrm>
                <a:off x="10220145" y="232215"/>
                <a:ext cx="232560" cy="303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7E2475-0C02-571E-B439-BAA3FD6C95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14025" y="226095"/>
                  <a:ext cx="2448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193D60-7496-F030-6516-E47CCD7F667E}"/>
                    </a:ext>
                  </a:extLst>
                </p14:cNvPr>
                <p14:cNvContentPartPr/>
                <p14:nvPr/>
              </p14:nvContentPartPr>
              <p14:xfrm>
                <a:off x="10644225" y="298095"/>
                <a:ext cx="43200" cy="28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193D60-7496-F030-6516-E47CCD7F66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638105" y="291975"/>
                  <a:ext cx="55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E44D4C-F613-866E-6822-CA3DEE9F9F98}"/>
                    </a:ext>
                  </a:extLst>
                </p14:cNvPr>
                <p14:cNvContentPartPr/>
                <p14:nvPr/>
              </p14:nvContentPartPr>
              <p14:xfrm>
                <a:off x="10736025" y="233655"/>
                <a:ext cx="210600" cy="29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E44D4C-F613-866E-6822-CA3DEE9F9F9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29905" y="227535"/>
                  <a:ext cx="222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1AD02A7-D1FC-0D82-C22B-1E87BF024048}"/>
                    </a:ext>
                  </a:extLst>
                </p14:cNvPr>
                <p14:cNvContentPartPr/>
                <p14:nvPr/>
              </p14:nvContentPartPr>
              <p14:xfrm>
                <a:off x="10939425" y="137895"/>
                <a:ext cx="221760" cy="514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1AD02A7-D1FC-0D82-C22B-1E87BF02404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33305" y="131775"/>
                  <a:ext cx="23400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AD95016-5801-D522-1503-AD053BF0071C}"/>
                    </a:ext>
                  </a:extLst>
                </p14:cNvPr>
                <p14:cNvContentPartPr/>
                <p14:nvPr/>
              </p14:nvContentPartPr>
              <p14:xfrm>
                <a:off x="11482305" y="383775"/>
                <a:ext cx="67680" cy="23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AD95016-5801-D522-1503-AD053BF007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476185" y="377655"/>
                  <a:ext cx="79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93B658-C379-AE35-4C09-4CF840066192}"/>
                    </a:ext>
                  </a:extLst>
                </p14:cNvPr>
                <p14:cNvContentPartPr/>
                <p14:nvPr/>
              </p14:nvContentPartPr>
              <p14:xfrm>
                <a:off x="10463865" y="687975"/>
                <a:ext cx="903240" cy="49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93B658-C379-AE35-4C09-4CF8400661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57745" y="681855"/>
                  <a:ext cx="915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E6B2763-0645-369C-F813-55A32D751C3C}"/>
                    </a:ext>
                  </a:extLst>
                </p14:cNvPr>
                <p14:cNvContentPartPr/>
                <p14:nvPr/>
              </p14:nvContentPartPr>
              <p14:xfrm>
                <a:off x="10511025" y="960855"/>
                <a:ext cx="196920" cy="318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E6B2763-0645-369C-F813-55A32D751C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04905" y="954735"/>
                  <a:ext cx="2091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30D5474-C10B-8D15-467A-C8239150C33F}"/>
                    </a:ext>
                  </a:extLst>
                </p14:cNvPr>
                <p14:cNvContentPartPr/>
                <p14:nvPr/>
              </p14:nvContentPartPr>
              <p14:xfrm>
                <a:off x="10628745" y="1453335"/>
                <a:ext cx="112320" cy="244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30D5474-C10B-8D15-467A-C8239150C33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22625" y="1447215"/>
                  <a:ext cx="1245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7CB93DC-61C3-ECB9-CAF3-E0E7F582619E}"/>
                    </a:ext>
                  </a:extLst>
                </p14:cNvPr>
                <p14:cNvContentPartPr/>
                <p14:nvPr/>
              </p14:nvContentPartPr>
              <p14:xfrm>
                <a:off x="10628745" y="1762215"/>
                <a:ext cx="248400" cy="200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7CB93DC-61C3-ECB9-CAF3-E0E7F582619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22625" y="1756095"/>
                  <a:ext cx="2606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4045FE2-0241-397D-32C9-F8B2A27217C9}"/>
                    </a:ext>
                  </a:extLst>
                </p14:cNvPr>
                <p14:cNvContentPartPr/>
                <p14:nvPr/>
              </p14:nvContentPartPr>
              <p14:xfrm>
                <a:off x="10669785" y="2055615"/>
                <a:ext cx="194760" cy="336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4045FE2-0241-397D-32C9-F8B2A27217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63665" y="2049495"/>
                  <a:ext cx="2070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EEC6A4-7FBD-CE11-44C6-2328303A3379}"/>
                    </a:ext>
                  </a:extLst>
                </p14:cNvPr>
                <p14:cNvContentPartPr/>
                <p14:nvPr/>
              </p14:nvContentPartPr>
              <p14:xfrm>
                <a:off x="10738185" y="2477175"/>
                <a:ext cx="271080" cy="403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EEC6A4-7FBD-CE11-44C6-2328303A337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732065" y="2471055"/>
                  <a:ext cx="2833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18AD409-2133-3F15-183C-B70C32D96787}"/>
                    </a:ext>
                  </a:extLst>
                </p14:cNvPr>
                <p14:cNvContentPartPr/>
                <p14:nvPr/>
              </p14:nvContentPartPr>
              <p14:xfrm>
                <a:off x="10050585" y="731535"/>
                <a:ext cx="1316880" cy="1859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18AD409-2133-3F15-183C-B70C32D967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44465" y="725415"/>
                  <a:ext cx="1329120" cy="18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A81B3C-AFA2-2AA9-12F3-3145988183CE}"/>
                    </a:ext>
                  </a:extLst>
                </p14:cNvPr>
                <p14:cNvContentPartPr/>
                <p14:nvPr/>
              </p14:nvContentPartPr>
              <p14:xfrm>
                <a:off x="11313105" y="1296015"/>
                <a:ext cx="7200" cy="7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A81B3C-AFA2-2AA9-12F3-3145988183C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306985" y="1289895"/>
                  <a:ext cx="194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C3B21C8-9062-D758-A53A-94E8A7765DBD}"/>
                    </a:ext>
                  </a:extLst>
                </p14:cNvPr>
                <p14:cNvContentPartPr/>
                <p14:nvPr/>
              </p14:nvContentPartPr>
              <p14:xfrm>
                <a:off x="10781745" y="1109535"/>
                <a:ext cx="273600" cy="864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C3B21C8-9062-D758-A53A-94E8A7765D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775625" y="1103415"/>
                  <a:ext cx="28584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EC827AC-22C9-406D-D7C7-F52628250CDC}"/>
                    </a:ext>
                  </a:extLst>
                </p14:cNvPr>
                <p14:cNvContentPartPr/>
                <p14:nvPr/>
              </p14:nvContentPartPr>
              <p14:xfrm>
                <a:off x="10629105" y="3492375"/>
                <a:ext cx="339120" cy="61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EC827AC-22C9-406D-D7C7-F52628250C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22985" y="3486255"/>
                  <a:ext cx="351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3162482-037F-44D1-5496-4F82A6744DA6}"/>
                    </a:ext>
                  </a:extLst>
                </p14:cNvPr>
                <p14:cNvContentPartPr/>
                <p14:nvPr/>
              </p14:nvContentPartPr>
              <p14:xfrm>
                <a:off x="11281425" y="3300495"/>
                <a:ext cx="21960" cy="301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3162482-037F-44D1-5496-4F82A6744DA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275305" y="3294375"/>
                  <a:ext cx="342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CC569F5-FF38-69D1-A301-129AF85D1692}"/>
                    </a:ext>
                  </a:extLst>
                </p14:cNvPr>
                <p14:cNvContentPartPr/>
                <p14:nvPr/>
              </p14:nvContentPartPr>
              <p14:xfrm>
                <a:off x="11015025" y="3943815"/>
                <a:ext cx="425520" cy="450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CC569F5-FF38-69D1-A301-129AF85D16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08905" y="3937695"/>
                  <a:ext cx="4377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DCA63D-4AC7-7EC4-3D07-C4E276640726}"/>
                    </a:ext>
                  </a:extLst>
                </p14:cNvPr>
                <p14:cNvContentPartPr/>
                <p14:nvPr/>
              </p14:nvContentPartPr>
              <p14:xfrm>
                <a:off x="10709745" y="4137495"/>
                <a:ext cx="304560" cy="55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DCA63D-4AC7-7EC4-3D07-C4E27664072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03625" y="4131375"/>
                  <a:ext cx="316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EF4697-6041-6A6F-940A-CC1006168DD3}"/>
                    </a:ext>
                  </a:extLst>
                </p14:cNvPr>
                <p14:cNvContentPartPr/>
                <p14:nvPr/>
              </p14:nvContentPartPr>
              <p14:xfrm>
                <a:off x="9000825" y="2813415"/>
                <a:ext cx="311400" cy="641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EF4697-6041-6A6F-940A-CC1006168DD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994705" y="2807295"/>
                  <a:ext cx="32364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F9AAB19-5674-0FDB-B5F0-786BA8AD2660}"/>
                    </a:ext>
                  </a:extLst>
                </p14:cNvPr>
                <p14:cNvContentPartPr/>
                <p14:nvPr/>
              </p14:nvContentPartPr>
              <p14:xfrm>
                <a:off x="9052305" y="3261975"/>
                <a:ext cx="222120" cy="29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F9AAB19-5674-0FDB-B5F0-786BA8AD266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46185" y="3255855"/>
                  <a:ext cx="234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5559E64-C1BA-A847-AF3E-7D590CF729F1}"/>
                    </a:ext>
                  </a:extLst>
                </p14:cNvPr>
                <p14:cNvContentPartPr/>
                <p14:nvPr/>
              </p14:nvContentPartPr>
              <p14:xfrm>
                <a:off x="9423825" y="3034455"/>
                <a:ext cx="494640" cy="165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5559E64-C1BA-A847-AF3E-7D590CF729F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17705" y="3028335"/>
                  <a:ext cx="506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93363F-BD9A-46C3-DC2F-14B289F97899}"/>
                    </a:ext>
                  </a:extLst>
                </p14:cNvPr>
                <p14:cNvContentPartPr/>
                <p14:nvPr/>
              </p14:nvContentPartPr>
              <p14:xfrm>
                <a:off x="10083345" y="2894775"/>
                <a:ext cx="20880" cy="296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93363F-BD9A-46C3-DC2F-14B289F9789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77225" y="2888655"/>
                  <a:ext cx="331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FADB229-5D78-4E33-4E0A-28F9CA7FF999}"/>
                    </a:ext>
                  </a:extLst>
                </p14:cNvPr>
                <p14:cNvContentPartPr/>
                <p14:nvPr/>
              </p14:nvContentPartPr>
              <p14:xfrm>
                <a:off x="9976065" y="2993415"/>
                <a:ext cx="275760" cy="73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FADB229-5D78-4E33-4E0A-28F9CA7FF99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69945" y="2987295"/>
                  <a:ext cx="288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581750-79F0-7F7D-8E64-731BF6EA67BD}"/>
                    </a:ext>
                  </a:extLst>
                </p14:cNvPr>
                <p14:cNvContentPartPr/>
                <p14:nvPr/>
              </p14:nvContentPartPr>
              <p14:xfrm>
                <a:off x="8919105" y="2518215"/>
                <a:ext cx="1296000" cy="47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581750-79F0-7F7D-8E64-731BF6EA67B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12985" y="2512095"/>
                  <a:ext cx="1308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56202C-D422-DDBA-A564-77E77D3800F0}"/>
                    </a:ext>
                  </a:extLst>
                </p14:cNvPr>
                <p14:cNvContentPartPr/>
                <p14:nvPr/>
              </p14:nvContentPartPr>
              <p14:xfrm>
                <a:off x="10114305" y="2264055"/>
                <a:ext cx="392760" cy="546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56202C-D422-DDBA-A564-77E77D3800F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08185" y="2257935"/>
                  <a:ext cx="40500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A205C5C-257B-AA5F-4D2D-60A175762500}"/>
                    </a:ext>
                  </a:extLst>
                </p14:cNvPr>
                <p14:cNvContentPartPr/>
                <p14:nvPr/>
              </p14:nvContentPartPr>
              <p14:xfrm>
                <a:off x="10546305" y="2612895"/>
                <a:ext cx="7200" cy="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A205C5C-257B-AA5F-4D2D-60A1757625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40185" y="2606775"/>
                  <a:ext cx="19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8C102B-CDFE-46B2-413A-5DCE26B4DC5F}"/>
                    </a:ext>
                  </a:extLst>
                </p14:cNvPr>
                <p14:cNvContentPartPr/>
                <p14:nvPr/>
              </p14:nvContentPartPr>
              <p14:xfrm>
                <a:off x="9009105" y="3348735"/>
                <a:ext cx="1489680" cy="395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8C102B-CDFE-46B2-413A-5DCE26B4DC5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02985" y="3342615"/>
                  <a:ext cx="15019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635A3A0-CE18-9004-7D6C-3242589CF8C3}"/>
                    </a:ext>
                  </a:extLst>
                </p14:cNvPr>
                <p14:cNvContentPartPr/>
                <p14:nvPr/>
              </p14:nvContentPartPr>
              <p14:xfrm>
                <a:off x="8601225" y="3487335"/>
                <a:ext cx="1135080" cy="391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635A3A0-CE18-9004-7D6C-3242589CF8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95105" y="3481215"/>
                  <a:ext cx="11473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B33127D-DA9B-E529-FBCF-48A2C00346A4}"/>
                    </a:ext>
                  </a:extLst>
                </p14:cNvPr>
                <p14:cNvContentPartPr/>
                <p14:nvPr/>
              </p14:nvContentPartPr>
              <p14:xfrm>
                <a:off x="9860505" y="3870015"/>
                <a:ext cx="45000" cy="57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B33127D-DA9B-E529-FBCF-48A2C00346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54385" y="3863895"/>
                  <a:ext cx="572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94799D-568C-DDB9-90C4-F19C759A046E}"/>
                    </a:ext>
                  </a:extLst>
                </p14:cNvPr>
                <p14:cNvContentPartPr/>
                <p14:nvPr/>
              </p14:nvContentPartPr>
              <p14:xfrm>
                <a:off x="7001745" y="625695"/>
                <a:ext cx="519120" cy="27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94799D-568C-DDB9-90C4-F19C759A04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95625" y="619575"/>
                  <a:ext cx="531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13E37A4-938C-89DC-FEA0-7E0D3B222329}"/>
                    </a:ext>
                  </a:extLst>
                </p14:cNvPr>
                <p14:cNvContentPartPr/>
                <p14:nvPr/>
              </p14:nvContentPartPr>
              <p14:xfrm>
                <a:off x="7157625" y="482415"/>
                <a:ext cx="86040" cy="323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13E37A4-938C-89DC-FEA0-7E0D3B2223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51505" y="476295"/>
                  <a:ext cx="982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53BFC0B-46CC-858D-1058-A53ED0802183}"/>
                    </a:ext>
                  </a:extLst>
                </p14:cNvPr>
                <p14:cNvContentPartPr/>
                <p14:nvPr/>
              </p14:nvContentPartPr>
              <p14:xfrm>
                <a:off x="7618065" y="485655"/>
                <a:ext cx="233640" cy="309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53BFC0B-46CC-858D-1058-A53ED080218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11945" y="479535"/>
                  <a:ext cx="2458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DCB4D4C-89A6-6491-6498-A3B2D79A387A}"/>
                    </a:ext>
                  </a:extLst>
                </p14:cNvPr>
                <p14:cNvContentPartPr/>
                <p14:nvPr/>
              </p14:nvContentPartPr>
              <p14:xfrm>
                <a:off x="7948905" y="548655"/>
                <a:ext cx="439560" cy="262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DCB4D4C-89A6-6491-6498-A3B2D79A387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42785" y="542535"/>
                  <a:ext cx="4518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65A5AB7-24F5-4D9C-F5D4-9E35EFA6CB97}"/>
                    </a:ext>
                  </a:extLst>
                </p14:cNvPr>
                <p14:cNvContentPartPr/>
                <p14:nvPr/>
              </p14:nvContentPartPr>
              <p14:xfrm>
                <a:off x="8417625" y="594375"/>
                <a:ext cx="65880" cy="174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65A5AB7-24F5-4D9C-F5D4-9E35EFA6CB9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11505" y="588255"/>
                  <a:ext cx="781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0AF9B1-970A-2468-B26C-89B8F765405F}"/>
                    </a:ext>
                  </a:extLst>
                </p14:cNvPr>
                <p14:cNvContentPartPr/>
                <p14:nvPr/>
              </p14:nvContentPartPr>
              <p14:xfrm>
                <a:off x="8565585" y="369375"/>
                <a:ext cx="38160" cy="81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0AF9B1-970A-2468-B26C-89B8F76540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559465" y="363255"/>
                  <a:ext cx="50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4C68DB6-1922-070F-3E77-DFF41CF67321}"/>
                    </a:ext>
                  </a:extLst>
                </p14:cNvPr>
                <p14:cNvContentPartPr/>
                <p14:nvPr/>
              </p14:nvContentPartPr>
              <p14:xfrm>
                <a:off x="8669625" y="399615"/>
                <a:ext cx="810720" cy="429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4C68DB6-1922-070F-3E77-DFF41CF673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63505" y="393495"/>
                  <a:ext cx="82296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657F89F-89DF-4F20-ACD6-AF079AEA46E3}"/>
                    </a:ext>
                  </a:extLst>
                </p14:cNvPr>
                <p14:cNvContentPartPr/>
                <p14:nvPr/>
              </p14:nvContentPartPr>
              <p14:xfrm>
                <a:off x="9438585" y="602655"/>
                <a:ext cx="158760" cy="167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657F89F-89DF-4F20-ACD6-AF079AEA46E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32465" y="596535"/>
                  <a:ext cx="1710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5AFF0BD-9AD4-2434-1929-9AD57DAF7C40}"/>
                    </a:ext>
                  </a:extLst>
                </p14:cNvPr>
                <p14:cNvContentPartPr/>
                <p14:nvPr/>
              </p14:nvContentPartPr>
              <p14:xfrm>
                <a:off x="9837465" y="635775"/>
                <a:ext cx="12960" cy="112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5AFF0BD-9AD4-2434-1929-9AD57DAF7C4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831345" y="629655"/>
                  <a:ext cx="25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7DB4886-DC17-D26B-0561-34CDC2F8F0C0}"/>
                    </a:ext>
                  </a:extLst>
                </p14:cNvPr>
                <p14:cNvContentPartPr/>
                <p14:nvPr/>
              </p14:nvContentPartPr>
              <p14:xfrm>
                <a:off x="9924945" y="522375"/>
                <a:ext cx="278640" cy="423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7DB4886-DC17-D26B-0561-34CDC2F8F0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18825" y="516255"/>
                  <a:ext cx="2908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312DE2E-5D62-A247-8873-D8A4A44EAF4A}"/>
                    </a:ext>
                  </a:extLst>
                </p14:cNvPr>
                <p14:cNvContentPartPr/>
                <p14:nvPr/>
              </p14:nvContentPartPr>
              <p14:xfrm>
                <a:off x="2337945" y="637575"/>
                <a:ext cx="3879720" cy="158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312DE2E-5D62-A247-8873-D8A4A44EAF4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31825" y="631455"/>
                  <a:ext cx="3891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0AD4478-D1D2-A5AA-11A3-18F0FEDF134B}"/>
                    </a:ext>
                  </a:extLst>
                </p14:cNvPr>
                <p14:cNvContentPartPr/>
                <p14:nvPr/>
              </p14:nvContentPartPr>
              <p14:xfrm>
                <a:off x="5921385" y="360735"/>
                <a:ext cx="585360" cy="692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0AD4478-D1D2-A5AA-11A3-18F0FEDF134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915265" y="354615"/>
                  <a:ext cx="59760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200CC71-6DB2-0826-2FFB-97AF1907ADE7}"/>
                    </a:ext>
                  </a:extLst>
                </p14:cNvPr>
                <p14:cNvContentPartPr/>
                <p14:nvPr/>
              </p14:nvContentPartPr>
              <p14:xfrm>
                <a:off x="6444105" y="768255"/>
                <a:ext cx="15120" cy="21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200CC71-6DB2-0826-2FFB-97AF1907ADE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37985" y="762135"/>
                  <a:ext cx="27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7D428C1-12E7-4225-CB94-46C45B8A673A}"/>
                    </a:ext>
                  </a:extLst>
                </p14:cNvPr>
                <p14:cNvContentPartPr/>
                <p14:nvPr/>
              </p14:nvContentPartPr>
              <p14:xfrm>
                <a:off x="2824305" y="1176855"/>
                <a:ext cx="9360" cy="192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7D428C1-12E7-4225-CB94-46C45B8A673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18185" y="1170735"/>
                  <a:ext cx="216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8DAA937-D27F-474B-CC57-58FC82E20572}"/>
                    </a:ext>
                  </a:extLst>
                </p14:cNvPr>
                <p14:cNvContentPartPr/>
                <p14:nvPr/>
              </p14:nvContentPartPr>
              <p14:xfrm>
                <a:off x="2830425" y="856455"/>
                <a:ext cx="138600" cy="208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8DAA937-D27F-474B-CC57-58FC82E2057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24305" y="850335"/>
                  <a:ext cx="150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329F52E-A8A3-004C-1528-A73A1C399A29}"/>
                    </a:ext>
                  </a:extLst>
                </p14:cNvPr>
                <p14:cNvContentPartPr/>
                <p14:nvPr/>
              </p14:nvContentPartPr>
              <p14:xfrm>
                <a:off x="3578865" y="1172535"/>
                <a:ext cx="38520" cy="234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329F52E-A8A3-004C-1528-A73A1C399A2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72745" y="1166415"/>
                  <a:ext cx="50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A6EDAA5-443D-C7F2-114E-106EC5159B2B}"/>
                    </a:ext>
                  </a:extLst>
                </p14:cNvPr>
                <p14:cNvContentPartPr/>
                <p14:nvPr/>
              </p14:nvContentPartPr>
              <p14:xfrm>
                <a:off x="3606945" y="902895"/>
                <a:ext cx="34920" cy="162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A6EDAA5-443D-C7F2-114E-106EC5159B2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00825" y="896775"/>
                  <a:ext cx="47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E047A4-DB8E-0144-0638-4928F737B232}"/>
                    </a:ext>
                  </a:extLst>
                </p14:cNvPr>
                <p14:cNvContentPartPr/>
                <p14:nvPr/>
              </p14:nvContentPartPr>
              <p14:xfrm>
                <a:off x="4541145" y="1110615"/>
                <a:ext cx="5760" cy="225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E047A4-DB8E-0144-0638-4928F737B23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535025" y="1104495"/>
                  <a:ext cx="18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237E601-4C9A-46C9-3644-674016EE6C2C}"/>
                    </a:ext>
                  </a:extLst>
                </p14:cNvPr>
                <p14:cNvContentPartPr/>
                <p14:nvPr/>
              </p14:nvContentPartPr>
              <p14:xfrm>
                <a:off x="4550145" y="819015"/>
                <a:ext cx="199080" cy="207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237E601-4C9A-46C9-3644-674016EE6C2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44025" y="812895"/>
                  <a:ext cx="211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4575F18-2E62-8F5F-9BDD-CDF3E7445F82}"/>
                    </a:ext>
                  </a:extLst>
                </p14:cNvPr>
                <p14:cNvContentPartPr/>
                <p14:nvPr/>
              </p14:nvContentPartPr>
              <p14:xfrm>
                <a:off x="5204625" y="1066695"/>
                <a:ext cx="19080" cy="211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4575F18-2E62-8F5F-9BDD-CDF3E7445F8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98505" y="1060575"/>
                  <a:ext cx="313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2E0F1C3-FC46-46AF-0F7A-3F1D132F5F4A}"/>
                    </a:ext>
                  </a:extLst>
                </p14:cNvPr>
                <p14:cNvContentPartPr/>
                <p14:nvPr/>
              </p14:nvContentPartPr>
              <p14:xfrm>
                <a:off x="5168625" y="773295"/>
                <a:ext cx="168120" cy="273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2E0F1C3-FC46-46AF-0F7A-3F1D132F5F4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62505" y="767175"/>
                  <a:ext cx="1803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65EF96-4010-2309-A369-5AFE6C1E167A}"/>
                    </a:ext>
                  </a:extLst>
                </p14:cNvPr>
                <p14:cNvContentPartPr/>
                <p14:nvPr/>
              </p14:nvContentPartPr>
              <p14:xfrm>
                <a:off x="5863425" y="1040415"/>
                <a:ext cx="16200" cy="213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65EF96-4010-2309-A369-5AFE6C1E167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57305" y="1034295"/>
                  <a:ext cx="28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8756E74-51C6-8670-6B91-E9524360C2DF}"/>
                    </a:ext>
                  </a:extLst>
                </p14:cNvPr>
                <p14:cNvContentPartPr/>
                <p14:nvPr/>
              </p14:nvContentPartPr>
              <p14:xfrm>
                <a:off x="5886105" y="794535"/>
                <a:ext cx="202680" cy="135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8756E74-51C6-8670-6B91-E9524360C2D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79985" y="788415"/>
                  <a:ext cx="2149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35CDA1A-A19F-3C9D-982A-E02BBACCFEC9}"/>
                    </a:ext>
                  </a:extLst>
                </p14:cNvPr>
                <p14:cNvContentPartPr/>
                <p14:nvPr/>
              </p14:nvContentPartPr>
              <p14:xfrm>
                <a:off x="908025" y="4341975"/>
                <a:ext cx="37440" cy="288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35CDA1A-A19F-3C9D-982A-E02BBACCFEC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1905" y="4335855"/>
                  <a:ext cx="496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B635121-3EE4-5238-C03D-8E18B47525B8}"/>
                    </a:ext>
                  </a:extLst>
                </p14:cNvPr>
                <p14:cNvContentPartPr/>
                <p14:nvPr/>
              </p14:nvContentPartPr>
              <p14:xfrm>
                <a:off x="1086945" y="4429815"/>
                <a:ext cx="594720" cy="190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B635121-3EE4-5238-C03D-8E18B47525B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0825" y="4423695"/>
                  <a:ext cx="606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E3806E2-202A-5FEB-DEA7-1627C2447F75}"/>
                    </a:ext>
                  </a:extLst>
                </p14:cNvPr>
                <p14:cNvContentPartPr/>
                <p14:nvPr/>
              </p14:nvContentPartPr>
              <p14:xfrm>
                <a:off x="1777065" y="4128495"/>
                <a:ext cx="420840" cy="569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E3806E2-202A-5FEB-DEA7-1627C2447F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770945" y="4122375"/>
                  <a:ext cx="43308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47720C9-7261-8D80-3D92-48FDA6257F72}"/>
                    </a:ext>
                  </a:extLst>
                </p14:cNvPr>
                <p14:cNvContentPartPr/>
                <p14:nvPr/>
              </p14:nvContentPartPr>
              <p14:xfrm>
                <a:off x="2040225" y="4086735"/>
                <a:ext cx="234720" cy="629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47720C9-7261-8D80-3D92-48FDA6257F7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34105" y="4080615"/>
                  <a:ext cx="24696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4B4186C-AB49-6719-1D56-B352CB7AA7B2}"/>
                    </a:ext>
                  </a:extLst>
                </p14:cNvPr>
                <p14:cNvContentPartPr/>
                <p14:nvPr/>
              </p14:nvContentPartPr>
              <p14:xfrm>
                <a:off x="2270625" y="4303815"/>
                <a:ext cx="466560" cy="153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4B4186C-AB49-6719-1D56-B352CB7AA7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64505" y="4297695"/>
                  <a:ext cx="4788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625F98C-EB44-085C-0F6B-D7F1887596B9}"/>
                    </a:ext>
                  </a:extLst>
                </p14:cNvPr>
                <p14:cNvContentPartPr/>
                <p14:nvPr/>
              </p14:nvContentPartPr>
              <p14:xfrm>
                <a:off x="2713425" y="4124895"/>
                <a:ext cx="16200" cy="119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625F98C-EB44-085C-0F6B-D7F1887596B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07305" y="4118775"/>
                  <a:ext cx="28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8742D3B-1398-0418-326B-DE8546530C55}"/>
                    </a:ext>
                  </a:extLst>
                </p14:cNvPr>
                <p14:cNvContentPartPr/>
                <p14:nvPr/>
              </p14:nvContentPartPr>
              <p14:xfrm>
                <a:off x="2738625" y="3988095"/>
                <a:ext cx="65160" cy="308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8742D3B-1398-0418-326B-DE8546530C5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732505" y="3981975"/>
                  <a:ext cx="774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7497D4F-0DCC-3254-3B7D-7C8B0F9D9A6B}"/>
                    </a:ext>
                  </a:extLst>
                </p14:cNvPr>
                <p14:cNvContentPartPr/>
                <p14:nvPr/>
              </p14:nvContentPartPr>
              <p14:xfrm>
                <a:off x="2720265" y="4081335"/>
                <a:ext cx="225000" cy="255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7497D4F-0DCC-3254-3B7D-7C8B0F9D9A6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14145" y="4075215"/>
                  <a:ext cx="2372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1BEA1D-04CF-7701-4F17-595266BB7AE4}"/>
                    </a:ext>
                  </a:extLst>
                </p14:cNvPr>
                <p14:cNvContentPartPr/>
                <p14:nvPr/>
              </p14:nvContentPartPr>
              <p14:xfrm>
                <a:off x="2866425" y="3840135"/>
                <a:ext cx="212040" cy="716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1BEA1D-04CF-7701-4F17-595266BB7AE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60305" y="3834015"/>
                  <a:ext cx="22428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F7F5E46-1AFD-CCDE-077C-376E733F938A}"/>
                    </a:ext>
                  </a:extLst>
                </p14:cNvPr>
                <p14:cNvContentPartPr/>
                <p14:nvPr/>
              </p14:nvContentPartPr>
              <p14:xfrm>
                <a:off x="2033385" y="4514775"/>
                <a:ext cx="1015920" cy="309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F7F5E46-1AFD-CCDE-077C-376E733F938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27265" y="4508655"/>
                  <a:ext cx="10281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5DE04B5-E1FD-012C-6C20-2C8268828D61}"/>
                    </a:ext>
                  </a:extLst>
                </p14:cNvPr>
                <p14:cNvContentPartPr/>
                <p14:nvPr/>
              </p14:nvContentPartPr>
              <p14:xfrm>
                <a:off x="1576185" y="4609455"/>
                <a:ext cx="1290240" cy="354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5DE04B5-E1FD-012C-6C20-2C8268828D6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70065" y="4603335"/>
                  <a:ext cx="13024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9EBE7C0-2D6A-8461-D221-2771C87B7AF2}"/>
                    </a:ext>
                  </a:extLst>
                </p14:cNvPr>
                <p14:cNvContentPartPr/>
                <p14:nvPr/>
              </p14:nvContentPartPr>
              <p14:xfrm>
                <a:off x="1901985" y="4643295"/>
                <a:ext cx="879120" cy="267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9EBE7C0-2D6A-8461-D221-2771C87B7AF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95865" y="4637175"/>
                  <a:ext cx="8913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547AE0B-8173-0B27-59AC-1A815A286447}"/>
                    </a:ext>
                  </a:extLst>
                </p14:cNvPr>
                <p14:cNvContentPartPr/>
                <p14:nvPr/>
              </p14:nvContentPartPr>
              <p14:xfrm>
                <a:off x="3817545" y="3921135"/>
                <a:ext cx="176400" cy="68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547AE0B-8173-0B27-59AC-1A815A28644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811425" y="3915015"/>
                  <a:ext cx="188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47186CE-802E-D12A-DD8B-D5761C04B341}"/>
                    </a:ext>
                  </a:extLst>
                </p14:cNvPr>
                <p14:cNvContentPartPr/>
                <p14:nvPr/>
              </p14:nvContentPartPr>
              <p14:xfrm>
                <a:off x="3968385" y="4103295"/>
                <a:ext cx="158040" cy="90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47186CE-802E-D12A-DD8B-D5761C04B34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62265" y="4097175"/>
                  <a:ext cx="170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BF76AE1-8372-3570-323A-1329835884D3}"/>
                    </a:ext>
                  </a:extLst>
                </p14:cNvPr>
                <p14:cNvContentPartPr/>
                <p14:nvPr/>
              </p14:nvContentPartPr>
              <p14:xfrm>
                <a:off x="4330545" y="3810255"/>
                <a:ext cx="177480" cy="449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BF76AE1-8372-3570-323A-1329835884D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24425" y="3804135"/>
                  <a:ext cx="18972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0E2F985-666F-B1B2-8F12-35BDD2B18FFB}"/>
                    </a:ext>
                  </a:extLst>
                </p14:cNvPr>
                <p14:cNvContentPartPr/>
                <p14:nvPr/>
              </p14:nvContentPartPr>
              <p14:xfrm>
                <a:off x="4463385" y="3632415"/>
                <a:ext cx="303120" cy="112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0E2F985-666F-B1B2-8F12-35BDD2B18F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57265" y="3626295"/>
                  <a:ext cx="315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C1AF3AC-863B-0E94-4D35-9ED8DA61B6D4}"/>
                    </a:ext>
                  </a:extLst>
                </p14:cNvPr>
                <p14:cNvContentPartPr/>
                <p14:nvPr/>
              </p14:nvContentPartPr>
              <p14:xfrm>
                <a:off x="4863345" y="3812415"/>
                <a:ext cx="8280" cy="5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C1AF3AC-863B-0E94-4D35-9ED8DA61B6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7225" y="3806295"/>
                  <a:ext cx="205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9CE3F77-B7F7-8F6D-DEA0-7BD7C293AEF3}"/>
                    </a:ext>
                  </a:extLst>
                </p14:cNvPr>
                <p14:cNvContentPartPr/>
                <p14:nvPr/>
              </p14:nvContentPartPr>
              <p14:xfrm>
                <a:off x="2793345" y="1856535"/>
                <a:ext cx="98640" cy="3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9CE3F77-B7F7-8F6D-DEA0-7BD7C293AEF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87225" y="1850415"/>
                  <a:ext cx="1108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E28DED-D1DA-35C1-FEA3-395C88A964BB}"/>
                    </a:ext>
                  </a:extLst>
                </p14:cNvPr>
                <p14:cNvContentPartPr/>
                <p14:nvPr/>
              </p14:nvContentPartPr>
              <p14:xfrm>
                <a:off x="3707745" y="1817655"/>
                <a:ext cx="160200" cy="9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E28DED-D1DA-35C1-FEA3-395C88A964B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701625" y="1811535"/>
                  <a:ext cx="1724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58466A8-36FB-1E7D-C3AE-33DEC059DE8F}"/>
                    </a:ext>
                  </a:extLst>
                </p14:cNvPr>
                <p14:cNvContentPartPr/>
                <p14:nvPr/>
              </p14:nvContentPartPr>
              <p14:xfrm>
                <a:off x="2701545" y="2337855"/>
                <a:ext cx="3859200" cy="90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58466A8-36FB-1E7D-C3AE-33DEC059DE8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95425" y="2331735"/>
                  <a:ext cx="3871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BF15A87-CE83-F2AC-AD56-A930120AFB27}"/>
                    </a:ext>
                  </a:extLst>
                </p14:cNvPr>
                <p14:cNvContentPartPr/>
                <p14:nvPr/>
              </p14:nvContentPartPr>
              <p14:xfrm>
                <a:off x="2504265" y="2245695"/>
                <a:ext cx="672480" cy="2790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BF15A87-CE83-F2AC-AD56-A930120AFB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98145" y="2239575"/>
                  <a:ext cx="6847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B91DD2-D83F-1E3D-728A-A12DA7863060}"/>
                    </a:ext>
                  </a:extLst>
                </p14:cNvPr>
                <p14:cNvContentPartPr/>
                <p14:nvPr/>
              </p14:nvContentPartPr>
              <p14:xfrm>
                <a:off x="4543305" y="1846455"/>
                <a:ext cx="136440" cy="11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B91DD2-D83F-1E3D-728A-A12DA786306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37185" y="1840335"/>
                  <a:ext cx="148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BC55E18-D228-4DCE-6BFD-7A837AA648B9}"/>
                    </a:ext>
                  </a:extLst>
                </p14:cNvPr>
                <p14:cNvContentPartPr/>
                <p14:nvPr/>
              </p14:nvContentPartPr>
              <p14:xfrm>
                <a:off x="5522145" y="1957335"/>
                <a:ext cx="101880" cy="25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BC55E18-D228-4DCE-6BFD-7A837AA648B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16025" y="1951215"/>
                  <a:ext cx="114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F72B7A5-1192-5480-1024-1A7B5DB9E337}"/>
                    </a:ext>
                  </a:extLst>
                </p14:cNvPr>
                <p14:cNvContentPartPr/>
                <p14:nvPr/>
              </p14:nvContentPartPr>
              <p14:xfrm>
                <a:off x="6101025" y="1759335"/>
                <a:ext cx="17640" cy="39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F72B7A5-1192-5480-1024-1A7B5DB9E33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94905" y="1753215"/>
                  <a:ext cx="29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AD8D7D6-AD5E-6577-0DDB-9B8CF115DBD0}"/>
                    </a:ext>
                  </a:extLst>
                </p14:cNvPr>
                <p14:cNvContentPartPr/>
                <p14:nvPr/>
              </p14:nvContentPartPr>
              <p14:xfrm>
                <a:off x="6054225" y="1781655"/>
                <a:ext cx="23760" cy="258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AD8D7D6-AD5E-6577-0DDB-9B8CF115DBD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48105" y="1775535"/>
                  <a:ext cx="36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13ED906-8B94-84D5-4B2F-AB482CF7EEE9}"/>
                    </a:ext>
                  </a:extLst>
                </p14:cNvPr>
                <p14:cNvContentPartPr/>
                <p14:nvPr/>
              </p14:nvContentPartPr>
              <p14:xfrm>
                <a:off x="5737425" y="2163255"/>
                <a:ext cx="268200" cy="23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13ED906-8B94-84D5-4B2F-AB482CF7EEE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731305" y="2157135"/>
                  <a:ext cx="280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7DCE8F3-1451-29D5-4356-229F4CFF0D72}"/>
                    </a:ext>
                  </a:extLst>
                </p14:cNvPr>
                <p14:cNvContentPartPr/>
                <p14:nvPr/>
              </p14:nvContentPartPr>
              <p14:xfrm>
                <a:off x="6070425" y="2082975"/>
                <a:ext cx="86040" cy="214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7DCE8F3-1451-29D5-4356-229F4CFF0D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64305" y="2076855"/>
                  <a:ext cx="982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CCC9347-3199-1D43-C304-0F980FEE4E18}"/>
                    </a:ext>
                  </a:extLst>
                </p14:cNvPr>
                <p14:cNvContentPartPr/>
                <p14:nvPr/>
              </p14:nvContentPartPr>
              <p14:xfrm>
                <a:off x="5204985" y="1680855"/>
                <a:ext cx="95400" cy="260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CCC9347-3199-1D43-C304-0F980FEE4E1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198865" y="1674735"/>
                  <a:ext cx="107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617DBCB-973B-B294-D43C-896487058426}"/>
                    </a:ext>
                  </a:extLst>
                </p14:cNvPr>
                <p14:cNvContentPartPr/>
                <p14:nvPr/>
              </p14:nvContentPartPr>
              <p14:xfrm>
                <a:off x="4841745" y="2116095"/>
                <a:ext cx="221040" cy="13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617DBCB-973B-B294-D43C-8964870584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35625" y="2109975"/>
                  <a:ext cx="233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41C74BD-B57A-807E-E739-1B71818520FC}"/>
                    </a:ext>
                  </a:extLst>
                </p14:cNvPr>
                <p14:cNvContentPartPr/>
                <p14:nvPr/>
              </p14:nvContentPartPr>
              <p14:xfrm>
                <a:off x="5177985" y="2088735"/>
                <a:ext cx="228600" cy="227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41C74BD-B57A-807E-E739-1B71818520F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71865" y="2082615"/>
                  <a:ext cx="240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9391B29-E1C2-49A1-422C-8DA3985B5511}"/>
                    </a:ext>
                  </a:extLst>
                </p14:cNvPr>
                <p14:cNvContentPartPr/>
                <p14:nvPr/>
              </p14:nvContentPartPr>
              <p14:xfrm>
                <a:off x="4340985" y="1756095"/>
                <a:ext cx="79200" cy="222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9391B29-E1C2-49A1-422C-8DA3985B551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34865" y="1749975"/>
                  <a:ext cx="91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2E63E40-2901-90B2-BA21-ADB7880F5A9B}"/>
                    </a:ext>
                  </a:extLst>
                </p14:cNvPr>
                <p14:cNvContentPartPr/>
                <p14:nvPr/>
              </p14:nvContentPartPr>
              <p14:xfrm>
                <a:off x="3967305" y="2118975"/>
                <a:ext cx="174240" cy="44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2E63E40-2901-90B2-BA21-ADB7880F5A9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61185" y="2112855"/>
                  <a:ext cx="186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D2963D2-97CE-3C34-0D63-F36A070A8295}"/>
                    </a:ext>
                  </a:extLst>
                </p14:cNvPr>
                <p14:cNvContentPartPr/>
                <p14:nvPr/>
              </p14:nvContentPartPr>
              <p14:xfrm>
                <a:off x="4209585" y="2049495"/>
                <a:ext cx="238320" cy="274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D2963D2-97CE-3C34-0D63-F36A070A829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03465" y="2043375"/>
                  <a:ext cx="2505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AA6F43B-93D4-BAAE-229A-A53C641D25B7}"/>
                    </a:ext>
                  </a:extLst>
                </p14:cNvPr>
                <p14:cNvContentPartPr/>
                <p14:nvPr/>
              </p14:nvContentPartPr>
              <p14:xfrm>
                <a:off x="3571665" y="1756815"/>
                <a:ext cx="61920" cy="229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AA6F43B-93D4-BAAE-229A-A53C641D25B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65545" y="1750695"/>
                  <a:ext cx="74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0E26289-9A86-1792-07B2-BF28719FA1D6}"/>
                    </a:ext>
                  </a:extLst>
                </p14:cNvPr>
                <p14:cNvContentPartPr/>
                <p14:nvPr/>
              </p14:nvContentPartPr>
              <p14:xfrm>
                <a:off x="3163785" y="2144895"/>
                <a:ext cx="258840" cy="54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0E26289-9A86-1792-07B2-BF28719FA1D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57665" y="2138775"/>
                  <a:ext cx="27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4367D00-06BE-5582-A1C2-DFEA3E89AC44}"/>
                    </a:ext>
                  </a:extLst>
                </p14:cNvPr>
                <p14:cNvContentPartPr/>
                <p14:nvPr/>
              </p14:nvContentPartPr>
              <p14:xfrm>
                <a:off x="3645105" y="2086935"/>
                <a:ext cx="172800" cy="299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4367D00-06BE-5582-A1C2-DFEA3E89AC4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38985" y="2080815"/>
                  <a:ext cx="1850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B53D1A6-248F-50F1-AF56-B4526969DBFB}"/>
                    </a:ext>
                  </a:extLst>
                </p14:cNvPr>
                <p14:cNvContentPartPr/>
                <p14:nvPr/>
              </p14:nvContentPartPr>
              <p14:xfrm>
                <a:off x="2727105" y="1788495"/>
                <a:ext cx="75960" cy="275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B53D1A6-248F-50F1-AF56-B4526969DBF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720985" y="1782375"/>
                  <a:ext cx="882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4D611F-F474-2F30-E59A-476115B1C4EC}"/>
                    </a:ext>
                  </a:extLst>
                </p14:cNvPr>
                <p14:cNvContentPartPr/>
                <p14:nvPr/>
              </p14:nvContentPartPr>
              <p14:xfrm>
                <a:off x="2272065" y="2185935"/>
                <a:ext cx="234720" cy="52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4D611F-F474-2F30-E59A-476115B1C4E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265945" y="2179815"/>
                  <a:ext cx="246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CED7496-A48B-14A6-C1E4-0C9B3753CB9A}"/>
                    </a:ext>
                  </a:extLst>
                </p14:cNvPr>
                <p14:cNvContentPartPr/>
                <p14:nvPr/>
              </p14:nvContentPartPr>
              <p14:xfrm>
                <a:off x="2548545" y="2100615"/>
                <a:ext cx="119160" cy="360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CED7496-A48B-14A6-C1E4-0C9B3753CB9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542425" y="2094495"/>
                  <a:ext cx="1314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1A80416-8B37-08A0-8686-8AD21FFCAB05}"/>
                    </a:ext>
                  </a:extLst>
                </p14:cNvPr>
                <p14:cNvContentPartPr/>
                <p14:nvPr/>
              </p14:nvContentPartPr>
              <p14:xfrm>
                <a:off x="2630985" y="2013135"/>
                <a:ext cx="150120" cy="41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1A80416-8B37-08A0-8686-8AD21FFCAB0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624865" y="2007015"/>
                  <a:ext cx="1623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828C036-A79C-D278-ABE6-54F77B90D8B5}"/>
                    </a:ext>
                  </a:extLst>
                </p14:cNvPr>
                <p14:cNvContentPartPr/>
                <p14:nvPr/>
              </p14:nvContentPartPr>
              <p14:xfrm>
                <a:off x="2809185" y="2196015"/>
                <a:ext cx="11880" cy="19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828C036-A79C-D278-ABE6-54F77B90D8B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03065" y="2189895"/>
                  <a:ext cx="24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3E697C6-3247-9F3E-FE16-8E9744A05B37}"/>
                    </a:ext>
                  </a:extLst>
                </p14:cNvPr>
                <p14:cNvContentPartPr/>
                <p14:nvPr/>
              </p14:nvContentPartPr>
              <p14:xfrm>
                <a:off x="4326225" y="2669415"/>
                <a:ext cx="596880" cy="39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3E697C6-3247-9F3E-FE16-8E9744A05B3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320105" y="2663295"/>
                  <a:ext cx="6091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6467F79-C9C8-6699-8300-2859465BF12C}"/>
                    </a:ext>
                  </a:extLst>
                </p14:cNvPr>
                <p14:cNvContentPartPr/>
                <p14:nvPr/>
              </p14:nvContentPartPr>
              <p14:xfrm>
                <a:off x="6059985" y="368655"/>
                <a:ext cx="778680" cy="2382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6467F79-C9C8-6699-8300-2859465BF12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053865" y="362535"/>
                  <a:ext cx="790920" cy="23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126A40D-D3A4-FCA0-7E8D-80562E413402}"/>
                    </a:ext>
                  </a:extLst>
                </p14:cNvPr>
                <p14:cNvContentPartPr/>
                <p14:nvPr/>
              </p14:nvContentPartPr>
              <p14:xfrm>
                <a:off x="708585" y="320055"/>
                <a:ext cx="1150200" cy="2130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126A40D-D3A4-FCA0-7E8D-80562E41340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02465" y="313935"/>
                  <a:ext cx="1162440" cy="21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D1EA500-AF49-D861-BD25-396375A1413A}"/>
                    </a:ext>
                  </a:extLst>
                </p14:cNvPr>
                <p14:cNvContentPartPr/>
                <p14:nvPr/>
              </p14:nvContentPartPr>
              <p14:xfrm>
                <a:off x="1675545" y="182895"/>
                <a:ext cx="4774680" cy="2008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D1EA500-AF49-D861-BD25-396375A1413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669425" y="176775"/>
                  <a:ext cx="4786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92BA5D9-F525-DA9F-D3D7-489AC7B5857F}"/>
                    </a:ext>
                  </a:extLst>
                </p14:cNvPr>
                <p14:cNvContentPartPr/>
                <p14:nvPr/>
              </p14:nvContentPartPr>
              <p14:xfrm>
                <a:off x="383865" y="2152095"/>
                <a:ext cx="5828400" cy="767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92BA5D9-F525-DA9F-D3D7-489AC7B5857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7745" y="2145975"/>
                  <a:ext cx="5840640" cy="77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9CC9950-0BAD-E165-5507-4F2D14C338C4}"/>
                  </a:ext>
                </a:extLst>
              </p14:cNvPr>
              <p14:cNvContentPartPr/>
              <p14:nvPr/>
            </p14:nvContentPartPr>
            <p14:xfrm>
              <a:off x="2625225" y="2713695"/>
              <a:ext cx="2520" cy="43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9CC9950-0BAD-E165-5507-4F2D14C338C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619105" y="2707575"/>
                <a:ext cx="14760" cy="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984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2317</TotalTime>
  <Words>32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2025-10-16T14:38:49Z</dcterms:created>
  <dcterms:modified xsi:type="dcterms:W3CDTF">2025-10-18T05:15:58Z</dcterms:modified>
</cp:coreProperties>
</file>