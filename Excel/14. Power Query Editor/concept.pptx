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4.6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25 3956,'0'0'2657,"-10"-12"-6370,3 0 2857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5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329 111 5352,'-1'0'263,"0"1"-1,0-1 0,0 0 0,0 0 0,0 0 0,0 0 0,0 0 1,0 0-1,0 0 0,0 0 0,0-1 0,0 1 0,1 0 0,-1-1 0,0 1 1,0 0-1,0-1 0,0 1 0,0-1 0,1 0 0,-1 1 0,0-1 1,0 1-1,0-2 0,0 1 21,1-1 0,-1 1 0,1 0 0,0 0 0,0-1 0,0 1 0,-1 0 0,1-1 0,0 1 0,1 0 0,-1-1 0,0 1 1,0 0-1,0 0 0,1-1 0,-1 1 0,1 0 0,-1 0 0,1-1 0,-1 1 0,2-1 0,-19-28 2825,17 29-3048,-1 1 0,0-1 1,1 1-1,-1-1 1,1 1-1,0-1 0,-1 1 1,1-1-1,-1 0 1,1 1-1,0-1 0,0 0 1,-1 0-1,1 1 0,0-1 1,0 0-1,0 1 1,0-1-1,0-1 0,-1 1 223,1-1 0,0 1 0,0-1 0,-1 1 0,1 0 0,-1-1 0,1 1 0,-1 0 0,0-1 0,0 1 0,1 0 0,-1 0 0,-2-3 0,1 3-182,1 0 1,-1 0-1,0 0 1,0 0-1,1 0 0,-1 1 1,0-1-1,0 0 1,0 1-1,0 0 1,0-1-1,0 1 0,0 0 1,0 0-1,0 0 1,0 0-1,0 0 1,0 1-1,0-1 1,0 1-1,0-1 0,0 1 1,1-1-1,-1 1 1,0 0-1,0 0 1,-2 2-1,1-1 116,3 2-162,-1 0 0,0-1 0,0 1 0,0 0 0,0 0-1,-1-1 1,0 1 0,-2 3 0,-7 17 65,-8 39 194,-19 102-1,27-107-272,-44 245 214,32-161-199,-23 265-317,44-370-679,5 51 0,8-1-4441,-11-83 4969,7 25-3166,3-11-2377,7 3-4654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5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704 46 8509,'-33'-23'1887,"26"19"-123,-23-14 6261,33 35-7203,3-8-767,0-1 0,1 0 0,-1 0 0,2 0 0,-1-1 0,1 0 1,0 0-1,0-1 0,1 0 0,12 6 0,7 6 14,134 93 266,-134-91-294,185 142 206,-160-117-205,-2 2 1,-2 3 0,81 106-1,-120-142-45,0 1-1,0 0 0,-2 0 0,0 1 0,-1 0 1,0 1-1,-1-1 0,-1 1 0,-1 0 0,-1 1 0,0-1 1,-1 1-1,0-1 0,-2 1 0,0 0 0,-1-1 1,-5 28-1,-1-15-7,-1 0 1,-1-1 0,-2 0 0,0-1-1,-2 0 1,-1-1 0,-33 47 0,21-40-24,-2 0 1,-2-2 0,0-1 0,-66 50-1,34-36-42,-137 72 1,-71 7 36,88-47-75,-245 95-2794,393-167 160,33-5 2579,1 0 1,-1 0 0,1 1-1,-1-1 1,0 0 0,1 0-1,-1 0 1,1 0 0,-1 0-1,1 0 1,-1 0-1,1 0 1,-1 0 0,0 0-1,1 0 1,-1 0 0,1-1-1,-1 1 1,1 0-1,-1 0 1,1 0 0,-1-1-1,1 1 1,-1 0 0,1-1-1,-1 1 1,1 0 0,0-1-1,-1 1 1,1-1-1,0 1 1,-1-1 0,1 1-1,0-1 1,-1 1 0,1-2-1,17-9-6815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5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165 61 11529,'0'-3'1984,"1"1"-1690,0 0-18,-1-1-1,1 1 1,-1 0-1,1 0 1,-1 0-1,0-1 1,0 1 0,0 0-1,0 0 1,0-1-1,0 1 1,-1 0-1,1 0 1,-1 0 0,1-1-1,-1 1 1,0 0-1,0 0 1,0 0-1,0 0 1,0 0-1,0 0 1,-4-3 3396,4 11-3506,0 0 0,0 0 1,-1 0-1,0 0 0,0 0 1,-3 6-1,-5 19 47,-63 253-2398,31-136-5204,31-108 2381,7-15-2620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5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37 8997,'27'-15'1904,"-17"3"-1332,3 5-388,7 4-1060,4 3-888,-4 13-872,17 8-761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6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104 392 9637,'15'-2'1943,"-14"-2"1450,-19-7 1687,13 8-5202,4 2 258,0 1-1,1-1 1,-1 0 0,0 0-1,1 1 1,-1-1 0,1 0-1,-1 0 1,1 0 0,-1 0-1,1 0 1,-1 0-1,1 0 1,0 0 0,0 0-1,-1 0 1,1 0 0,0 0-1,0-1 1,-1-1 289,0-4-100,0 0 1,0 0-1,1 0 0,-1 0 1,1 0-1,1 1 1,-1-1-1,1 0 0,1 0 1,-1 0-1,1 0 1,0 1-1,1-1 0,-1 1 1,6-8-1,2-5-61,0 1-1,2-1 0,23-26 1,-23 30-158,0 1 1,2 0-1,0 1 1,0 0 0,1 1-1,23-13 1,-30 20-96,1 2 0,0-1 1,0 1-1,0 0 0,0 1 1,0 0-1,0 0 0,1 1 1,-1 0-1,1 1 0,-1 0 1,1 0-1,-1 1 0,1 0 1,10 4-1,-2-1-11,0 2 0,-1 0 0,0 1 0,0 1 0,0 0 0,-1 2 0,-1 0 0,1 0-1,-2 1 1,1 1 0,-2 1 0,18 19 0,-20-19-1,-1 0 1,0 0-1,-1 1 0,-1 1 0,0-1 0,-1 1 0,0 1 1,-2-1-1,1 1 0,-2 0 0,0 0 0,-1 1 0,-1-1 1,1 22-1,-4-13 5,-1-1 0,-1 0 0,-1 1 0,-1-1 0,-1-1 0,-1 1 0,-2-1 0,0 0 0,-1-1 0,-1 0 0,-16 23 0,7-16-34,-2 0-1,0-1 0,-2-2 1,-1 0-1,-2-2 0,-56 42 1,-1-14-1922,-157 73 1,150-81-3561,72-35-1151,1-3-4352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6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13981,'39'0'1736,"-31"0"-212,-9 3-76,-14 128 5052,10 75-3498,2-28-2094,-2 102-3285,10-131-1511,-1-65-1178,0-41-649,5-5-3354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6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17 130 12453,'0'1'63,"0"-1"1,0 0-1,-1 1 0,1-1 0,0 0 1,-1 0-1,1 1 0,0-1 0,-1 0 0,1 0 1,0 1-1,-1-1 0,1 0 0,0 0 1,-1 0-1,1 0 0,-1 0 0,1 0 0,0 0 1,-1 1-1,1-1 0,-1 0 0,1 0 1,-1 0-1,1-1 0,0 1 0,-1 0 1,1 0-1,-1 0 0,1 0 0,0 0 0,-1 0 1,1-1-1,0 1 0,-1 0 0,1 0 1,0-1-1,-1 1 0,1 0 0,-1-1 1,1 0 98,-1 0 1,1-1-1,0 1 1,0 0 0,-1-1-1,1 1 1,0-1 0,0 1-1,0 0 1,0-1 0,1 1-1,-1-3 1,1 0 118,0 1 0,0 0 0,0 0 0,0-1 0,0 1 0,1 0 0,-1 0 0,1 0 0,0 0 0,0 0 0,0 1 0,0-1 0,0 1 0,6-5 0,7-1 244,1 0 1,0 2 0,1 0 0,0 0 0,0 2 0,33-6-1,112-1 859,-142 10-1183,28-1 39,-1 3 1,1 1-1,-1 3 1,1 1-1,-2 3 1,1 2 0,-1 2-1,73 31 1,-82-29-139,-8-4 3,0 2 0,-1 1 0,50 34 0,-64-38-152,-1 1 1,0 0 0,-1 1-1,0 1 1,-1 0-1,0 1 1,-1-1 0,-1 2-1,0 0 1,-1 0 0,0 0-1,-2 1 1,0 0-1,8 31 1,-12-33-565,1 1 0,-2 0 0,0 0 0,-1 0 0,0 0 0,-1 0 0,-1 0 1,0-1-1,-1 1 0,-10 27 0,-18 31-8511,23-55-683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6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58 11345,'0'0'1540,"3"-21"-268,0 0 1225,7 15-2229,7-3-492,3 18-653,24 3-551,-11 3-2708,7 0-3137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7.2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151 121 12153,'0'0'1638,"-2"1"-2,-2 0-1373,1 1 0,0-1 1,0 1-1,0 0 0,0 1 1,0-1-1,0 0 0,1 1 0,-1-1 1,1 1-1,0 0 0,-1 0 1,1 0-1,1 0 0,-1 0 1,0 1-1,1-1 0,0 0 0,-1 1 1,1-1-1,1 1 0,-1 0 1,0 6-1,-33 116 1244,-6-5-1028,37-112-441,0 0 1,0 0 0,-1-1 0,-5 10 0,8-16 657,10-23-168,8-12-406,3 1 0,0 1 0,2 1 0,33-35 0,114-102 550,-144 144-438,-7 6 40,1 0-1,0 1 0,31-18 0,-47 32-215,1 1 0,0-1-1,0 1 1,0 0 0,-1 0-1,1 0 1,0 0 0,0 1 0,0 0-1,0 0 1,0 0 0,0 0-1,0 0 1,0 1 0,0 0 0,0 0-1,0 0 1,0 0 0,-1 1-1,7 2 1,-2 1 76,0-1-1,-1 1 0,0 0 1,0 1-1,0-1 0,0 2 1,10 12-1,-1 4-3,-1 1-1,-1 0 0,-1 1 1,-1 1-1,-1 0 1,-2 0-1,0 1 0,-2 0 1,-1 0-1,-1 1 1,1 28-1,-1 35 263,-4 0 0,-12 95 0,-25 73-5254,18-159-1191,-4 119 0,21-167-6762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7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460 136 7265,'-1'-1'200,"1"-1"0,-1 1 0,1-1 0,-1 1 0,1-1 0,0 1 0,0-1 1,-1 1-1,1-1 0,0 0 0,1 1 0,-1-1 0,0 1 0,0-1 0,1 1 0,-1-1 1,1 1-1,-1-1 0,1 1 0,0-2 0,1 0 1751,-3-1-1129,-1-1 1,0 1-1,0-1 0,-1 1 1,1 0-1,-5-5 1,-1-4 689,8 13-1459,0 0 1,0-1 0,-1 1-1,1-1 1,0 1 0,-1-1-1,1 1 1,0-1 0,-1 1-1,1 0 1,-1-1 0,1 1 0,-1 0-1,1-1 1,0 1 0,-1 0-1,1 0 1,-1 0 0,0-1-1,1 1 1,-1 0 0,1 0 0,-1 0-1,1 0 1,-1 0 0,1 0-1,-1 0 1,1 0 0,-1 0-1,1 0 1,-1 0 0,0 0-1,1 0 1,-1 1 0,1-1 0,-1 0-1,1 0 1,-1 0 0,1 1-1,0-1 1,-1 0 0,1 1-1,-1 0 1,-23 21 706,18-16-472,-27 29 610,2 2 0,1 1 0,-35 61 1,-56 134 681,100-184-1327,1 1 0,3 0-1,-19 97 1,31-118-195,2 0 0,0 1 0,3-1 0,0 1 0,2-1 0,1 1 0,1-1 0,12 42 0,-11-55-37,1-1 1,0 1-1,1-1 1,1 0-1,0 0 1,1-1-1,1-1 1,0 1-1,1-1 1,0-1-1,17 15 0,-11-14-34,1 0-1,0 0 0,1-2 0,0 0 0,1-2 0,0 0 0,40 12 0,-25-13-142,1-1 1,0-1-1,0-2 1,0-2-1,0-1 1,0-2 0,0-1-1,0-2 1,0-1-1,43-13 1,-16-2-481,-1-2-1,-1-3 1,101-58 0,-86 37 108,-2-4-1,87-77 1,-52 25 175,-5-4-1,-4-5 1,95-138 0,-48 20 482,1-1 1986,-146 227-1379,-7 7 39,-4 4-527,0 1 0,0 0 0,1 0 0,0 1 0,1 0 0,-12 20 0,-30 78 650,33-72-602,-166 491 1499,89-158-3179,48-133-4858,39-207 4689,3-11-724,0-1-1,0 0 1,1 21-1,9 9-8625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8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0 150 14037,'11'-8'509,"-6"5"-180,-1 0-1,1-1 1,-1 0-1,0 1 0,0-2 1,-1 1-1,1 0 1,-1-1-1,5-7 0,-6 8-51,1 1 0,0-1 0,-1 1 0,2 0 0,-1 0 0,0 0 0,1 0 0,-1 0 0,1 1 0,0 0 0,0 0 0,7-3 0,54-16 1046,-58 20-1148,37-9 107,1 2 1,61-3 0,95 7-898,-178 4 543,158 6-2177,196 30 0,174 60-4208,-188-12 3596,-131-7 4865,-223-73-1330,1-1 1,-1 1 0,0 1 0,0 0-1,-1 0 1,17 13 9128,-62-15-7327,33-3-2506,0-26-5750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39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118 469 6405,'1'-1'170,"-1"0"0,1-1 0,-1 1 1,1 0-1,-1-1 0,0 1 0,0 0 1,0-1-1,0 1 0,0-1 1,0 1-1,0 0 0,0-1 0,0 1 1,-1-1-1,1 1 0,-1 0 0,1-1 1,-1 1-1,1 0 0,-1 0 0,0-1 1,1 1-1,-1 0 0,0 0 0,0 0 1,0 0-1,0 0 0,0 0 1,0 0-1,-1 0 0,1 0-55,1 1 0,0-1 0,0 0 1,0 1-1,0-1 0,0 1 0,0-1 0,0 1 0,0-1 0,0 1 0,1-1 1,-1 1-1,0-1 0,0 1 0,0-1 0,0 1 0,1-1 0,-1 1 0,0-1 1,1 1-1,-1 0 0,0-1 0,1 1 0,-1-1 0,1 1 0,6-16 4773,-17-9-1637,8 68-2051,-10 48 0,2-17-403,-20 160 748,-19 220-271,46-402-1172,2 0 1,2 0-1,3-1 0,19 99 1,-18-132-78,1 0 0,0-1-1,2 1 1,-1-2 0,2 1 0,1-1 0,15 20-1,-17-25-9,2-1-1,-1 0 0,2-1 1,-1 0-1,1 0 0,0-1 1,1-1-1,0 0 0,0 0 1,1-1-1,14 4 0,-7-3-11,0-2-1,0 0 1,1-1-1,0-1 0,-1-1 1,1-1-1,0-1 1,0 0-1,28-6 0,-23 1 8,1-1-1,-1-1 1,0-1-1,-1-2 0,0-1 1,39-22-1,-30 11-6,-1-1 0,0-2-1,-2-1 1,-1-1 0,-2-2-1,0-1 1,-2-1 0,-1-1-1,35-61 1,-22 19-113,-4-1 1,-2-1-1,-5-2 0,-2-1 0,-4-1 0,15-118 1,-16 22-2651,-8-344 1,-12 508 1972,0 0 1,-1 0 0,-1 0-1,0 0 1,0 0 0,-1 0-1,0 0 1,-7-12 0,0 11-4510,0 20-3060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0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285 224 6981,'-1'-4'250,"0"1"-1,0-1 1,1 1 0,-1-1 0,1 0 0,0 1 0,0-1 0,1 1 0,-1-1 0,1 0 0,0 1-1,-1-1 1,2 1 0,-1 0 0,0-1 0,1 1 0,-1 0 0,1 0 0,0-1 0,0 1 0,3-3-1,3-21 3472,-7 21 901,-4 6-4370,-5 2-192,0 0 0,-1 0 0,1 1-1,0-1 1,1 2 0,-1-1 0,1 1 0,-1 0-1,1 1 1,0 0 0,-7 7 0,-19 11 21,-33 10 65,51-26-101,-1 1 1,-26 18-1,40-24-17,-1-1 1,1 0-1,-1 0 0,1 0 0,-1 0 1,1 0-1,-1 0 0,0-1 0,0 1 1,-4-1-1,4 1 277,22 0-181,-5 1-72,-1 0-1,-1 1 0,1 0 1,0 1-1,-1 0 1,0 1-1,0 0 1,0 1-1,-1 1 1,1 0-1,-2 0 0,20 18 1,-22-17-17,0 0 0,-1 0 0,0 1 0,-1 0 0,0 0 0,0 1 0,-1 0 0,0 0 0,-1 0 0,0 0 0,0 1 0,-1 0 0,-1-1 0,0 1 0,1 21 1,-1-1 12,-1-1 1,-2 0-1,-1 1 1,-2-1-1,0 0 1,-2-1 0,-14 41-1,6-13 136,5-18 1742,27-84-1666,3 0 0,33-53 0,64-79-234,53-47-20,-169 222-6,30-40-4,3 2 0,1 2 0,1 1 0,2 2 0,78-54 0,-111 86 31,0-1 0,0 0 0,0 1 0,0 0 0,0 1 1,1 0-1,-1 0 0,1 0 0,0 0 0,-1 1 0,1 0 0,0 1 0,0-1 0,8 2 1,-9 0 17,-1 0 0,1 1 1,0 0-1,-1 0 1,1 0-1,-1 0 0,1 1 1,-1 0-1,0 0 1,0 1-1,-1 0 1,1-1-1,-1 1 0,1 1 1,-1-1-1,5 8 1,1 3 47,0 1 1,0 1-1,-2 0 1,0 0-1,-1 1 1,-1 0-1,0 0 1,-2 0 0,5 29-1,-2 15 97,-1 98 0,-11 66-122,-1-14-1749,14-1-3667,-6-176 3679,4 35-2523,8-28-1616,7-10-2482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0.3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1 13901,'20'18'1764,"-30"-9"-107,0 0-45,0 12-64,0-3-216,0 9-280,-10 21-228,3-5-172,4 2-84,-4 6-124,4 6-544,6 1-336,-3-1-360,3-3-472,4-6-992,-4-5-448,14-1-2581,3 0-4224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0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64 248 12109,'-30'-63'2156,"20"26"-452,7 19-339,-1-3-273,1-3-292,-4 6-140,0-3-268,18 6-516,-5 0-544,21 9-752,27-3-577,3 18-2703,10 3-3685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1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906 301 10801,'7'-22'1267,"-1"0"0,-1 0-1,-1-1 1,-1 0 0,0 0 0,-2 0-1,-4-46 1,3 66-1163,-1-1 0,0 1 0,0-1-1,-1 1 1,1-1 0,-1 1 0,0 0 0,1 0-1,-1 0 1,-1 0 0,1 0 0,0 0 0,-1 1-1,1-1 1,-1 1 0,0-1 0,0 1 0,0 0-1,-5-3 1,5 4-31,0-1 6,0 1 0,0-1 0,-1 1 0,1 0 0,-1 0-1,1 0 1,-1 0 0,0 1 0,1-1 0,-1 1 0,1 0 0,-1 0 0,-4 1-1,-41 9 371,43-8-384,-20 7 107,0 0 0,0 2 1,1 1-1,-43 28 1,-84 74 174,89-62-395,2 3-1,3 3 1,2 2-1,2 2 1,-51 79-1,97-127-77,0 0 0,0 0 0,2 1 0,0-1 0,0 2 0,-5 24 0,10-37 107,1-1 1,-1 1-1,1 0 1,0-1 0,0 1-1,0 0 1,0-1-1,0 1 1,0 0-1,1-1 1,0 1 0,-1 0-1,1-1 1,0 1-1,0-1 1,0 0 0,1 1-1,-1-1 1,0 0-1,4 5 1,-2-5 3,0 0 0,0 0 1,0 0-1,1 0 0,-1 0 1,0-1-1,1 1 0,-1-1 1,1 0-1,-1 0 0,1 0 0,0 0 1,4-1-1,6 1-14,0-1 0,1-1 0,-1 0-1,0-1 1,0 0 0,20-7 0,161-66-104,-135 48 100,2 3 0,78-19 0,-134 41 54,-1 1 0,0 0 0,1 0-1,-1 0 1,1 1 0,-1-1-1,1 1 1,-1 1 0,1-1-1,-1 1 1,1 0 0,-1 0-1,0 1 1,1 0 0,-1 0-1,0 0 1,0 0 0,0 1-1,-1 0 1,1 0 0,0 0-1,-1 0 1,0 1 0,0 0-1,0 0 1,0 0 0,-1 0-1,0 0 1,1 1 0,-2 0-1,1-1 1,0 1 0,-1 0-1,0 1 1,0-1 0,2 11-1,2 9 120,-1 1-1,-1 0 1,-1 1 0,-2-1-1,0 0 1,-4 30-1,-4 4 156,-21 93-1,-31 59-118,-14 68 171,72-275-338,0 0 0,1 0 1,-1 0-1,1 0 0,0 0 0,1 5 0,-1-9-6,0 0 0,0-1-1,0 1 1,1 0 0,-1 0 0,0-1-1,0 1 1,1 0 0,-1-1 0,1 1-1,-1-1 1,1 1 0,-1 0-1,1-1 1,-1 1 0,1-1 0,-1 1-1,1-1 1,0 0 0,-1 1 0,1-1-1,0 0 1,-1 1 0,1-1-1,0 0 1,-1 0 0,1 1 0,0-1-1,0 0 1,-1 0 0,1 0 0,0 0-1,0 0 1,-1 0 0,1 0-1,0 0 1,0-1 0,-1 1 0,1 0-1,1-1 1,7-1-17,0-2-1,0 1 1,0-1 0,0 0 0,-1-1-1,16-11 1,49-44-293,-46 36 117,489-467-1767,-385 360 1735,-113 113 193,343-326-372,-342 328 397,0 1-1,36-20 0,-53 34 17,0 0 0,1 0 0,-1 0 0,0 0 0,0 0 0,1 0 0,-1 1 0,0-1 0,1 1 0,-1-1 0,1 1 0,-1 0 0,0 0 0,4 1-1,-4-1 3,-1 0 0,1 1 0,-1 0-1,0-1 1,1 1 0,-1 0-1,1 0 1,-1-1 0,0 1 0,0 0-1,0 0 1,1 1 0,-1-1-1,0 0 1,0 0 0,1 3 0,0 1 9,1 0 1,-1 0 0,-1 0 0,1 1 0,-1-1 0,0 0-1,0 1 1,-1-1 0,0 1 0,0 9 0,-6 35 77,-3-1 0,-22 74 1,0 0-18,23-87-91,0 0 46,-6 52 0,13-81-39,0 0 0,1 1 1,0-1-1,0 0 0,1 1 0,0-1 1,0 0-1,1 1 0,0-1 0,0 0 1,0 0-1,1 0 0,5 8 0,-6-12-9,0 0 0,1 0-1,-1-1 1,1 1 0,-1-1 0,1 1-1,0-1 1,0 0 0,0 0 0,0 0-1,0-1 1,1 1 0,-1-1-1,1 1 1,4 0 0,-1-1-9,-1 0 0,0-1-1,0 1 1,1-1 0,-1-1 0,0 1 0,0-1-1,9-2 1,4-3-48,0-1 0,0 0 0,-1-2 0,30-17 0,173-120-162,-217 143 262,0 1 0,0 0 0,0 0 0,0 0 0,1 1 0,-1-1 0,0 1 0,1 0 0,-1 0 0,0 1 0,1 0 0,-1-1 0,1 1 0,-1 1 0,1-1 1,-1 1-1,1-1 0,-1 1 0,1 0 0,-1 1 0,5 2 0,12 4 140,-2 2 0,0 0 0,23 16 0,-8-4-109,-18-14-58,0 0 0,1-1 0,0-1 1,1-1-1,-1 0 0,1-1 0,0-1 0,29 2 0,-24-5-114,-1 0-1,1-1 1,0-1 0,0-1 0,-1-1 0,33-10 0,-30 4-11,0-1 1,-1-2-1,0 0 1,-1-1-1,0-1 1,-2-1-1,0-1 1,36-38-1,-23 18-44,-2-2 0,-2-1 0,48-82 0,-68 103 117,0 0-1,-1 0 1,-2-1-1,8-25 1,-15 45 46,0 0 0,0 0 0,0 0 0,0 0 0,0 0 0,-1 0 0,1 0 0,0 0 0,0 0 1,0 0-1,0 0 0,0 0 0,0 0 0,0 0 0,0 0 0,0 1 0,0-1 0,0 0 0,-1 0 0,1 0 0,0 0 0,0 0 1,0 0-1,0 0 0,0 0 0,0 0 0,0 0 0,0 0 0,0 0 0,-1 0 0,1 0 0,0 0 0,0 0 0,0-1 0,0 1 1,0 0-1,0 0 0,0 0 0,0 0 0,0 0 0,0 0 0,0 0 0,-1 0 0,1 0 0,0 0 0,0 0 0,0 0 0,0 0 1,0 0-1,0-1 0,0 1 0,0 0 0,0 0 0,0 0 0,0 0 0,0 0 0,0 0 0,0 0 0,0 0 0,-13 5 40,1 1-1,0 1 0,0 0 0,1 1 1,0 0-1,0 1 0,1 0 0,0 0 1,0 1-1,1 1 0,1-1 0,-12 20 1,6-8 3,1 1 1,1 0-1,0 1 1,2 1-1,-13 48 0,21-61-66,0 1-1,0-1 1,1 1-1,1-1 1,0 1-1,1-1 1,0 0-1,1 1 1,4 15-1,-4-22-66,0 0 0,1 0 0,0 0-1,0-1 1,1 1 0,-1-1 0,1 1-1,0-1 1,1 0 0,-1-1 0,1 1 0,0-1-1,8 6 1,3 0-560,1 0-1,34 14 1,-8-9-1279,1-1 1,1-3 0,0-1 0,82 7-1,4-5-5560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2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140 149 6641,'-22'-7'529,"8"4"737,0-2 1,0 0-1,0 0 1,-23-14 0,35 18 264,-21-23 2328,24 21-3776,0 1 1,1 0-1,-1 0 1,0 0-1,1 0 1,-1 0-1,1 0 0,0 0 1,-1 0-1,1 1 1,0-1-1,0 1 0,0-1 1,0 1-1,1 0 1,-1 0-1,4-2 1,12-3 69,-1 0-1,1 1 1,-1 1 0,1 1 0,34-2 0,-39 3-103,370-14 642,9 27-388,-366-10-283,1893 110 535,-1332-76-413,133 11-162,-457-17-2491,-262-29 2124,0 1 0,0-1 0,0 1 0,0 0 0,0-1 0,0 1 0,0 0 0,0 0 0,0 0 0,0 0 0,0 0 0,-1-1 0,1 1 0,0 1 1,-1-1-1,1 0 0,-1 0 0,1 0 0,-1 0 0,1 0 0,-1 0 0,0 1 0,1 1 0,-19 7-7916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2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332 121 7285,'-23'-16'1181,"17"12"-579,0 0 0,0-1 0,0 1 0,1-1 0,-1-1 0,1 1 0,-6-9 0,6 7 710,-1 0 0,0 1 1,-1-1-1,-13-10 0,6 6-120,12 9-506,16 3-515,-1 1-1,1 1 1,-1 0-1,1 1 1,-1 1-1,0 0 1,0 0-1,-1 1 1,0 1-1,13 9 1,-1-2 10,57 36 97,-3 3 0,-2 4 0,-3 2 1,101 108-1,-135-126-170,-2 2 0,-1 2 0,-3 1 0,-1 1 0,-3 2 1,34 77-1,-51-97-72,-1 1 1,-2 0-1,-1 0 1,-1 1 0,-2 0-1,-1 0 1,-1 0-1,-2 0 1,-1 1-1,-1-1 1,-2 0 0,-1 0-1,-11 40 1,3-31-15,-2-2 1,-2 0 0,-1 0-1,-2-2 1,-2 0 0,-1-2-1,-49 59 1,9-23-296,-4-4 1,-99 79-1,67-69-1267,-172 99 1,141-102-2225,0-7-3380,74-39-1686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2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84 6317,'-13'0'553,"1"0"0,-1-1 1,0 0-1,1 0 0,0-2 1,-1 1-1,1-2 1,-16-5 4785,32-9-2924,-4 16-2372,1 1-1,0 0 1,-1-1-1,1 1 1,0 0-1,0-1 1,0 1-1,0 0 1,0 0-1,0 0 1,0 0-1,0 0 1,1 0-1,-1 0 1,0 0-1,0 0 1,1 1-1,-1-1 1,1 1-1,-1-1 1,1 1-1,-1-1 1,1 1-1,-1 0 1,1-1-1,-1 1 1,1 0-1,-1 0 1,1 0-1,1 1 1,7-3 119,225-18 1091,-73 21-939,178 8 68,230 17-744,-55 8-3344,-276-17-398,-138-8-137,-14 3-2289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3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662 1 7081,'-25'20'561,"9"-8"20,2 0 0,-1 1 0,2 0 0,0 1 0,-17 25 0,-39 48 3001,33-44-1350,-54 88 0,34-25-1494,4 2 0,5 3 0,-43 156-1,55-139-3653,-20 159-1,53-268 1589,0 0 0,0 1 0,2-1 0,4 37 0,11 3-5340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3.4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172 199 11289,'-31'15'1678,"30"-15"-1545,0 0-1,0 1 1,0-1-1,0 1 1,0-1-1,1 1 0,-1-1 1,0 1-1,0-1 1,1 1-1,-1 0 1,0 0-1,1-1 1,-1 1-1,0 0 1,1 0-1,-1 0 1,1 0-1,-1 0 0,-2 5 375,-12 14 685,4-7-750,0 0 0,1 1-1,1 0 1,0 0 0,1 1 0,1 0 0,0 1 0,1 0 0,-5 21 0,5-8-105,1-1 0,-2 43 0,7-56-261,0 0-1,1 0 1,0 0 0,1 0 0,1 0 0,1 0 0,6 18-1,-5-21-58,0 0 0,1-1-1,1 1 1,-1-1-1,2-1 1,0 1-1,0-1 1,1-1-1,0 0 1,0 0-1,1 0 1,0-1-1,1-1 1,0 0-1,0 0 1,0-1 0,1-1-1,0 0 1,19 6-1,-20-8-16,0-1 0,-1 0 0,1 0-1,0-1 1,0-1 0,0 1 0,0-2 0,0 0 0,0 0-1,0-1 1,0 0 0,11-5 0,-13 4-4,0-1 0,-1-1 0,0 1 1,0-1-1,0-1 0,0 0 0,-1 0 0,0 0 0,0-1 0,0 0 1,-1 0-1,0-1 0,-1 0 0,7-11 0,-5 4 4,0-1 0,0 0 0,-2 0 0,0 0 0,-1-1 0,0 1 0,-1-1 0,-1 0 0,-1 0 0,-1 0 0,0 0 0,-1 0 0,0 0 0,-6-19 0,-2-6-27,-2 0 0,-3 1 0,-1 0 0,-29-55 0,16 43-1700,-68-93 0,95 145 1631,1 1 1,-1-1 0,1 1-1,-1-1 1,1 1 0,0-1-1,-1 0 1,1 1 0,0-1-1,0 0 1,-1 1 0,1-1-1,0 0 1,0 1 0,0-1-1,0 0 1,0 1 0,0-1 0,0 0-1,0 0 1,0 1 0,0-1-1,0 0 1,0 1 0,0-1-1,1 0 1,-1 1 0,0-1-1,0 0 1,1 1 0,-1-1-1,1 1 1,-1-1 0,0 0-1,1 1 1,-1-1 0,1 1 0,-1-1-1,1 1 1,0 0 0,-1-1-1,1 1 1,-1-1 0,1 1-1,0 0 1,-1 0 0,1-1-1,0 1 1,-1 0 0,2 0-1,4-2-794,0 1 0,0 0 0,-1 0-1,1 0 1,8 1 0,39 2-5956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3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362 1 10293,'-6'1'348,"5"-2"-239,0 1 0,0 0 0,-1 1 0,1-1 0,0 0 0,0 0 0,-1 0 0,1 1 1,0-1-1,0 1 0,0-1 0,0 1 0,-1-1 0,1 1 0,0-1 0,0 1 1,0 0-1,0 0 0,0 0 0,0 0 0,1-1 0,-1 1 0,0 0 0,0 1 0,1-1 1,-1 0-1,1 0 0,-1 0 0,1 0 0,-1 0 0,1 1 0,-1 0 0,-1 3 203,1 0 0,-2-1-1,1 1 1,0-1 0,-1 1-1,0-1 1,0 0 0,0 0-1,0-1 1,-1 1 0,0 0 0,-5 3-1,-14 17 725,12-8-431,1 0 1,0 1-1,1 0 0,-7 23 1,-4 5 185,-1 2-186,2 2 0,2 0 0,-13 70 0,14-31-1021,-5 101 0,-3-21-3482,-1-59-5221,14-66 385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4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1 751 9613,'0'-4'157,"1"0"1,0 0-1,1 0 1,-1 0-1,1 0 1,0 0-1,0 0 1,0 1-1,0-1 1,1 1-1,-1-1 1,6-4-1,-2 3 68,1 0 0,-1 1 1,1 0-1,0 0 0,0 1 0,7-3 1,8-2 194,0 1 1,0 1 0,0 0 0,35-2 0,93 1 331,-102 6-585,425 8 726,4 25-553,-194-12-162,-206-16-182,-22-2-120,81 13-1,-136-15 127,1 0-1,-1 0 1,1 0-1,0 0 1,-1 0-1,1 0 1,-1 0 0,1 0-1,0 0 1,-1 0-1,1 1 1,-1-1-1,1 0 1,-1 0-1,1 0 1,-1 1-1,1-1 1,-1 0-1,1 1 1,-1-1 0,1 0-1,-1 1 1,1-1-1,-1 1 1,1-1-1,-1 1 1,0-1-1,1 1 1,-1-1-1,0 1 1,0-1-1,1 1 1,-1-1 0,0 1-1,0 0 1,-1 1-5,0-1 1,0 0-1,0 0 0,0 1 1,0-1-1,0 0 1,0 0-1,-1 0 1,1-1-1,0 1 1,-1 0-1,-2 1 1,-57 20-75,-98 19 58,-62 18-420,218-58 426,1 0 0,-1 0 0,1 0 0,0 0 0,-1 0 0,1 0 1,0 1-1,0-1 0,0 1 0,0 0 0,-3 2 0,5-3 11,-1 0 0,1 0-1,-1 0 1,1 0 0,-1 0-1,1 0 1,0 0 0,0 0-1,-1 0 1,1 0 0,0 0 0,0 0-1,0 0 1,0 0 0,0 0-1,0 0 1,0 0 0,0 0-1,1 0 1,-1 0 0,0 0-1,1 0 1,-1 0 0,1 0 0,-1 0-1,1 0 1,-1 0 0,1 0-1,-1-1 1,1 1 0,0 0-1,0 0 1,-1-1 0,1 1-1,1 0 1,11 9 13,1 0 0,1-1 0,-1-1 0,1-1 0,30 11 0,-26-10-7,23 7-16,1-2 1,0-1 0,1-3-1,0-2 1,85 4 0,-107-11-1,1-1 0,-1 0 0,0-2 0,0-1 0,0 0 0,0-2 0,35-14 0,-29 8 38,-1-2 0,-1-1-1,0 0 1,-1-2 0,23-21-1,-5 0 123,69-79 0,24-55 180,-95 121-236,58-82 337,-41 52 544,4 3 0,113-112 1,-172 187-932,0 0 1,0 0 0,1 1 0,-1-1 0,1 1 0,0 0 0,0 0 0,0 0 0,0 0 0,0 1 0,0 0-1,0 0 1,0 0 0,0 0 0,8 0 0,-9 2-21,-1-1 0,0 1-1,1-1 1,-1 1 0,0 0-1,0 0 1,0 0 0,1 0-1,-1 1 1,0-1 0,0 0 0,-1 1-1,1-1 1,0 1 0,0 0-1,-1 0 1,1 0 0,-1 0-1,0 0 1,1 0 0,-1 0-1,0 0 1,0 0 0,0 1 0,-1-1-1,1 0 1,0 0 0,-1 1-1,1 3 1,3 18 89,-1-1-1,-1 1 1,-3 43-1,-13 75 106,10-109-175,-17 137 49,-18 179-2337,31-235-1006,7 123 1,10-144-1134,12-7-2411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4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 10173,'27'-18'2372,"-20"-6"-2548,3 3-348,-3 9-792,6 3-1820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4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1 386 11877,'14'-35'618,"-7"18"-161,0 0 1,1 0 0,1 1 0,0 0-1,2 0 1,15-18 0,30-40 2002,-41 52-1305,1 0 0,1 1 0,1 1 1,31-27-1,-47 45-1073,0 1 0,0 0 0,0 0 0,0 0 0,0 0 0,0 0 1,0 0-1,0 0 0,1 1 0,-1-1 0,0 1 0,0 0 0,1-1 0,-1 1 0,0 0 0,0 0 0,1 1 1,-1-1-1,0 0 0,1 1 0,-1 0 0,0-1 0,0 1 0,0 0 0,0 0 0,3 2 0,0 0 27,0 0 0,0 1 0,-1 0-1,1 0 1,-1 0 0,0 1-1,0 0 1,6 9 0,6 15 143,-1 0-1,-1 1 1,-2 1 0,-1 0 0,-1 1 0,-2 0 0,8 63-1,-2 240 374,-13-222-464,17 172 65,-14-251-200,2-1 0,2 0 0,1-1 0,1 0 0,2 0-1,21 41 1,-30-68-23,0 0 0,0 0 0,0 0-1,0-1 1,1 1 0,0-1-1,0 0 1,0 0 0,0-1 0,0 1-1,1-1 1,0 0 0,0 0-1,0 0 1,0-1 0,0 1-1,0-1 1,1-1 0,7 3 0,-5-4-1,0 1 0,0-1 0,0-1 0,0 1 0,0-1 0,0-1 0,0 1 0,0-1 0,-1-1 0,1 0 0,-1 0 0,0 0 0,9-6 0,35-23-68,-1-3-1,89-81 1,-61 48-288,99-81-1066,329-272-5348,-277 249 2215,-73 64-2363,-81 58-310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5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632 442 5152,'-21'19'362,"-145"122"5094,-16-15-2599,29-9-1936,51-36-180,102-81-719,-1 1 0,1-1-1,-1 0 1,1 1 0,-1-1-1,1 0 1,0 1-1,-1-1 1,1 0 0,-1 1-1,1-1 1,0 1-1,-1-1 1,1 1 0,0-1-1,-1 1 1,1-1 0,0 1-1,0-1 1,0 1-1,-1-1 1,1 1 0,0-1-1,0 1 1,0 0-1,0-1 1,0 1 0,0-1-1,0 1 1,0-1 0,0 1-1,0-1 1,1 1-1,-1 0 1,0-1 0,0 1-1,0-1 1,1 1-1,-1-1 1,0 1 0,1-1-1,-1 1 1,0-1 0,1 0-1,-1 1 1,1-1-1,-1 1 1,0-1 0,1 0-1,-1 0 1,1 1-1,-1-1 1,1 0 0,-1 1-1,1-1 1,0 0-1,-1 0 1,1 0 0,0 0-1,34 10 33,15-6 193,55-4 1,-64-1 238,-1 1 1,67 9-1,-30 4 258,92 20 899,-146-27-1534,1-1-1,0-1 0,0 0 1,0-2-1,1-1 0,-1-1 1,0-1-1,1-1 0,-1-2 1,0 0-1,-1-1 0,1-1 0,-1-2 1,0 0-1,-1-1 0,23-13 1,-13 2-87,0-1 1,-1-2-1,-2-1 1,0-1-1,-1-1 1,-2-2-1,24-33 1,143-227-241,-148 214 138,42-78-61,47-70-144,-133 222 284,-1-1 0,0 1-1,0 0 1,0-1 0,0 1-1,1-1 1,-1 1 0,0 0-1,0-1 1,1 1 0,-1 0-1,0-1 1,1 1 0,-1 0-1,0-1 1,1 1 0,-1 0-1,1 0 1,-1 0 0,0-1-1,1 1 1,-1 0 0,1 0-1,-1 0 1,0 0 0,1 0-1,-1 0 1,1-1 0,-1 1-1,1 0 1,-1 0 0,1 1-1,-1-1 1,0 0 0,1 0-1,-1 0 1,1 0 0,-1 0-1,1 0 1,-1 1 0,0-1-1,1 0 1,-1 0 0,1 0-1,-1 1 1,0-1 0,1 0-1,-1 1 1,0-1-1,0 0 1,1 1 0,-1-1-1,0 0 1,0 1 0,1-1-1,-1 1 1,0-1 0,1 2-6,2 1 8,-1 0 1,0 1-1,0 0 0,0-1 0,0 1 0,-1 0 0,1 0 0,-1 0 0,0 0 0,0 0 0,-1 0 1,1 5-1,0 57 19,-2-37 1,-5 166 363,-41 274 0,37-378-212,4 125 0,5-96-132,0-105-25,2 1-1,0-1 1,0 0 0,1 0 0,1 0 0,1 0 0,0 0-1,12 28 1,-12-37-22,-1 1 0,1-1 0,0 0 0,0 0 0,1-1 0,-1 1 0,1-1 0,1 0 0,-1 0 0,1-1 0,-1 1 0,1-1 0,1 0 0,-1-1 0,0 0 0,1 0 0,0 0 0,0-1 0,0 0 0,0 0 0,8 1 0,-2-2-19,1-1 0,0 1 0,-1-2-1,1 0 1,0-1 0,16-4 0,82-27-106,-59 15 73,201-54-64,-244 69 128,0 1-1,-1-1 0,1 2 0,0-1 1,1 1-1,-1 1 0,0 0 0,0 0 0,0 1 1,0 0-1,16 5 0,-1 2 25,0 1 0,-1 2-1,24 13 1,14 6 20,-45-23-134,0-1 1,0-1-1,1-1 0,-1 0 0,32 1 0,95-2-219,-93-4 254,-38 3 39,-9-2 10,1 0 0,0 0 0,-1 0 0,1 0 0,-1-1 0,1 0 0,-1 0 0,8-2 0,-6 1 1,0 0 0,-1 0-1,1 0 1,-1-1-1,1 0 1,-1 0-1,0 0 1,0-1 0,0 1-1,-1-1 1,1-1-1,-1 1 1,0 0-1,0-1 1,5-10 0,3-5-2,-2 0 0,0-1 0,6-22 0,-8 21 1,1 0-1,14-25 1,26-40 1,-24 40-1,45-63-1,-66 105-9,-1-1 0,0 0-1,0 0 1,0 0 0,-1 0 0,0 0-1,0-1 1,-1 1 0,1-7 0,1-1 0,-3 13 9,-1 1 0,0-1 0,1 0-1,-1 1 1,0-1 0,0 0-1,0 1 1,1-1 0,-1 1-1,0 0 1,0-1 0,0 1 0,0 0-1,0-1 1,0 1 0,-1 0-1,1 0 0,-3-1-3,-1 0 1,1 0 0,0 1-1,-1 0 1,1 0 0,-1 0-1,1 1 1,-1-1 0,1 1-1,0 0 1,0 0 0,-1 1-1,1-1 1,0 1-1,0 0 1,0 0 0,1 0-1,-1 1 1,0-1 0,1 1-1,-4 3 1,-4 4 10,0 0 0,0 1 0,1 0 1,-16 23-1,18-22-1,2 0 0,-1 1 0,1 0 0,1 0 0,0 0 0,1 1 0,1 0 0,0-1 0,0 1 0,2 0 1,0 1-1,1 23 0,0-27-9,2 0-1,-1 0 1,1 0 0,1 0 0,0 0 0,1 0-1,0-1 1,0 0 0,1 1 0,1-2 0,-1 1-1,2-1 1,-1 0 0,1 0 0,1 0 0,11 10-1,-3-6-140,1-1-1,0-1 0,1-1 1,0 0-1,37 13 0,-15-9-493,77 15 0,-90-25 73,0-2 1,1 0-1,-1-2 0,1-1 1,-1-1-1,0-1 0,38-10 0,-55 11-170,0-1-1,0 0 1,17-8-1,57-36-8737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6.6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121 184 5428,'11'-4'261,"-5"2"76,1 0-1,-1-1 1,1 1 0,-1-1 0,0-1 0,0 1 0,0-1 0,-1 0 0,1-1 0,5-5 0,17-19 3995,48-39 0,-31 29-1078,-43 37-2213,-3 7 90,-12 38-72,-2 0-1,-2-1 1,-23 40 0,-57 86 484,-9 23-620,93-165-838,2 0-1,1 1 0,2 1 1,0-1-1,-5 40 0,13-64-79,-1 1 0,0 0 0,1-1-1,0 1 1,0 0 0,0 0 0,0-1 0,1 1 0,-1 0-1,1-1 1,0 1 0,0-1 0,1 1 0,-1-1-1,1 1 1,-1-1 0,1 0 0,0 0 0,0 0 0,0 0-1,1 0 1,-1 0 0,1 0 0,0-1 0,-1 1-1,1-1 1,0 0 0,1 0 0,-1 0 0,0 0 0,0-1-1,1 1 1,-1-1 0,1 0 0,0 0 0,-1 0-1,1 0 1,3-1 0,9 2-23,0-1 1,0-1-1,0-1 0,0 0 0,0-1 1,0 0-1,24-8 0,15-8-56,95-44 0,45-39-104,-152 78 127,-34 18 43,65-36-85,2 3 0,150-52 1,-220 88 94,1 1 0,-1-1 1,1 1-1,-1 0 0,1 1 0,-1 0 1,1 0-1,0 0 0,-1 1 1,1 0-1,-1 0 0,1 0 0,-1 1 1,12 4-1,-10-1 13,0 0 1,0 0-1,-1 0 0,1 1 1,-1 0-1,0 1 1,-1 0-1,0 0 0,10 13 1,45 72 43,-34-49-19,1-2 0,35 38-1,-53-68-129,1 0 0,0-1-1,0 0 1,2 0 0,-1-1 0,1-1-1,0 0 1,1-1 0,-1-1-1,30 10 1,-26-11-108,1 0 0,1-1 1,-1-1-1,0-1 0,1-1 0,-1 0 0,1-2 1,-1 0-1,1-1 0,-1 0 0,24-7 0,5-10-368,56-31 0,21-9 31,-123 59 535,0 0 0,0 0 0,0 0 0,0 0 0,0 0 0,0 0 0,1 0 0,-1 0 0,0 0 0,0 0 0,0 0 0,0 1 0,0-1 0,0 0 0,0 1 0,0-1 0,0 1 0,0-1 0,2 2-1,0 0 14,7 3 60,-1-1 0,0 2-1,0-1 1,0 1 0,-1 0 0,1 1 0,-2 0 0,1 0-1,-1 1 1,9 12 0,-9-12 11,0 1 0,1-1 0,0 0 0,0-1 0,1 1 0,-1-2 0,2 1 0,18 9 0,-8-9 11,1-1 0,26 5 0,-24-6-22,-22-5-67,0 0 0,1 1 0,-1-1 0,0 0 0,1 0 0,-1 0 0,0 0-1,0 0 1,1-1 0,-1 1 0,0 0 0,1-1 0,-1 1 0,0-1 0,0 1 0,0-1 0,2 0 0,3-2 8,-3 2-12,0 1 0,-1-1 0,1 0 0,-1 0 0,0 0 0,1 0 0,-1 0 0,0-1 0,1 1 0,-1-1-1,0 1 1,2-3 0,-3 2-6,0 1-1,0 0 1,0-1-1,-1 1 1,1-1-1,-1 1 1,1 0-1,-1-1 0,1 1 1,-1-1-1,0 1 1,0-1-1,0 0 1,0 1-1,0-1 1,0 1-1,0-1 0,0 1 1,0-1-1,-1 1 1,1-1-1,-1 1 1,0-2-1,-10-18-802,0 2 0,-2-1 0,0 2 0,-1-1 0,-1 2 0,-26-25 0,6 10-8030,18 14-1064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6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186 218 9669,'-5'-4'355,"0"0"178,0 0 0,0 0-1,-1 1 1,0 0 0,1 0 0,-1 0 0,-11-3 0,13 5-122,0-1 0,0 0 0,0 0 1,0 0-1,0-1 0,0 0 0,1 1 1,0-1-1,-1 0 0,-4-7 0,-31-41 3740,31 38-3126,-25-37 1369,33 48-2501,0 0-1,0 1 0,0-1 0,0 0 0,1 1 0,-1-1 1,0 0-1,1 1 0,0-1 0,-1 1 0,1-1 0,0 1 0,-1-1 1,1 1-1,0 0 0,0-1 0,0 1 0,0 0 0,0-1 1,1 1-1,-1 0 0,0 0 0,3-2 0,1 3-356,-1 0 1,0 1-1,0-1 0,1 1 1,-1-1-1,0 1 0,0 1 0,0-1 1,0 0-1,0 1 0,0 0 1,5 4-1,12 15-5007,-4 8-3838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8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599 728 6885,'14'-11'4613,"-18"3"1799,-6-3-3329,-7 17-1680,14-5-1211,0 1 1,-1 0-1,1 1 0,0-1 1,0 0-1,0 1 0,0-1 1,1 1-1,-1 0 0,-2 5 1,-25 38 771,16-23-705,0-4-19,6-9-124,1 0-1,0 1 1,0 0-1,1 0 1,0 0 0,1 1-1,1 0 1,-1 0 0,-2 16-1,6-23-109,0 3 13,-1 1 1,1-1-1,1 1 0,0-1 1,0 1-1,0-1 0,1 1 1,1-1-1,2 10 1,-1-5-58,-2-8-4,0 0 1,1 0-1,-1-1 0,1 1 0,0 0 1,0-1-1,1 1 0,0-1 0,-1 0 1,1 1-1,0-1 0,5 3 0,32 28-692,-34-31 642,0-1 0,0 1 0,0-1 0,0 0 0,1-1 1,-1 1-1,1-1 0,-1-1 0,1 1 0,0-1 0,0 0 0,0-1 0,-1 0 1,1 0-1,0 0 0,0-1 0,0 0 0,8-2 0,-12 2 70,0 0-1,1 0 1,-1 0-1,0 0 1,0-1-1,0 0 1,0 1 0,0-1-1,0 0 1,0 0-1,-1-1 1,1 1-1,-1-1 1,1 1-1,-1-1 1,2-3-1,-1 1-4,0 0-1,-1 0 0,0-1 0,0 1 0,0-1 1,-1 0-1,1 1 0,0-12 0,-2-5-31,0 0-1,-1 0 1,-9-42-1,10 61 57,-59-246-279,53 228 246,2-1-1,0 1 0,1-1 0,1 0 0,1-26 0,2 37 4,-1 0 1,2 0-1,0 1 0,0-1 0,1 1 0,0-1 0,1 1 0,0 0 0,0 1 0,1-1 0,0 1 0,10-13 0,8-5-79,2 2 0,0 1 0,1 1 0,2 1 0,47-29 0,162-78-167,-182 102 247,-32 15 78,3-2 49,0 1 0,1 2 0,49-15 0,-75 26-80,0-1 0,1 1 1,-1 0-1,0 0 1,1-1-1,-1 1 0,0 0 1,1 0-1,-1 0 0,0 0 1,1 1-1,-1-1 1,0 0-1,1 0 0,-1 1 1,0-1-1,1 1 0,-1-1 1,0 1-1,0 0 1,0-1-1,1 1 0,-1 0 1,0 0-1,0 0 0,0 0 1,0 0-1,-1 0 1,1 0-1,0 0 0,0 0 1,-1 0-1,1 1 0,0-1 1,-1 0-1,1 0 1,-1 1-1,0-1 0,1 0 1,-1 1-1,0 0 0,1 6 83,0-1-1,-1 0 0,0 1 0,-1-1 0,1 0 1,-4 14-1,-10 28 597,-3-1 1,-1 0 0,-27 49-1,3-8 43,-210 461 2111,-36-20-1649,-57 88-492,248-416-669,-81 246 1,172-432-68,-50 166-378,50-156 290,1-1 0,1 2 0,2-1 0,0 0 0,2 28 0,1-43 31,0-1 0,1 1 1,0-1-1,1 0 0,0 0 0,0 0 1,1 0-1,0 0 0,8 11 0,-10-17 23,1 0-1,0-1 0,-1 1 0,1-1 0,1 0 1,-1 0-1,1 0 0,-1 0 0,1 0 0,0-1 0,0 1 1,0-1-1,0 0 0,0-1 0,0 1 0,1-1 1,-1 1-1,0-1 0,1-1 0,-1 1 0,1-1 0,0 1 1,7-2-1,-2 0-78,1-2-1,0 1 1,-1-1 0,0-1-1,0 0 1,0 0 0,0-1 0,0 0-1,-1-1 1,0 0 0,0-1-1,9-9 1,2-1-98,-2-2-1,0-1 1,-1 0 0,15-23-1,-9 7 39,-2-1 0,-1-1-1,-2-2 1,-1 1 0,-3-2-1,-1 0 1,-2 0 0,-2-1 0,-1-1-1,-3 0 1,-1 1 0,-2-1-1,-6-61 1,-48-274-359,45 343 533,1-1 0,1 0 0,2 0 0,2 0 0,5-61 0,-2 83-112,0 1 0,1 0 0,0 0-1,1 1 1,1-1 0,0 1 0,0 0 0,1 0 0,1 0 0,0 1 0,1 0-1,0 1 1,0-1 0,1 2 0,1-1 0,-1 1 0,2 1 0,17-13-1,-9 10-526,1 0 0,0 1 0,1 1 0,22-7 0,-18 9-1890,40-6 0,18 3-4788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1 7461,'0'0'6964,"-2"1"-5369,-2 0-1196,1 1 0,-1-1 0,1 1 0,-1-1 0,0 0 0,0-1 0,0 1 0,1-1 0,-1 1 1,0-1-1,0 0 0,0 0 0,-6-2 0,7 2 2380,424 21 1609,-170-4-3939,586 18 346,-766-32-766,97 3-617,-144-7 194,74 0-2757,-35 3-2803,-46 0-466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49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945 0 11929,'-14'25'2042,"14"-24"-2013,0-1-1,-1 0 1,1 0-1,0 0 1,0 0-1,0 0 1,0 0-1,0 0 0,0 0 1,0 0-1,-1 0 1,1 1-1,0-1 1,0 0-1,0 0 1,0 0-1,0 0 1,0 0-1,0 0 1,0 1-1,0-1 1,0 0-1,0 0 1,0 0-1,0 0 0,0 0 1,0 1-1,0-1 1,0 0-1,0 0 1,0 0-1,0 0 1,0 0-1,0 1 1,0-1-1,0 0 1,0 0-1,0 0 1,0 0-1,0 0 0,0 1 1,0-1-1,0 0 1,0 0-1,1 0 1,-1 0-1,0 0 1,0 0-1,0 0 1,0 0-1,0 1 1,0-1-1,1 0 1,-1 0-1,0 0 0,0 0 1,0 0-1,0 0 1,0 0-1,0 0 1,1 0-1,-1 0 1,11 5 715,0 1 0,0 0 1,0 0-1,-1 1 1,0 1-1,0-1 0,16 19 1,56 75 1673,-52-62-1551,75 92 891,109 149 619,-187-237-2120,0 0 0,-3 2 1,-2 0-1,30 92 0,-45-113-202,-2-1 0,0 1 0,-2 0 0,-1 0 0,0 1 0,-2-1 0,-1 0 0,-1 0-1,-1 0 1,-1 0 0,-1 0 0,-1-1 0,-1 1 0,-1-2 0,-1 1 0,-1-1 0,-22 35 0,2-12-55,-2-3 1,-2 0-1,-2-2 1,-1-2-1,-2-1 1,-2-2 0,-53 35-1,-6-4-859,-3-4 0,-125 53-1,104-62-2296,-2-5 0,-210 50-1,229-71-3102,22 2-3870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53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820 1337 4228,'0'-4'1026,"0"-1"-744,-1 2-147,1 0 1,0 1-1,0-1 0,0 0 0,1 1 0,-1-1 0,0 0 0,1 1 0,0-1 0,0 0 0,0 1 0,0-1 0,0 1 0,0 0 1,1-1-1,2-3 0,3-3 521,0 0 0,0 0 0,-1 0 1,0-1-1,4-10 0,18-30 1684,-21 40-1830,0-1-1,-1 0 1,0-1-1,0 1 1,-2-1-1,1 0 1,3-20-1,-7 25-358,-1 0-1,-1 0 1,1 0-1,-1 1 1,0-1-1,0 0 0,-4-9 1,1-1 55,2 11-171,-1 1-1,0 0 0,0-1 0,0 1 0,-1 1 0,0-1 0,0 0 0,0 1 0,0 0 1,-1 0-1,1 0 0,-11-6 0,-61-35 229,61 38-233,11 5-29,-1 0 1,1 0-1,-1 1 0,0 0 0,1 0 0,-7-1 1,0 1 10,3 0 44,-1 1 1,0 1 0,0-1-1,1 1 1,-1 1 0,1 0-1,-1 0 1,1 1 0,0 0-1,0 0 1,-9 5-1,1-1 29,-32 14 157,1 2 0,1 2 0,-46 34-1,-115 105 199,185-145-408,1 2 0,0 0 1,2 2-1,-32 47 0,45-61-17,1-1 1,0 1-1,0 0 0,1 1 1,0-1-1,1 1 0,0-1 1,1 1-1,0 0 0,0 0 1,1 0-1,0 1 0,1-1 1,0 0-1,1 0 0,0 0 1,5 18-1,-4-21-13,1-1 0,0 0 1,0 0-1,1 0 0,-1 0 0,1 0 0,1-1 0,-1 0 0,1 0 1,0 0-1,0-1 0,0 1 0,1-1 0,0 0 0,-1-1 1,1 1-1,1-1 0,-1 0 0,0-1 0,1 0 0,-1 0 0,1 0 1,7 0-1,2 1 2,0-1 1,0-1 0,0 0 0,0-2-1,0 0 1,0 0 0,-1-1-1,30-9 1,-5-3-12,0-2 1,0-1-1,-2-3 1,0-1-1,-2-1 0,0-2 1,44-39-1,-8-3-22,-3-3 0,69-88 0,-56 53-75,-4-5-1,-4-3 0,-6-2 1,65-149-1,-114 219 87,114-286-236,-132 329 251,0-1-1,-1 1 1,1-1-1,-1 1 0,1-1 1,-1 1-1,0-1 1,0 0-1,0 1 0,0-1 1,0 1-1,0-1 1,0 1-1,-1-1 0,1 0 1,0 1-1,-2-4 1,1 5 4,1-1 0,-1 0 0,0 1 0,1-1 0,-1 1 0,0-1 1,1 1-1,-1-1 0,0 1 0,0-1 0,0 1 0,0 0 0,1 0 1,-1-1-1,0 1 0,0 0 0,0 0 0,0 0 0,0 0 0,0 0 1,0 0-1,-1 0 0,-3 1 12,0 0 1,0 0-1,1 0 1,-1 1-1,0 0 1,1 0-1,-1 0 1,1 1 0,-7 4-1,-10 11 89,0 1 0,-23 29 0,35-38-66,-70 89 289,-61 104 224,100-141-354,2 2-1,4 2 1,2 1-1,3 1 0,-37 136 1,50-153-113,3 1 0,1 1 0,-7 101 1,18-138-67,1 1 0,1 0 0,0 0 0,1 0 0,1-1 0,0 1 0,2-1 0,0 0 0,0 0 0,1 0 0,1-1 1,1 0-1,0 0 0,1-1 0,1 0 0,17 20 0,-15-24-5,-1 0 0,1-1-1,1 0 1,0-1 0,0-1 0,0 0 0,1 0 0,0-1 0,0-1-1,18 4 1,-2-2-13,0-1 0,1-2-1,61 2 1,-52-7-28,0-2 0,-1-2 0,42-11 1,115-38-32,-4 1 9,-171 49 66,-1 0-1,42-3 1,-57 7 45,0 0 0,1 0-1,-1 0 1,0 1 0,0 0 0,-1 0-1,1 0 1,0 1 0,0-1 0,0 1-1,-1 0 1,1 1 0,-1-1 0,0 1-1,0 0 1,1 0 0,5 7 0,-8-8-12,-1 0 1,0 0 0,0 0-1,0 1 1,0-1 0,0 0-1,0 1 1,0-1-1,-1 1 1,1-1 0,-1 1-1,0-1 1,0 1 0,0-1-1,-1 5 1,-7 38 211,6-37-189,-3 12 105,-2 0 1,-18 37-1,18-44-187,1 0 0,1 1 0,0 0 0,0 0 0,1 0 0,-3 28 0,5-20-496,-2 41-1010,4-60 1267,0 1 0,1-1 0,-1 0 0,0 1 0,1-1 0,0 0 0,0 1 0,0-1 0,0 0 0,0 0 0,1 0 0,0 0 1,-1 0-1,3 3 0,-2-5 56,-1 0 0,0 0 0,0 0 0,0 0 0,0 0 0,1-1 0,-1 1 0,0 0 0,1-1 0,-1 1 0,1-1 0,-1 0 0,0 1 0,1-1 0,-1 0 0,1 0 0,-1 0 0,1 0 0,-1 0 0,1 0 0,-1 0 0,1-1 0,-1 1 0,1 0 0,1-1 0,2-2-956,1 1-1,-1-1 0,0 0 0,0 0 0,9-8 0,26-20-5806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53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57 5617,'-3'-24'1960,"13"6"-1492,-4 3-284,11 15-388,7 3-580,-1 0-1321,24 6-47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54.5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466 1123 8157,'20'-30'1275,"1"2"0,1 0 0,1 1 0,2 1 0,39-32 0,3-5-330,-12 10-469,183-187 750,-21-17-638,3-55 1014,-250 369-141,-280 484 2629,26 20-2209,23-43-1056,194-391-686,-174 345 354,172-320-530,-57 186 0,113-294-197,2 1 0,1 0 0,-3 61 0,11-84 12,1-1 0,1 0 0,1 1 0,2-1 0,0 0 0,0 0 0,2 0 0,1-1-1,11 28 1,-13-40 151,-1-1 0,1 0 0,0 0-1,1-1 1,-1 1 0,1-1-1,1 0 1,-1 0 0,1-1-1,0 1 1,0-1 0,1-1 0,-1 1-1,1-1 1,0 0 0,0-1-1,1 1 1,-1-1 0,1-1 0,-1 0-1,1 0 1,0 0 0,0-1-1,0 0 1,0-1 0,0 1 0,0-2-1,0 1 1,0-1 0,0 0-1,0-1 1,-1 0 0,1 0-1,0-1 1,-1 1 0,1-2 0,-1 1-1,0-1 1,0 0 0,-1-1-1,9-6 1,-1-1 27,0 0-1,-1-1 1,0-1-1,0 0 1,-2 0-1,0-2 1,-1 1-1,0-1 1,13-31-1,-14 23 17,-1-1-1,-1 1 1,-1-1-1,-2-1 1,0 1-1,0-35 1,-4 9 13,-2 1 1,-12-70 0,-29-90 42,24 127-2,3 0-1,-6-131 1,21 182-71,1 1 0,2 0-1,1-1 1,1 1 0,2 0-1,1 1 1,1 0 0,2 0 0,1 0-1,18-32 1,-1 14-194,2 2 0,3 2 0,53-58 0,126-110-558,-208 208 785,466-403-934,-175 158 1182,-260 218 2,-14 11-27,1 0 1,1 2-1,45-27 1,-65 43-171,-1 1 0,1-1 1,0 1-1,0 0 1,-1 0-1,1 0 1,0 1-1,0-1 0,0 1 1,0-1-1,0 1 1,0 0-1,0 0 1,0 0-1,5 2 1,-7-2-19,1 1 1,0 0-1,-1 0 1,1 0 0,-1 0-1,1 0 1,-1 0 0,1 0-1,-1 0 1,0 1 0,0-1-1,0 1 1,0-1 0,0 1-1,0-1 1,0 1-1,0-1 1,0 1 0,0 2-1,1 3 54,0 1 0,-1 0-1,0 0 1,0-1 0,-1 1-1,0 0 1,-1 0-1,1 0 1,-4 13 0,-2 8 232,-12 33 1,-38 78 501,-80 160 665,-8-24-596,115-225-755,-79 135 283,-102 189 176,153-262-391,-58 164 1,107-254-223,1-1 0,2 1 0,0 0 1,1 0-1,2 0 0,-1 38 1,4-52-81,-1 1 0,1 0 0,1 0 0,0 0-1,0-1 1,1 1 0,1-1 0,-1 0 0,1 0 0,1 0 0,-1-1 0,2 1 0,-1-1 0,1 0 0,0-1 0,1 1 0,12 10 0,-17-17 59,0 1 0,1-1-1,-1 1 1,1-1 0,0 0 0,-1 0 0,1 0 0,0 0-1,-1-1 1,1 1 0,0-1 0,0 0 0,0 0 0,0 0-1,0 0 1,-1 0 0,4-1 0,42-12-325,-46 12 350,10-4-67,0-1 0,0-1 0,-1 0 0,0 0 0,0-1 0,-1-1 0,0 0 1,0 0-1,10-13 0,-3 0-38,0 0 0,-2-1 0,18-33 0,-20 29 58,-1-1 1,-2 0-1,-1-1 0,-1 0 0,-1 0 0,3-37 0,0-179-92,-6 78 139,-3 146 24,1 0 0,1-1 0,0 1-1,2 1 1,9-26 0,-10 35-22,1 0 0,1 1 1,-1 0-1,2 0 0,-1 0 0,1 1 1,1 0-1,0 0 0,0 1 0,1 0 0,12-9 1,-6 6-161,1 2 0,1 0 0,-1 0 0,1 2 0,1 0 0,-1 1 0,1 0 0,19-2 0,30-2-1145,76-3 0,-134 13 1207,254-8-3135,-53 19 974,116-2-677,-326-9 2959,23-1 494,0 0-1,0-2 1,0 0-1,-1-2 1,39-12-1,-55 14-207,0-1-1,0 0 1,0-1 0,0 1-1,-1-1 1,0 0 0,0-1-1,0 1 1,-1-1 0,6-9-1,-4 6 31,0 0-1,-2-1 1,1 1-1,-1-1 1,0-1-1,3-16 1,-4 11 328,-1-1 0,-1-28 1,-1 40-533,0 0 1,0 1-1,0-1 1,-1 0-1,0 1 1,0-1 0,0 1-1,0-1 1,-1 1-1,0 0 1,1 0 0,-2 0-1,1 0 1,-5-7-1,5 10-75,0-1 0,-1 1 0,1 0 1,-1 0-1,1 0 0,-1 0 0,1 0 0,-1 1 0,1-1 0,-1 1 0,0-1 0,1 1 0,-1 0 0,0 0 0,1 0 0,-1 1 0,0-1 0,1 1 0,-1-1 0,1 1 1,-1 0-1,0 0 0,1 0 0,-4 2 0,-3 1 5,1 1 0,0 0 1,0 0-1,0 0 0,-8 9 0,9-8-13,2 0 0,-1 0-1,1 1 1,0-1 0,0 1-1,0 0 1,1 1-1,0-1 1,1 1 0,0-1-1,0 1 1,0 0 0,1 0-1,-1 13 1,2-11-15,1 0 0,0 0-1,1 0 1,0 0 0,1 0 0,0 0 0,0 0 0,1 0 0,0 0 0,8 14 0,0-4-114,1 1 1,1-2 0,1 1 0,1-2-1,0 0 1,2-1 0,0-1 0,1 0 0,27 19-1,-3-7-729,2-2 1,1-2-1,61 24 0,-75-36 274,0-2 1,0-1 0,0-1-1,1-2 1,0-2-1,45 2 1,-70-6 511,1-1 1,-1 1 0,1-1-1,-1-1 1,1 1 0,-1-1-1,0-1 1,0 1 0,0-1 0,0-1-1,-1 1 1,1-1 0,-1 0-1,0 0 1,0-1 0,0 0-1,-1 0 1,1 0 0,-1-1-1,-1 0 1,1 0 0,-1 0-1,0 0 1,0-1 0,-1 0-1,0 1 1,0-1 0,0-1 0,-1 1-1,0 0 1,1-9 0,9-67 504,-9 54 108,13-54 1,-5 40 375,6-55 1,-4 19 540,-12 72-1389,1 1-1,0 0 1,0-1-1,0 1 1,1 0-1,0 1 1,0-1-1,0 0 0,1 1 1,0-1-1,0 1 1,0 0-1,1 1 1,0-1-1,0 1 1,0 0-1,0 0 1,0 0-1,1 1 1,9-5-1,-7 5-33,0 1 0,0-1 0,0 1 0,0 0 0,1 1 0,-1 0 0,0 0-1,1 1 1,-1 0 0,0 1 0,1 0 0,-1 0 0,0 0 0,1 1 0,13 6 0,0 1 9,-1 1 0,0 2 0,-1 0 0,-1 1-1,0 1 1,0 0 0,29 32 0,-28-24-33,0 1 0,-2 1 0,-1 0-1,-1 1 1,23 48 0,-34-62-36,0 1 1,-1 0-1,0 0 0,-1 1 1,0-1-1,-1 1 0,-1 0 1,0-1-1,0 1 0,-2 0 1,1 0-1,-4 15 0,0-12-1,0 0 0,-1-1 0,-1 1-1,-1-1 1,0-1 0,-1 1 0,0-1 0,-1-1-1,-13 16 1,11-15 8,-1-1 0,0 0 1,0 0-1,-1-2 0,-1 0 0,0 0 0,0-1 0,-1-1 0,-1 0 1,-22 8-1,38-16-10,0-1 0,0 0 0,0 0 0,0 0 0,0 0 0,0 0 0,0 0 0,0 0 0,0 0 0,-1 0-1,1 0 1,0 0 0,0 0 0,0 0 0,0 0 0,0 0 0,0 0 0,0 0 0,-1 0 0,1 0 0,0 0 0,0 0 0,0 0 0,0 0 0,0 0 0,0 0 0,0 0 0,-1 0 0,1 0 0,0 0 0,0-1 0,0 1 0,0 0 0,0 0 0,0 0 0,0 0 0,0 0 0,0 0 0,0 0 0,0 0 0,0 0 0,0-1 0,-1 1 0,1 0 0,0 0 0,0 0 0,0 0 0,0 0 0,0 0 0,0 0 0,0-1 0,0 1 0,0 0 0,0 0 0,0 0 0,0 0-1,0 0 1,0 0 0,1-1 0,-3-5 11,2 0 0,-1 0-1,1 0 1,-1-1 0,2 1-1,-1 0 1,1 0-1,0 0 1,0 0 0,1 0-1,-1 0 1,1 0-1,1 0 1,-1 0 0,1 1-1,7-11 1,7-9-3,0 2 1,31-31-1,-17 19-77,13-13-601,2 2 1,56-43-1,111-73-3752,-173 133 3345,79-53-3704,9 8-2634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55.1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1 233 5837,'0'0'5628,"4"0"-4408,12 1-810,0-2-1,0 0 0,0-1 1,0 0-1,0-2 1,0 0-1,26-10 1,1 1 221,-31 9-427,1 0 0,-1-1 0,0-1 0,0 0-1,-1 0 1,20-16 0,-24 18-121,-2-1 0,1-1 0,-1 1-1,0-1 1,0 0 0,0 0 0,-1 0 0,0-1 0,0 1 0,0-1 0,-1 0-1,0 0 1,2-9 0,-4 15-75,-1-1 0,1 1 0,-1 0 0,0 0 1,1-1-1,-1 1 0,0 0 0,0-1 0,0 1 0,0-1 0,0 1 0,0 0 0,0-1 1,0 1-1,-1 0 0,1-1 0,0 1 0,-1 0 0,1 0 0,-1-1 0,0 1 0,1 0 0,-1 0 1,0 0-1,0 0 0,1 0 0,-1 0 0,0 0 0,0 0 0,0 0 0,0 0 0,-1 0 0,1 0 1,0 1-1,0-1 0,0 1 0,-1-1 0,1 1 0,0-1 0,0 1 0,-1-1 0,1 1 0,0 0 1,-1 0-1,-1 0 0,-2 0 12,0 0 1,0 0 0,0 1-1,0 0 1,0 0-1,0 0 1,0 1 0,1 0-1,-1 0 1,0 0 0,-7 5-1,-2 2 16,0 0-1,1 1 1,0 1 0,0 0-1,1 1 1,1 0 0,0 1-1,-17 26 1,23-31-24,-5 7 25,1 1 1,-9 22 0,15-31-31,1 0-1,0 1 1,0-1 0,1 0 0,-1 1-1,2-1 1,-1 1 0,1-1 0,0 1-1,1 8 1,0-9-1,0 0-1,0 0 1,1-1-1,0 1 1,0 0-1,0-1 1,1 1-1,0-1 1,0 0-1,1 0 1,-1 0-1,1-1 1,1 1-1,-1-1 1,1 0-1,0 0 1,0 0-1,0-1 1,1 0-1,-1 0 1,1 0-1,0-1 1,11 5-1,-4-4-1,0-1-1,0 0 0,0 0 1,0-1-1,1-1 0,-1-1 1,16 0-1,93-17 150,-32 3 357,-49 10-373,0 2 0,0 2 1,0 2-1,0 1 0,51 11 1,152 28-1244,-196-36-65,65 1 1,-97-7 995,0-1 1,-1-1-1,1 0 1,-1-1-1,1-1 1,-1 0 0,0-1-1,17-9 1,-4-1 86,35-26 1,-45 28 745,1 0 0,0 2 0,0 0 0,33-13 0,-51 24-636,-1 0 0,0 0 0,0 0 0,0 0 1,0 0-1,0 0 0,1 0 0,-1 0 1,0 0-1,0-1 0,0 1 0,0 0 0,0 0 1,1 0-1,-1 0 0,0 0 0,0 0 1,0 0-1,0 0 0,1 0 0,-1 0 0,0 0 1,0 1-1,0-1 0,0 0 0,1 0 1,-1 0-1,0 0 0,0 0 0,0 0 0,0 0 1,0 0-1,1 0 0,-1 0 0,0 1 1,0-1-1,0 0 0,0 0 0,0 0 0,0 0 1,0 0-1,0 1 0,0-1 0,1 0 1,-1 0-1,0 0 0,0 0 0,0 0 0,0 1 1,0-1-1,0 0 0,0 0 0,0 0 1,0 0-1,0 1 0,0-1 0,0 0 0,0 0 1,0 0-1,0 0 0,-1 1 0,1-1 1,0 0-1,-9 19 1163,-25 33 346,23-37-1264,-73 124 1710,73-119-1985,1 1 0,2 1 1,0 0-1,-9 39 0,17-54-321,-1-1 1,2 1-1,-1-1 1,1 1-1,0-1 0,0 1 1,1-1-1,0 0 1,0 0-1,0 0 1,1 0-1,0 0 1,0 0-1,0 0 0,1-1 1,0 0-1,0 0 1,0 0-1,1 0 1,-1 0-1,1-1 1,7 5-1,-9-7-490,1 0 0,-1 0-1,1 0 1,-1 0 0,1-1-1,-1 0 1,1 1 0,0-1 0,6 0-1,13 3-6852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55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10029,'24'-6'2140,"-7"9"-256,16 9-256,21 7-323,3-4-261,20 3-376,27 3-516,9 3-660,18-3-520,16 3-533,-6 0-475,-4-3-1928,1 7-2805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56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666 79 7901,'31'-26'1173,"33"-25"7556,-62 50-7216,-4 4 307,-27 38 1123,16-23-1695,-20 34 1,-105 229 3593,24-48-3534,-259 617-1267,366-830-41,-9 25 0,-13 56 0,27-90 0,-1 1 0,2-1 0,-1 1 0,2-1 0,-1 1 0,2-1 0,0 1 0,0-1 0,1 1 0,5 17 0,-6-25-19,1-1 0,-1 1-1,1-1 1,0 1 0,0-1 0,0 0-1,0 0 1,1 0 0,0 0 0,-1 0 0,1-1-1,0 1 1,0-1 0,0 0 0,1 1 0,5 2-1,-3-3-54,1 0 0,-1 0 0,0-1 0,1 1 0,-1-2 0,1 1-1,-1-1 1,1 1 0,7-2 0,9-2-185,0-2 1,0 0-1,0-1 1,30-13-1,61-30-404,158-94 0,-27 12 813,-238 127-117,1 1 1,-1 0-1,1 1 1,0 0-1,0 0 0,0 1 1,0-1-1,0 2 1,0-1-1,1 1 0,-1 1 1,0-1-1,12 4 1,2 2 25,0 1 0,0 1 0,28 15 0,-37-17-48,36 15 20,1-2 0,81 20 0,108 9-393,-96-22-122,-75-16 249,-44-7 73,1 1-1,36 10 1,-34 2 81,-23-13 66,-4-2 11,0 0 1,1 0-1,-1 0 1,0 0-1,1 0 1,-1 0-1,0 0 1,0 0 0,0 0-1,0 0 1,0 0-1,0 0 1,0 0-1,0 0 1,0 0-1,0 0 1,-1 0-1,1 0 1,-1 1-1,1 0-7,-2 5-7,1 0 0,-1-1 0,0 1 0,-5 10 0,4-13 16,1 0-1,1-1 0,-1 1 1,1 0-1,-1 0 0,1 0 0,0-1 1,1 1-1,-1 0 0,1 1 1,-1-1-1,1 0 0,0 0 0,1 0 1,-1 0-1,2 7 0,1-9-54,0 0 0,-1 0 0,1 0 0,0 0 0,0-1 1,0 1-1,0-1 0,0 0 0,0 0 0,0 0 0,1 0 0,-1 0 0,0-1 0,0 1 0,6-1 0,-1 1-85,67 5-519,0-2 0,0-4 0,0-4 0,108-17 1,-124 10 422,104-34 0,53-36-151,-195 69 465,-7 4 1078,-5 3-3376,-1 2-2910,0 2-4038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56.8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10 13433,'-40'-9'4973,"26"18"-3985,8 3 1584,36-3-2520,0 0-880,24 3-916,-14-3-596,-3 3-2713,6 3-4016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57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81 537 12729,'0'4'306,"-1"1"0,1-1 0,1 0 0,-1 1 0,1-1 0,-1 0-1,1 1 1,1-1 0,-1 0 0,0 0 0,1 0 0,0 0 0,0 0 0,0 0 0,5 6 0,-6-9-190,-1 0 0,1 0 0,-1 0 0,0 0 0,0 0 0,1 0 0,-1 0 0,0 1 0,0-1 0,0 0 0,0 0 0,0 0 0,0 0 0,0 0 0,-1 0 0,1 1 0,0-1 0,-1 1 0,0 2 238,0 17 689,0-12-584,1 0 0,-1 0 1,0 0-1,-1-1 0,0 1 0,-5 13 0,-2 5 407,-9 40-1,-5 19 225,-13 42-347,36-125-738,0-1-1,0 0 1,0 1 0,0-1 0,0 1 0,1-1 0,-1 0 0,1 1 0,-1-1 0,2 2 0,0 2 23,3-4 22,45-6-45,0-2-1,0-2 1,-1-3-1,49-16 1,-38 10 19,0 2-1,1 3 1,96-6 0,-132 17 45,0 1 1,0 1 0,0 1 0,-1 2 0,1 0 0,-1 1-1,0 2 1,0 1 0,-1 0 0,0 2 0,38 21 0,-13 3 147,-1 1 0,-2 3 0,73 78 0,-100-99-202,0 0 0,1-2 0,1 0 0,1-1 0,0-1 0,1-1-1,0-1 1,43 14 0,-46-18-24,-1-2-1,2 0 0,-1-1 0,0-1 1,1-1-1,0-1 0,-1-1 1,1 0-1,0-1 0,-1-2 0,31-6 1,-35 4-11,1-1 0,-1-1 1,0-1-1,0 0 0,-1 0 0,0-2 1,-1 0-1,0 0 0,0-1 0,20-24 1,-11 8-9,-1-1 1,-1 0-1,-2-2 1,18-37-1,-25 41 15,-1 1 0,-1-2-1,-1 1 1,-1-1 0,2-30 0,-8 55 13,-1-1 0,1 1 0,-1-1 1,0 1-1,0 0 0,0-1 0,0 1 0,0-1 1,-1 1-1,1-1 0,-1 1 0,0-1 0,1 1 1,-1 0-1,0 0 0,0-1 0,-1 1 0,1 0 1,0 0-1,-1 0 0,1 0 0,-1 0 0,0 1 1,0-1-1,1 0 0,-1 1 0,0-1 0,0 1 1,-1 0-1,1-1 0,0 1 0,0 0 0,-1 1 1,1-1-1,0 0 0,-1 1 0,1-1 0,-5 0 1,-6 2 0,1 1 1,0 0-1,-1 1 0,1 0 1,0 1-1,0 0 1,1 1-1,-1 0 0,1 1 1,0 0-1,1 1 1,-1 0-1,-14 13 0,7-4-15,1 1 0,0 0 0,1 1 0,1 1 0,1 0 0,-15 26 0,28-42-17,-1 0 0,0 0 0,1 0-1,0 1 1,0-1 0,0 0 0,0 0 0,0 1 0,1-1-1,-1 0 1,1 1 0,0-1 0,0 1 0,0-1 0,0 0-1,1 1 1,0-1 0,-1 0 0,1 1 0,0-1 0,1 0 0,-1 0-1,0 0 1,1 0 0,0 0 0,2 4 0,0-3-70,-1-1 1,1 1 0,0-1 0,0 1 0,0-1 0,0 0-1,1-1 1,-1 1 0,1-1 0,0 0 0,0 0 0,0 0-1,0 0 1,0-1 0,9 1 0,-3 0 1,0-2 1,0 1-1,0-1 0,0-1 1,0 0-1,0 0 1,0-1-1,-1 0 1,1-1-1,-1 0 0,1-1 1,-1 0-1,0-1 1,10-7-1,22-14-24,-1-2 0,-1-2 0,-2-1 0,-1-2 0,52-61 0,144-209 79,-174 220 70,8-12 877,-4-2 0,93-198 0,-140 253-546,-16 42-343,0-1-1,1 1 0,-1-1 1,0 1-1,1-1 0,-1 0 1,0 1-1,0-1 0,0 1 1,0-1-1,0 0 0,0 1 1,0-1-1,0 1 0,0-1 1,0 0-1,0 1 1,0-1-1,0 0 0,0 1 1,0-1-1,-1 1 0,1-1 1,0 1-1,0-1 0,-1 0 1,1 1-1,0-1 0,-1 1 1,1-1-1,-1 1 0,1-1 1,0 1-1,-1 0 0,1-1 1,-1 1-1,0 0 0,1-1 1,-1 1-1,1 0 1,-1 0-1,1-1 0,-2 1 1,-22 2 334,17 2-307,1 1 1,0-1 0,0 1-1,0 0 1,1 0 0,-1 1-1,1 0 1,1 0 0,-1 0-1,1 0 1,-4 9 0,-16 26-54,3 0 0,1 2 0,2 0 0,2 1 0,-14 62 0,-31 236-4538,59-323 4081,-10 48-1727,7-38-308,0 0-1,2 0 1,0 39-1,11 1-6501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58.3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286 214 14141,'3'-17'1876,"-3"13"2177,-4 6-2736,-5 1-882,0 0 0,0 1 0,1 0 0,-1 1 0,1 0 0,0 0 0,0 0 0,1 1 0,0 1 0,0-1 0,0 1 0,1 0 0,0 1 0,-5 8 1,-14 33 444,2 1 1,2 1-1,-23 88 1,23-68-518,12-36-337,1 1 1,2 1-1,2-1 0,1 1 1,2 0-1,6 62 1,-4-89-100,0-1 0,1 0 0,1 0 0,0 0 0,0 0 0,1-1 0,0 1-1,0-1 1,7 10 0,-9-15 33,0 0 0,0 0 0,1-1-1,-1 1 1,1-1 0,-1 0 0,1 1 0,0-1-1,0 0 1,0-1 0,6 4 0,-7-5 15,0 1 1,1-1 0,-1 1 0,0-1-1,0 0 1,1 0 0,-1 0 0,0 0-1,0 0 1,1-1 0,-1 1 0,0-1-1,0 1 1,0-1 0,0 0-1,0 0 1,0 0 0,0 0 0,0 0-1,2-2 1,4-3-99,0 0 0,-1-1 0,0-1 0,0 1 0,-1-1 1,0 0-1,0 0 0,-1-1 0,0 0 0,-1 0 0,0 0 0,4-12 0,3-14-371,-2 0 1,6-37-1,-3-22-69,-4 0 0,-4-100 0,-5 177 463,2 0 0,0-1 0,1 1-1,1 0 1,0 0 0,8-20 0,-8 28 49,1 1 1,1-1 0,-1 1 0,1 0 0,0 0 0,1 1 0,0-1 0,0 1 0,1 1 0,0-1 0,0 1 0,0 0 0,10-5 0,4-1-60,1 0 1,0 2-1,1 1 1,0 0-1,41-8 1,128-15-234,-165 28 305,13-1 2,611-72-55,-555 68 1478,-95 9-1318,1 0 0,-1 0 0,0 1 0,1-1 1,-1 0-1,0 1 0,1-1 0,-1 1 1,0-1-1,0 1 0,1-1 0,-1 1 1,0 0-1,0 0 0,0 0 0,0 0 0,0 0 1,0 0-1,0 0 0,0 0 0,0 0 1,-1 0-1,2 1 0,0 3 55,0-1-1,0 0 1,-1 1-1,0-1 1,1 1-1,-1 0 1,0 5-1,0 7 246,0 1 0,-2-1-1,-3 26 1,-4 1 444,-1-1 0,-25 66 1,-45 86 913,34-86-1564,-232 501-162,-38-19-1,32-58 0,269-504 0,-71 156 0,74-155 0,1 0 0,1 1 0,2 0 0,-5 42 0,11-64 2,0 0-1,1 1 1,1-1-1,-1 0 1,1 1-1,4 14 1,-4-21-4,0 0 0,0 0-1,0 0 1,1-1 0,-1 1 0,0 0 0,1-1-1,0 1 1,0-1 0,0 1 0,0-1 0,0 0-1,0 0 1,0 0 0,1 0 0,-1 0 0,1 0-1,0-1 1,-1 1 0,1-1 0,0 0 0,0 0-1,0 0 1,5 1 0,-2-1-72,0 0 0,0-1 0,0 0 0,1 0 0,-1 0 0,0-1 1,0 0-1,0 0 0,0-1 0,0 0 0,11-4 0,-7 1-21,0-1 0,-1 1 0,1-2 0,-1 1 0,0-1 0,9-10 0,-3 0-6,1-1 0,-2 0 0,0-1 0,-2-1 0,0 0 0,9-22-1,-10 16 54,-2-1 0,0-1-1,-2 0 1,-1 0-1,-1 0 1,-2 0 0,-1-1-1,-1 0 1,-1 1 0,-8-56-1,-2 28 123,-2 0 0,-3 1 0,-2 1 0,-37-81 0,22 55 208,-24-89 1,54 163-298,0 1-1,1 0 0,0-1 1,0 1-1,0 0 0,0-1 1,1 1-1,0-1 0,0 1 1,1-1-1,0 1 1,0-1-1,0 1 0,0 0 1,1 0-1,0-1 0,0 1 1,0 0-1,1 0 0,-1 1 1,1-1-1,0 1 0,1-1 1,-1 1-1,1 0 1,0 0-1,0 0 0,0 1 1,0-1-1,1 1 0,0 0 1,7-3-1,6-3-283,-1 2-1,2 0 0,-1 1 1,1 1-1,23-4 1,100-6-1518,-101 11 1238,380-24-6057,-136 21-1034,-83 9-1197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58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0 124 9781,'88'-102'9416,"-77"88"-6957,-11 14-2353,0-1-1,1 1 1,-1-1 0,0 1-1,0-1 1,0 1-1,1 0 1,-1-1 0,0 1-1,1-1 1,-1 1-1,0 0 1,1-1 0,-1 1-1,1 0 1,-1 0-1,1-1 1,-1 1 0,0 0-1,1 0 1,-1 0-1,1-1 1,-1 1 0,1 0-1,0 0 1,12 20 1576,1 12-770,0 0 0,-3 1 0,11 43 0,13 109 786,-33-173-1607,16 152 810,-17-148-859,19 217 261,-20-229-303,6 57 0,23 95 0,-25-140 0,0-1 0,1 0 0,1 0 0,0 0 0,1-1 0,1 0 0,0 0 0,1-1 0,0 0 0,1 0 0,19 17 0,-24-25 1,0-1 1,0 0-1,1-1 1,0 1-1,-1-1 1,1 0-1,1 0 1,-1-1-1,0 0 1,0 0-1,1 0 1,0-1-1,-1 0 1,1-1-1,-1 1 1,1-1-1,0 0 1,-1-1-1,1 1 1,0-1-1,-1-1 0,1 1 1,-1-1-1,0 0 1,0-1-1,8-3 1,7-6-37,-1-1-1,0 0 1,-1-1 0,0-1-1,-1-1 1,16-20 0,378-358-8564,-122 146-3724,-196 172 3669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2:59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910 1053 12025,'0'0'4720,"-3"0"-3950,-16 1-448,0 0 1,0 2-1,1 0 1,-1 1-1,-24 9 0,-92 42 225,77-29-433,-32 12-440,-142 85 0,199-102 145,-11 5-134,2 1 1,-61 54-1,99-77 267,0-1 1,1 1-1,0 0 1,0 0-1,0 0 1,0 0-1,1 0 0,-4 7 1,6-9 44,-1-1-1,1 0 1,0 0 0,0 0-1,-1 0 1,1 1 0,0-1 0,0 0-1,0 0 1,0 1 0,1-1 0,-1 0-1,0 0 1,0 0 0,1 0-1,-1 1 1,1-1 0,-1 0 0,1 0-1,-1 0 1,1 0 0,0 0 0,-1 0-1,1 0 1,0 0 0,0 0-1,0-1 1,0 1 0,0 0 0,0 0-1,0-1 1,0 1 0,0-1 0,0 1-1,2 0 1,8 3-25,0 0 1,0 0-1,1-1 1,-1-1-1,1 0 0,17 1 1,80-3 149,-51-2 186,0 4 629,1 3-1,-1 2 1,92 23-1,-116-21 85,62 7-1,-78-14-890,-1-2 1,1 0-1,-1-2 1,1 1-1,21-7 1,-6 0-295,-1-1 1,0-2-1,0-2 1,-1-1-1,0-1 1,-2-1-1,33-25 1,-25 13 8,-2-1 0,0-2 1,-3-2-1,54-67 0,17-42-7,-5-4 0,-8-4 0,118-265 0,-114 151 243,-55 147-87,-22 66 384,-40 74 527,5 4-389,2 0-1,0 2 0,-16 43 1,11-25-46,-139 372 2309,135-342-2421,-83 268 683,82-247-750,-21 156 1,45-237-271,1 0 0,0 0 1,2-1-1,-1 1 0,2 0 0,0-1 1,1 1-1,1-1 0,9 27 0,-9-35-17,0 0-1,1 1 1,-1-1-1,1-1 1,1 1-1,0-1 0,0 0 1,0 0-1,1-1 1,0 0-1,0 0 1,0 0-1,1-1 1,0 0-1,0-1 0,0 0 1,1 0-1,17 5 1,-9-5-37,0-1 1,1-1-1,0 0 1,-1-1-1,1-1 0,0-1 1,-1 0-1,1-1 1,-1-1-1,23-7 0,13-6-137,99-44 0,114-89-33,-70 35 361,-188 109-143,-4 3 0,-1 0-1,1 0 0,0 0 0,0 1 0,-1-1 1,1 1-1,0 0 0,6-1 0,-9 2-5,0 0 0,0 0 0,0 0 0,0 0 0,1 0 0,-1 0 0,0 0 0,0 1 0,0-1 0,0 0 0,0 1 0,0-1 0,0 1 0,0-1 0,0 1 0,0-1 0,0 1 0,0 0 0,-1-1 0,1 1 0,0 0 0,0 0 0,0 0 0,-1 0 0,1-1 0,-1 1 0,1 0 0,-1 0 0,1 0 0,-1 0 0,1 0 0,-1 1 0,0-1 0,1 0 0,-1 2 0,0 3 4,0 1-1,0 0 1,-1-1 0,0 1-1,-2 7 1,-1 8-3,-9 50 100,9-57-119,1 0 1,0 1-1,1-1 0,1 1 0,0-1 1,1 1-1,4 30 0,-3-43 1,-1-1 1,1 0-1,-1 1 0,1-1 0,0 0 0,0 1 1,0-1-1,1 0 0,-1 0 0,0 0 1,1 0-1,0 0 0,-1-1 0,1 1 0,0 0 1,0-1-1,0 1 0,0-1 0,0 1 1,0-1-1,0 0 0,0 0 0,1 0 0,-1 0 1,0-1-1,1 1 0,4 0 0,2-1-7,0 0 0,1 0 0,-1-1 0,0-1 0,0 0-1,1 0 1,-2-1 0,13-4 0,-6-1-2,1 1-26,30 5 15,-30 2-34,1 0 0,0-1 0,0-1 0,0-1 1,-1 0-1,32-10 0,-32 7-46,153-61-1337,-146 56 1226,-1-1 1,0-1-1,0-1 1,-1-1-1,21-21 0,50-40-284,-59 50 306,57-58-1,-26 22 28,-61 60 101,-2 4 118,13 26 2,-13-27-57,0-1 0,0 1 0,0 0 0,0 0 1,0-1-1,0 1 0,0 0 0,0-1 0,0 1 0,0-1 0,0 0 0,0 1 0,0-1 0,0 0 1,0 0-1,1 0 0,-1 1 0,2-1 0,0 0-23,20 6-171,1-1 0,-1-1 0,1-1-1,46 0 1,-60-4 173,-1-1 0,1 0 0,-1 0 0,14-7 0,-14 6 9,0 0 0,0 0 0,0 1-1,10-2 1,-15 4 21,1 0 0,-1 0 0,0 0 0,1 0 0,-1 1 0,0 0 0,0 0 0,0 0-1,0 0 1,0 1 0,0 0 0,7 3 0,5 7-24,-1 0 1,0 0 0,-1 1-1,0 1 1,15 20-1,-26-30 17,0 0 0,0 1 0,0 0-1,-1-1 1,0 1 0,0 0 0,0 0 0,0 0-1,-1 0 1,0 0 0,0 1 0,0-1 0,-1 0-1,0 1 1,0 6 0,-1-5-233,1 0 0,-2 0 0,1-1 0,-1 1 0,1 0-1,-2-1 1,1 0 0,-1 1 0,0-1 0,0 0 0,-6 7 0,7-11-11,0 0 0,0 0 0,0 0 0,0 0 0,0 0-1,-1 0 1,1-1 0,-1 1 0,1-1 0,-1 1 0,0-1 0,1 0 0,-4 1 0,2-1-477,1 0 1,0 0-1,0 0 1,0 1-1,0 0 1,0-1-1,1 1 1,-1 0-1,-4 4 1,-1 10-7074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13:0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30 12377,'-3'15'2072,"-11"-27"-428,-3 0 1461,4 0-2729,3 3-652,23 18-16038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37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716 135 7473,'-3'-8'753,"0"0"1,0 0-1,-1 0 1,0 1 0,0 0-1,0 0 1,-1 0-1,-1 0 1,1 1-1,-1 0 1,0 0 0,0 0-1,-1 1 1,-13-10-1,13 12-577,1 0 1,-1-1-1,0 2 0,0-1 0,0 1 0,0 0 0,0 1 0,0 0 0,-1 0 1,1 0-1,0 1 0,-1 0 0,1 0 0,0 1 0,-1 0 0,1 0 0,0 1 1,-8 3-1,-2 2 37,0 1 0,0 1 0,1 0 1,0 1-1,1 1 0,0 1 0,0 0 1,2 1-1,-1 0 0,2 1 0,-15 20 1,-3 7 226,3 2 0,1 1 0,-20 49 0,15-24-230,4 2-1,2 1 0,4 0 0,3 2 1,3 0-1,3 1 0,4 1 0,3-1 1,3 1-1,13 121 0,-6-163-170,2 0 0,1-1 0,1 0-1,2 0 1,1-1 0,2-1 0,1 0 0,1-1 0,30 42 0,-29-50-35,1 0 1,1-2-1,0 0 1,2-1-1,0-1 1,1-1 0,1-1-1,0-1 1,1-1-1,1-1 1,0-1-1,30 9 1,-17-10-26,0-1 1,1-2-1,1-2 0,-1-2 0,1-1 1,0-2-1,53-6 0,-9-5-50,-2-4 0,117-33 0,-137 28 60,0-2 0,-2-3-1,93-51 1,-125 60 8,-1-2 0,-1-2 1,-1 0-1,0-1 0,-1-2 1,-2 0-1,0-2 0,-1 0 0,23-37 1,-36 49-27,-2 0 0,1 0 0,-2-1 0,1 1 1,-2-1-1,0-1 0,0 1 0,-1 0 0,-1-1 1,0 0-1,-1 1 0,-1-1 0,-1-23 0,-1 33-247,1 0-1,-1-1 0,0 2 1,0-1-1,0 0 0,0 0 1,-1 1-1,0-1 0,1 1 1,-1 0-1,0 0 0,-6-5 1,8 7 109,-6 0-1808,5 2 1682,-27 3-3485,9 2-1476,-4 7-5036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37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400 113 8589,'-9'-43'2275,"8"34"-158,-1 9-1759,0-1 0,0 0 1,0 0-1,0 0 0,0 0 0,0 0 0,1 0 0,-1-1 0,1 1 0,-3-2 1,-7-7 2046,3 4-1544,-1 1-1,1 0 1,-1 0 0,-15-6 0,21 10-726,0 0 0,0 0 1,0 0-1,-1 0 0,1 1 0,0 0 0,0-1 1,-1 1-1,1 0 0,0 1 0,0-1 0,-1 0 1,1 1-1,0 0 0,0 0 0,0 0 0,0 0 1,0 0-1,0 1 0,-3 1 0,-8 8 14,1 0 0,0 1-1,1 1 1,1-1 0,-1 2-1,2 0 1,0 0 0,1 1 0,0 0-1,2 1 1,-1 0 0,2 0 0,-9 33-1,7-20-77,2 1 1,2-1-1,0 1 0,2 0 0,1 0 0,1 1 0,7 40 0,-3-46-57,1 0 0,1 0 0,1 0 0,1-1 0,2 0 1,0-1-1,26 43 0,-26-52-94,0 0-1,1-1 1,0 0 0,1 0 0,1-1 0,0-1 0,0 0-1,1-1 1,0-1 0,1 0 0,0 0 0,28 9 0,-28-12 14,0-1 0,0-1 0,0 0 1,1-1-1,0-1 0,-1-1 0,1 0 0,0-1 1,0 0-1,-1-2 0,1 1 0,0-2 1,-1 0-1,1-1 0,-1-1 0,0 0 0,-1-1 1,1-1-1,-1 0 0,0-1 0,-1 0 1,0-1-1,0 0 0,-1-2 0,0 1 1,-1-1-1,0-1 0,-1 0 0,0 0 0,-1-1 1,0 0-1,-1-1 0,11-26 0,-13 23 86,0-1 0,-1 0-1,-1 0 1,-1 0 0,0 0-1,-2 0 1,0-1 0,-1 1-1,0 0 1,-2-1 0,0 1-1,-1 0 1,-1 0 0,-1 0-1,0 1 1,-2-1 0,1 1-1,-15-24 1,10 22 20,-1 1 0,0 0 0,-2 1 0,0 1 0,0 0 0,-2 0-1,0 2 1,-1 0 0,0 1 0,-1 1 0,0 0 0,-1 1 0,0 1 0,-1 1 0,-30-9-1,31 12-109,-1 1 0,1 1-1,-1 1 1,0 1-1,0 0 1,0 2-1,0 0 1,0 1-1,1 2 1,-1-1-1,-22 8 1,18-3-583,1 1 0,0 1 0,1 1-1,0 2 1,-26 16 0,45-25 376,-46 33-2370,47-33 2133,-1 0 0,1-1 0,-1 1 1,1 0-1,0 0 0,0 0 1,0 1-1,1-1 0,-1 0 0,1 1 1,-1-1-1,1 1 0,0 0 0,0 3 1,2 29-8075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38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116 465 11141,'0'0'5613,"-3"-1"-4241,-13-7 55,4 2-234,1 1 0,-1 0 0,0 1 0,-13-3 0,0 0 1122,25 6-2273,0 1 1,0 0-1,0 0 1,0 0-1,0-1 1,0 1-1,0 0 0,0 0 1,0 0-1,0-1 1,0 1-1,0 0 1,0 0-1,1-1 1,-1 1-1,0 0 1,0 0-1,0 0 1,0-1-1,0 1 0,0 0 1,0 0-1,1 0 1,-1 0-1,0-1 1,0 1-1,0 0 1,0 0-1,1 0 1,-1 0-1,0 0 1,0 0-1,0 0 0,1-1 1,-1 1-1,0 0 1,0 0-1,0 0 1,1 0-1,-1 0 1,0 0-1,0 0 1,1 0-1,-1 0 0,0 0 1,0 0-1,1 0 1,2 0 16,0-1 1,1 1 0,-1 0-1,0 0 1,1 0 0,-1 0-1,0 0 1,0 1-1,1-1 1,-1 1 0,0 0-1,0 0 1,4 2-1,4 4-42,0 1-1,-1 0 0,0 0 0,-1 1 0,0 1 0,0-1 0,-1 2 0,0-1 0,0 1 0,-1 0 0,-1 0 1,0 1-1,-1 0 0,0 0 0,0 0 0,2 15 0,1 6-12,-2 0-1,-2 1 1,0 0 0,-3 0 0,-2 36-1,-5 96 89,20-235-91,39-118 1,-35 140-10,3 1 0,1 1 0,55-81 1,-59 100-10,2 1 1,1 1-1,0 1 1,2 1-1,0 1 1,2 1-1,37-24 1,-57 41 12,0 0-1,0 1 1,0-1 0,1 1-1,-1 0 1,1 1 0,0-1-1,0 1 1,-1 0 0,1 1 0,0-1-1,0 1 1,0 0 0,9 2-1,-11-1 3,0-1 0,-1 2 0,1-1-1,-1 0 1,1 1 0,-1 0-1,0-1 1,1 2 0,-1-1-1,0 0 1,0 0 0,0 1-1,-1 0 1,1-1 0,-1 1 0,1 0-1,-1 0 1,0 1 0,0-1-1,0 0 1,-1 1 0,3 5-1,1 5-17,-2-7 20,0 0 1,-1 0-1,0 0 0,0 0 0,-1 0 1,0 1-1,0-1 0,0 13 0,-29 186 92,23-165-98,9-54 6,1 0 0,1-1 0,-1 2 0,16-25-1,45-65-6,-65 100 9,29-43 99,3 0 0,1 3 0,2 0 0,2 3 0,2 1 0,1 1 0,2 3 0,1 2 1,82-46-1,-113 71-36,1 1 0,0 0 0,0 1 0,0 1 0,1 0 0,-1 1 0,24-2 0,-30 5-43,0 0 1,0 0-1,-1 1 1,1 0-1,0 0 0,0 1 1,0 0-1,-1 0 1,1 1-1,-1 0 1,1 0-1,-1 1 1,0 0-1,-1 0 1,12 10-1,-6-3-22,-1 1 0,-1 0 0,0 0 0,-1 1 0,0 1 0,-1 0 0,0 0 0,-1 0 0,-1 1 0,9 29 0,-1 13 0,12 92 0,-26-146 0,14 113-1124,-6-43-1686,2-1 0,29 102 0,-19-126-4722,3-7-5165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38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129 505 7617,'2'-20'443,"1"-5"719,0-1-1,13-45 1,-11 49 13,-1 0 0,-1-1 0,-1 1 1,-1-30-1,0 0 944,-1 40-1541,0 0 1,-1 0 0,0 0-1,-1 0 1,-1 0 0,0 1-1,0-1 1,-1 1 0,-1 0-1,1 0 1,-2 0 0,-8-13-1,14 24-547,0 0 0,0 0 0,0-1 0,0 1 0,0 0 0,0-1 0,-1 1 0,1 0-1,0-1 1,0 1 0,0 0 0,-1 0 0,1-1 0,0 1 0,0 0 0,-1 0-1,1-1 1,0 1 0,0 0 0,-1 0 0,1 0 0,0 0 0,-1-1 0,1 1 0,0 0-1,-1 0 1,1 0 0,0 0 0,-1 0 0,1 0 0,0 0 0,-1 0 0,1 0-1,0 0 1,-1 0 0,1 0 0,0 0 0,-1 0 0,1 0 0,0 1 0,0-1 0,-1 0-1,1 0 1,0 0 0,-1 1 0,-11 18 572,-3 31 22,-3 53 728,-8 161 0,18-154-1003,-21 361-350,27-331 0,22 192 0,-13-278 0,2-1 0,28 88 0,-30-119 0,1 0 0,1-1 0,1 0 0,1-1 0,1 0 0,1 0 0,1-2 0,29 33 0,-36-45 0,0 0 0,0-1 0,0 0 0,0 0 0,1-1 0,0 0 0,0 0 0,0-1 0,10 4 0,22 4 0,0-1 0,48 6 0,-76-15 0,0 0 0,0 0 0,0-1 0,0-1 0,-1 0 0,1-1 0,0 0 0,-1 0 0,1-1 0,-1-1 0,0 0 0,12-6 0,-12 5 0,17-8-63,0-1-1,-1-1 1,0-1 0,-1-1-1,36-33 1,-48 38 24,-1-1 0,-1 0 0,0-1 0,0-1 0,-1 1 0,-1-2 1,-1 0-1,0 0 0,-1 0 0,11-31 0,-17 40 31,-1 0 0,1 0-1,-1 0 1,0 0 0,-1 0 0,0 0-1,0 0 1,0 0 0,-1 0 0,0 0 0,-1 0-1,1 0 1,-1 0 0,0 0 0,-1 1 0,0-1-1,0 1 1,0 0 0,-1 0 0,0 0 0,0 0-1,-1 0 1,1 1 0,-1 0 0,0 0-1,0 0 1,-1 1 0,0 0 0,0 0 0,0 0-1,-7-3 1,-12-6-141,-1 1 0,0 2 1,-1 0-1,0 2 0,0 1 0,-1 1 0,-32-3 0,31 7-901,0 1 0,0 1 0,-57 8 0,72-5-88,0 1 0,0 0 0,0 1 0,-14 8 0,5-3-1890,4-1-2701,13 5-3145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39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7 14613,'0'0'89,"0"-1"0,-1 1 0,1 0 0,0-1 0,0 1 0,0 0 0,0-1 0,0 1 0,-1 0 0,1 0 0,0-1 0,0 1 0,-1 0 0,1 0 0,0-1 0,0 1 0,-1 0 0,1 0 0,0 0 0,-1-1 0,1 1 0,0 0 0,-1 0 0,1 0 0,0 0 0,-1 0 0,1 0 0,0 0 0,-1 0 0,1 0 0,0 0 0,-1 0 0,1 0 0,0 0 0,-1 0 0,1 0 0,0 0 0,-1 0 0,1 0 0,0 0 0,-1 0 0,1 1 0,0-1 0,-1 0 0,1 0 0,0 0 0,0 1 0,-1-1 0,-5 18 3052,6-17-3006,0 2 1709,1 1-1264,0 1-1,0-1 1,0 0-1,0 1 1,-1-1 0,1 0-1,-2 9 1,1-13-468,-5 205 3757,-6 0-4080,-2 69-9771,10-225 2691,3-5-4953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39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13093,'0'-15'1860,"23"6"2241,-6 18-6189,0-3 219,-4 12-2503,14 15-3369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39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30 318 13093,'1'-4'581,"0"-1"-1,0 1 1,-1 0 0,0-1-1,0 1 1,0 0 0,0-1-1,-1 1 1,0 0 0,1-1-1,-2 1 1,1 0-1,0 0 1,-1 0 0,0 0-1,0 0 1,0 0 0,0 0-1,-1 1 1,1-1-1,-1 1 1,-4-5 0,5 6 556,2-34 1610,0 33-1309,3 4-1116,1-1-281,-1 1-1,0-1 1,0 1-1,0 0 1,0 0 0,0 0-1,0 1 1,0-1-1,0 1 1,0-1-1,-1 1 1,1 0-1,4 4 1,-3-1-26,0 0 0,-1 1 0,1-1 0,-1 1 0,0-1 0,2 10 0,5 14-15,-2 0 1,-2 0-1,0 1 0,-2 0 1,0 48-1,-1-26 0,-1 7 0,-2-42 0,0 0 0,1 0 0,1 0 0,0-1 0,1 1 0,8 23 0,-10-39 0,8 12 0,-6-13 0,1 0 0,0-1 0,-1 1 0,1-1 0,-1 0 0,1 0 0,-1 0 0,0 0 0,1-1 0,-1 1 0,0-1 0,0 0 0,3-2 0,0 1 0,153-100 0,-92 57 0,167-123-281,111-70-244,-337 234 514,1 0 1,-1 1-1,1 0 0,0 1 1,0 0-1,0 0 0,0 1 1,0 0-1,1 1 0,-1 0 1,0 0-1,13 2 0,-15-1 25,-1 2 0,1-1 0,-1 1 0,0-1-1,0 2 1,0-1 0,0 1 0,0 0 0,-1 0 0,1 0-1,-1 1 1,0 0 0,0 0 0,0 0 0,0 1 0,-1 0-1,0 0 1,0 0 0,4 6 0,68 125 360,-19-32-264,-45-85-89,-8-10-11,1 1 0,1-2 0,-1 1 1,1 0-1,1-1 0,0-1 0,0 1 0,0-1 0,1 0 0,0 0 1,10 5-1,-7-6-8,1-1 0,-1 0 0,1-1 0,0-1 0,0 0 0,1 0 0,-1-1 0,1-1-1,-1 0 1,1 0 0,-1-2 0,1 1 0,-1-1 0,0-1 0,1-1 0,14-4 0,-5 0-1,0-1 0,-1-1 0,0 0 0,0-2 0,-1-1-1,-1 0 1,0-1 0,18-17 0,35-32-1,50-42 0,133-148 0,-228 216 0,-27 35 0,1 0 0,-1 0 0,1 0 0,0 0 0,-1 0 0,1 0 0,0 0 0,0 1 0,0-1 0,0 0 0,0 0 0,0 1 0,0-1 0,1 0 0,-1 1 0,-1 0 0,1 0 0,0 0 0,0 0 0,-1 0 0,1 0 0,0 1 0,0-1 0,-1 0 0,1 1 0,0-1 0,-1 0 0,1 1 0,0-1 0,-1 0 0,1 1 0,-1-1 0,1 1 0,-1 0 0,1-1 0,-1 1 0,1-1 0,-1 1 0,1 0 0,-1-1 0,0 1 0,1 0 0,-1-1 0,0 1 0,0 0 0,1 0 0,-1-1 0,0 1 0,0 0 0,0 0 0,0-1 0,0 1 0,0 0 0,0 1 0,0 3 0,-1 0 0,1-1 0,-1 1 0,1 0 0,-4 8 0,-56 136 11,32-83-127,8-4-959,18-51 249,-1 0-1,0 0 0,-1 0 1,0 0-1,-1 0 0,0-1 0,-13 19 1,6-15-1202,-12 17-6808,16-15-2290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0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79 14837,'-47'-52'6717,"40"40"-5301,1-3 1168,16 30-5680,3 0 1116,0 10-412,4 20-2997,-3-3-4324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1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45 536 12557,'-1'0'136,"1"0"0,0 0-1,-1 0 1,1 0 0,0 0 0,-1 0-1,1 0 1,0 0 0,-1 0 0,1 0-1,0 0 1,0 1 0,-1-1 0,1 0-1,0 0 1,0 0 0,-1 0 0,1 1-1,0-1 1,0 0 0,-1 0 0,1 1-1,0-1 1,0 0 0,0 0 0,0 1-1,-1-1 1,1 0 0,0 0 0,0 1 0,0-1-1,0 0 1,0 1 0,0-1 0,0 0-1,0 0 1,0 1 0,0-1 0,0 0-1,0 1 1,12 5 5664,-5-3-7020,-24 27 2400,-19 12-483,34-41 609,6-2-1249,-1 0-1,1 0 1,0-1 0,-1 1 0,1-1 0,-1 0-1,0 0 1,0 0 0,0 0 0,0-1 0,4-3 0,3-2 21,89-70 243,-61 46-255,2 1 0,48-27 0,-58 40 65,2 2 0,-1 1 0,2 1 0,66-18 0,-87 30-56,0-1 0,0 2 0,0 0 0,0 0 0,0 1 0,0 0 0,0 1 0,0 1 0,0 0 0,-1 0 0,1 1 0,0 1 0,-1 0 0,0 0 0,0 1 0,0 1 0,-1 0 0,12 8 0,-7-2-3,-2 0 0,0 1-1,0 0 1,-1 0 0,-1 2-1,0-1 1,11 23-1,52 119 199,-20-36-107,-47-108-143,0 1-1,1-1 1,0-1 0,1 0 0,1 0 0,0-1-1,0 0 1,1 0 0,17 11 0,-10-10-9,-1-1 1,1-1-1,1 0 0,0-2 1,0 0-1,23 5 0,-8-5-5,0-2 0,1-1 0,0-2-1,0-1 1,-1-1 0,1-3-1,54-9 1,-48 2-3,0-2-1,0-1 1,-1-3 0,-1-1-1,-1-1 1,0-3-1,-2 0 1,0-3 0,-2-1-1,0-2 1,30-31-1,-38 29-1,0-2-1,-3-1 0,-1 0 1,-1-2-1,-1 0 0,-2-2 1,-2 0-1,-2 0 0,0-2 1,-3 1-1,8-47 0,-16 69-1,-1-1 0,0 1 0,-2-1 0,1 1 0,-2 0-1,-3-25 1,3 36-1,1 0 0,-1 0-1,0 0 1,-1 0-1,1 0 1,-1 0 0,1 0-1,-1 1 1,0-1-1,0 0 1,-1 1 0,1 0-1,-1-1 1,0 1 0,0 0-1,0 0 1,0 1-1,0-1 1,0 1 0,-1 0-1,1-1 1,-1 1-1,0 1 1,0-1 0,0 1-1,0-1 1,0 1 0,-8-1-1,-2 1-2,0 1-1,0 1 1,1 1-1,-1 0 1,0 0-1,1 1 1,-1 1-1,1 0 1,-18 9-1,-4 3 6,1 2 1,-38 26-1,28-14-82,-71 63 0,96-74-90,0 0 0,1 1-1,1 1 1,1 0 0,-19 35 0,31-50 77,1 0 1,0 1 0,1 0-1,-1-1 1,1 1-1,1 0 1,-1 0 0,1 0-1,0 0 1,1 1-1,0-1 1,0 0 0,0 0-1,1 0 1,0 0 0,3 11-1,-2-13 8,0 1-1,1-1 0,-1 0 1,1 0-1,0 0 0,1 0 1,-1-1-1,1 1 0,0-1 1,0 0-1,0 0 0,1 0 1,-1-1-1,1 1 1,0-1-1,0 0 0,0-1 1,0 1-1,1-1 0,7 2 1,4 0-26,0 0-1,0-1 1,1-1 0,-1-1 0,1 0 0,-1-2 0,0 0 0,1 0 0,-1-2-1,21-5 1,-10 0 55,0-1 0,-1-1 0,0-1 0,-1-1-1,36-23 1,-36 18 341,-1-1-1,0-2 0,-2 0 1,0-1-1,-2-2 0,0 0 1,-1-1-1,-2-1 0,0 0 1,-2-2-1,25-54 1,-3 2 1404,-36 73-1102,-17 27-73,-12 21-298,2 0 0,1 2 0,3 1 0,1 0-1,3 1 1,2 1 0,1 1 0,3 0-1,2 1 1,-6 97 0,13-2-214,6-1 0,28 184 0,78 284 0,-38-238 0,-68-350 0,67 440 0,-62-367 0,-3 1 0,-14 175 0,5-247 0,-1 0 0,-1 0 0,-1-1 0,-1 1 0,-1-1 0,-1-1 0,-1 0 0,-25 42 0,29-55 0,-1 0 0,0-1 0,-1 0 0,0 0 0,-1-1 0,1 0 0,-2 0 0,1-1 0,-1 0 0,0-1 0,0 0 0,-1-1 0,0 0 0,0 0 0,0-1 0,0-1 0,-1 0 0,1 0 0,-1-1 0,-21 0 0,19-2-10,-1-1 0,1-1 0,0 0 1,0-1-1,1 0 0,-1-1 0,1-1 0,-1 0 0,2-1 0,-1 0 0,0-1 1,1 0-1,1-1 0,-1-1 0,1 0 0,1 0 0,-1-1 0,-13-17 0,5 3-14,1-1 0,1 0 0,2-1-1,0-1 1,2 0 0,0-1-1,-14-50 1,16 33 5,2 0 0,1 0 0,3 0 0,1-1 0,5-76-1,3 61-146,4 0 0,2 0 0,33-105 0,-17 95-466,2 1 1,4 1-1,71-113 0,-74 134 188,45-75-3851,175-219 0,-137 215-2243,2 8-3985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2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840 217 8721,'1'-6'445,"1"-1"-1,-2 1 1,1 0 0,-1 0 0,0 0 0,0-1 0,-1 1 0,0 0-1,0 0 1,-1 0 0,1 0 0,-1 0 0,0 0 0,-1 0 0,0 1-1,1-1 1,-2 1 0,-5-8 0,-9-13 1471,15 21-1679,0 0 0,0 0 0,0 0 0,0 1 0,-1 0 0,0 0 0,0 0 0,0 0 0,0 0 0,-1 1-1,0-1 1,1 1 0,-1 1 0,-9-5 0,3 5 12,-1 0 0,1 0 0,-1 2 0,1-1 0,-1 1-1,1 1 1,-1 0 0,1 1 0,-1 0 0,1 0 0,0 1-1,0 1 1,-19 9 0,-6 4 237,0 2-1,-52 38 1,47-26-302,1 1 0,2 2 0,1 2 1,2 1-1,1 2 0,2 1 0,-29 50 0,51-74-151,0 1 0,1 1-1,2-1 1,-1 2-1,2-1 1,0 1 0,2-1-1,-4 28 1,7-40-27,0 1 1,1-1-1,0 1 0,0-1 1,1 1-1,0-1 1,0 1-1,0-1 1,1 0-1,0 1 0,0-1 1,1 0-1,-1 0 1,1-1-1,1 1 1,-1-1-1,1 1 0,0-1 1,0 0-1,0 0 1,1-1-1,0 1 1,0-1-1,0 0 0,0-1 1,1 1-1,10 4 1,-7-4-4,0-1-1,0 0 1,0-1 0,1 0 0,-1 0 0,1-1 0,-1 0 0,1-1 0,-1 0-1,1 0 1,-1-1 0,1-1 0,9-2 0,1-1 39,1-1 0,-1-1-1,-1-1 1,35-19 0,3-9 592,82-68 1,-16 11 768,-108 81-1297,-7 6-73,1-1 1,-1 1-1,2 1 1,9-6-1,-17 11-32,-1-1 1,1 0-1,-1 0 1,1 1-1,0-1 0,0 1 1,-1 0-1,1-1 0,0 1 1,0 0-1,-1 0 0,1 0 1,0 0-1,0 1 0,-1-1 1,1 0-1,0 1 0,-1-1 1,1 1-1,0-1 0,-1 1 1,1 0-1,-1 0 1,1 0-1,-1 0 0,1 0 1,-1 0-1,0 0 0,1 0 1,1 3-1,0 0-1,-1 1 0,1 0 0,-1 0 0,0 0 0,-1 0 0,1 0 0,-1 0 0,0 0 0,0 0 0,0 9 0,-1 59 0,-1-66 0,-8 119 0,-6-1 0,-53 213 0,-103 402 0,167-727 0,2 1 0,-1 0 0,2 0 0,0 0 0,0 0 0,2 0 0,-1 0 0,2 0 0,3 15 0,-4-26 0,-1-1 0,1 0 0,0 0 0,0 0 0,1 0 0,-1 0 0,0 0 0,1 0 0,-1 0 0,1-1 0,0 1 0,-1 0 0,1-1 0,0 1 0,0-1 0,0 0 0,0 0 0,0 0 0,0 0 0,0 0 0,0 0 0,1 0 0,-1-1 0,0 1 0,5 0 0,-2-1 0,1 0 0,-1 0 0,1 0 0,-1 0 0,1-1 0,-1 0 0,0 0 0,1 0 0,-1-1 0,6-3 0,8-4 0,-1-1 0,-1-1 0,0 0 0,-1-2 0,0 0 0,18-19 0,80-99 0,-74 83 0,690-918-229,-720 952 259,101-143-248,-109 155 188,-13 24-21,-6 19 35,3 1 1,1 1-1,2 1 1,-11 86-1,21-114-28,0 0 0,1 0 0,0-1 0,1 1 0,1 0 0,0 0 0,2-1 0,0 1 0,0-1 0,1 0 0,1 0 0,8 14 0,-12-26 12,0 1 0,0-1-1,1 0 1,-1 0 0,1-1 0,0 1 0,0 0 0,0-1-1,0 0 1,0 0 0,0 0 0,0 0 0,1 0 0,-1-1-1,8 3 1,-4-3 7,0 1-1,0-1 0,0-1 1,0 0-1,0 0 0,-1 0 1,1-1-1,9-1 0,7-4-14,-1 0-1,0-2 0,0-1 1,24-12-1,17-14 22,-3-3 0,59-47 0,78-49 1705,-194 132-1667,1 0 1,-1 0 0,0 0-1,1 0 1,0 1-1,-1 0 1,1 0-1,0 0 1,0 0-1,0 1 1,-1-1-1,1 1 1,0 0-1,5 0 1,-7 1-14,0 0 1,0 0-1,0 0 1,0 0-1,0 0 1,0 0-1,0 1 1,0-1-1,-1 1 1,1-1-1,0 1 1,-1 0-1,0-1 1,1 1-1,-1 0 1,0 0-1,0 0 1,0 0-1,0 0 1,0 0-1,0 0 1,-1 1-1,1-1 1,-1 0-1,1 0 1,-1 3-1,10 81-723,-10-67 291,2 0 1,0-1-1,1 0 1,1 1-1,9 23 1,-8-26-454,-4-13 430,-1 0 0,1 0 0,0-1 0,0 1 1,0 0-1,1 0 0,-1-1 0,1 1 0,-1-1 0,1 1 0,0-1 1,0 0-1,0 1 0,0-1 0,0 0 0,1 0 0,3 2 1,27 14-6250,1-2-4159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3.2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0 444 12861,'0'0'1849,"10"10"1149,-5-6-2744,-1-1-1,0 0 0,1 0 1,0 0-1,-1-1 0,1 0 0,0 0 1,1 0-1,-1 0 0,0-1 1,0 0-1,1 0 0,-1 0 1,0-1-1,1 1 0,9-2 1,7 0 220,0-2 0,31-7 1,-49 10-410,9-3 212,-1 0-1,1-1 1,-1 0 0,0-1-1,-1 0 1,19-11 0,-25 13-173,0-1 0,-1 1 0,1-1 0,-1 0 0,0-1 0,0 1 1,0-1-1,-1 1 0,0-1 0,1 0 0,-2 0 0,1-1 0,-1 1 0,1-1 1,-2 1-1,3-9 0,-4 13-75,3-11 164,-1 1-1,-1-1 1,1-22-1,-2 32-171,0 0 0,-1 1 0,1-1 0,0 0 0,0 1-1,-1-1 1,1 1 0,-1-1 0,1 0 0,-1 1 0,0-1 0,0 1 0,0 0 0,1-1-1,-1 1 1,-3-3 0,3 4-12,0-1 0,-1 1 0,1-1 0,0 1-1,-1 0 1,1-1 0,-1 1 0,1 0 0,0 0 0,-1 0 0,1 0-1,-1 0 1,1 0 0,0 1 0,-1-1 0,1 0 0,0 1-1,-1-1 1,1 1 0,0-1 0,-1 1 0,1 0 0,0 0-1,-2 1 1,-7 4 21,0 1 0,1 0 1,0 1-1,0 0 0,0 1 0,-8 11 0,-43 62 261,36-41-157,0 1-1,3 1 0,-18 52 1,33-77-107,0 0 0,1 0 0,1 1 1,1-1-1,0 1 0,2 0 0,0 0 1,1 0-1,1 0 0,4 26 1,-3-36-32,0 0 0,0 0 0,1-1 0,0 1 1,1-1-1,0 0 0,0 0 0,1 0 0,0 0 1,0-1-1,1 0 0,0 0 0,0 0 0,0-1 1,1 0-1,0 0 0,1-1 0,-1 0 0,1 0 1,0-1-1,0 1 0,0-2 0,16 6 0,7-1-159,1-2-1,1 0 1,-1-2-1,1-2 1,-1-1-1,1-1 0,0-2 1,38-7-1,-23 0-131,-1-1 0,-1-3 0,0-1-1,87-42 1,-124 52 254,11-5-27,-1-1 0,0-1 0,-1 0 0,0-1 0,-1-1 0,0-1 0,-1 0 0,-1-1 0,0-1 0,14-20 0,83-123-237,-99 140 286,-2-1 0,0 0-1,-1 0 1,-1-2 0,11-35 0,-12 29 17,1-1 91,0 0 1,-2-1-1,-2 0 1,-1-1 0,1-31-1,-5 52-29,0-1-1,-1 0 1,0 1-1,0-1 1,-1 1 0,-1-1-1,0 1 1,0 0-1,-1 0 1,-1 0 0,1 1-1,-2 0 1,1-1-1,-1 2 1,0-1 0,-1 1-1,-13-14 1,18 21-47,1-1 1,-1 1-1,0-1 1,0 1-1,0-1 1,0 1-1,0 0 1,0 0-1,0 0 1,0 0-1,-1 0 1,1 1-1,0-1 1,0 1-1,-1-1 0,1 1 1,0 0-1,-1 0 1,1 0-1,0 0 1,-1 0-1,1 1 1,0-1-1,-1 1 1,1-1-1,0 1 1,0 0-1,-1 0 1,1 0-1,0 0 1,-3 3-1,2-2-4,1 0 0,0 0 0,0 0-1,0 1 1,0-1 0,1 1 0,-1 0 0,0-1-1,1 1 1,0 0 0,0 0 0,0 0 0,0 0-1,0 0 1,1 0 0,-1 0 0,1 0 0,0 0-1,0 0 1,0 0 0,0 0 0,0 0 0,1 0-1,1 5 1,2 6-3,1 1-1,1-1 0,1 0 1,0 0-1,0-1 0,1 0 1,1 0-1,0-1 0,1 0 1,17 15-1,14 10-188,73 50 0,-75-59-21,-25-18 132,1 0 1,0 0-1,0-2 1,1 0-1,1 0 1,-1-2-1,1 0 1,0-1 0,0-1-1,1 0 1,-1-1-1,1-1 1,35-1-1,152-23-122,-143 14 1246,-58 8-351,-4 5-311,-11 118 953,2-25-911,9-91-513,0 0 0,1 1-1,0-1 1,0 1-1,0-1 1,1 0 0,0 0-1,1 0 1,0 0 0,0 0-1,0-1 1,1 1-1,6 8 1,-5-9-309,0 0 0,0 0 0,0-1 0,0 1 0,1-2 0,0 1 0,0 0 0,0-1 0,1 0 1,-1-1-1,1 1 0,0-1 0,10 2 0,-17-4 340,50 8-4611,-13-13-2105,6-7-2318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3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15 12425,'-3'0'2244,"-11"-15"4881,14 45-7157,0-2-552,7 2-836,10 15-940,3-6-2793,7 6-4108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3.8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187 263 12097,'-1'8'-1237,"-6"15"11930,6-36-9734,0-1-847,1 0 0,0 0-1,1 0 1,1 0 0,0 0 0,1 0 0,0 1-1,1-1 1,1 1 0,0 0 0,10-17 0,-8 16 183,1 1 1,1-1-1,0 1 1,1 1-1,21-21 3115,-34 34-2919,-1 0-349,1 0-1,-1 1 1,1 0-1,0 0 1,0 0 0,0 0-1,0 0 1,0 0 0,0 1-1,1-1 1,-1 1-1,1 0 1,0 0 0,-4 5-1,-1 6 205,0 0-1,-7 20 0,2-5-47,-83 239-217,79-220-85,-2 7-195,3-12-633,1 1 0,2 1 0,2 0-1,-4 53 1,7-16-13001,10-63 2243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4.0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 13761,'23'-43'2236,"-3"25"4381,0 18-6101,1 3-476,-11 3-448,3 3-836,4 10-884,-4-1-1093,11 9-1515,22 15-3713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4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221 391 11761,'1'2'376,"0"0"-1,0 0 1,0 0 0,0 0-1,0-1 1,0 1 0,1 0-1,-1 0 1,1-1 0,-1 1 0,1-1-1,0 1 1,0-1 0,0 0-1,-1 0 1,1 0 0,0 0-1,0 0 1,4 1 0,42 7 1713,-40-8-1531,-2 0-409,-1-2 0,1 1 0,0-1 0,-1 0 0,1 0-1,-1 0 1,1-1 0,9-4 0,-8 4 29,1-1-102,0-1-1,0 0 1,-1 0-1,0-1 1,0 0 0,0 0-1,0 0 1,-1-1-1,0 0 1,0 0 0,-1-1-1,1 0 1,-1 0-1,-1 0 1,7-13-1,-5 7-25,-1 0-1,0-1 1,0 0-1,-2 0 1,0 0-1,0 0 1,-2-1-1,1-20 1,2-5 118,-3 35-133,0-1-1,0-1 1,0 1 0,-1 0-1,0 0 1,0 0-1,0 0 1,-1 0 0,0 0-1,0 0 1,-1 0-1,-3-10 1,-14-12 208,17 26-215,1 1 1,-1 0-1,1 0 1,-1-1-1,1 1 1,-1 0-1,0 0 1,0 0-1,1 1 1,-1-1-1,0 0 1,0 1-1,0-1 1,0 1-1,0 0 1,0-1-1,0 1 1,0 0-1,0 0 1,0 1-1,0-1 1,-2 1-1,-40 12 261,40-12-248,-10 6 76,-1 0 0,1 1 0,1 0 0,0 1 0,0 1-1,0 0 1,1 1 0,-18 20 0,-5 13 163,-35 52 0,47-62-188,0 0-4,1 1 0,2 1 1,-19 47-1,31-64-67,1 0-1,2 1 0,0 0 0,1 0 1,0 1-1,2-1 0,1 1 0,1 28 1,0-42-15,1 0 0,0 0 1,1 0-1,0 0 1,0 0-1,0 0 0,1 0 1,0-1-1,0 1 0,0-1 1,1 0-1,0 0 1,0 0-1,1-1 0,5 6 1,-2-4-10,0 0 1,0-1 0,1-1-1,0 1 1,0-1 0,0-1-1,1 1 1,-1-2 0,17 5-1,-4-3 3,0-1-1,0-2 1,0 0-1,1-1 1,-1-1-1,0-1 1,1-1-1,-1-1 1,25-7-1,6-7 4,0-3-1,-1-1 1,-2-3-1,0-3 1,66-45-1,-86 50 28,-1-1-1,-2-2 1,0 0 0,-2-2-1,0-1 1,32-48-1,100-198 891,-114 192-518,-38 72-343,-1 2 10,0 0 0,1 0 0,0 0 1,0 0-1,12-12 0,-16 20-51,0 0-1,0 0 1,0-1-1,0 1 0,0 0 1,0 0-1,0 0 1,0 0-1,0 0 1,0 0-1,0 0 1,0 1-1,0-1 1,0 0-1,0 0 0,0 1 1,0-1-1,-1 1 1,1-1-1,1 1 1,1 0 25,2 2-12,0 0 0,0 1-1,-1-1 1,1 1 0,-1 0-1,1 0 1,-1 0-1,-1 0 1,1 1 0,0 0-1,-1 0 1,0 0 0,0 0-1,-1 0 1,0 0 0,1 1-1,1 7 1,4 15 107,-1 1 0,4 32-1,-10-56-125,4 33 1,-2 1-1,-1-1 1,-2 1 0,-2-1 0,-1 1-1,-17 72 1,8-65-10,-2-1 0,-2 0 0,-2-2 1,-2 1-1,-32 50 0,-125 196-797,167-274 147,0 0 0,1 1 0,1 1 0,0-1 0,1 1 0,1 0 0,-5 29 0,11-44 370,0 1 0,0 0 0,0-1 0,0 1 0,1-1 0,-1 1 0,1-1 0,0 1 0,0-1 0,0 1 0,0-1 0,1 0 0,-1 0 0,1 1 0,0-1 0,0 0 0,0-1 0,1 1 0,-1 0 0,0-1 0,1 1 0,0-1 0,5 4 0,3 1-1089,0 0 1,1-1-1,-1-1 0,1 0 0,18 5 0,43 11-7604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4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473 137 13593,'-30'-46'2328,"20"28"81,-7 9-509,3-3-336,-9 3-280,3 0-244,-14 3-224,4-3-172,7 3-440,-4 0-668,-3 9-320,0 0-596,0-6-944,-27-6-904,6 9-1993,4 3-4176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5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285 1722 4332,'-38'-3'599,"-87"-5"3193,105 7-2616,1 2-1,-1 0 0,-39 8 1,55-8-472,9-2-3,250-54 1932,-123 31-2143,2053-348 1509,18 114-1300,9 81-588,0 47 124,-586 50-137,270-15 63,-12-33 54,-1462 91-93,141-26 59,-24-41-450,-524 100 205,86-28-549,-93 30 449,-1-1 0,0-1-1,0 0 1,0 0 0,0 0 0,0-1 0,-1 0 0,0 0 0,8-9-1,-13 13 60,0 0-1,0-1 0,0 1 0,0 0 1,0-1-1,0 0 0,0 1 0,-1-1 1,1 1-1,0-1 0,-1 0 0,1 1 1,-1-1-1,0 0 0,0 1 0,1-1 1,-1 0-1,0 0 0,0 1 0,-1-1 1,1 0-1,0 0 0,-1 1 0,1-1 1,-1 0-1,0-2 0,-2 1-347,1-1 0,0 1 0,-1 0 0,0 0 0,0 0 0,0 1 0,0-1 0,0 1 0,0-1 0,-6-2 0,-59-26-7911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6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3776 0 6857,'-30'16'10258,"32"-16"-9489,26 10 696,-27-9-1410,0 0 0,-1 0 1,1 0-1,0 0 0,-1 0 0,1 0 0,-1 0 0,1 0 0,-1 0 1,0 0-1,1 0 0,-1 0 0,0 0 0,0 0 0,0 1 0,0-1 1,0 0-1,0 0 0,0 2 0,0 0 105,5 27 603,2-1-1,10 29 1,8 35 927,-22-73-1396,111 682 5210,-82 120-4140,-54 2-349,-2 146-1015,23-905 0,-1-40 0,2 1 0,0-1 0,2 1 0,9 48 0,-2-52 0,-9-21 0,1-1 0,0 1 0,-1-1 0,1 0 0,-1 1 0,1-1 0,0 1 0,0-1 0,-1 0 0,1 0 0,0 1 0,-1-1 0,1 0 0,0 0 0,0 0 0,0 0 0,-1 0 0,1 0 0,0 0 0,0 0 0,-1 0 0,1 0 0,0 0 0,0-1 0,-1 1 0,1 0 0,0 0 0,0-1 0,-1 1 0,1-1 0,0 1 0,-1 0 0,1-1 0,0 0 0,16-21 0,-14 16-69,0-1 1,-1 1-1,0-1 1,0 0-1,-1 0 1,0 0-1,0 0 0,0 0 1,-1 0-1,0 0 1,-1 0-1,1 0 1,-4-13-1,1 12-18,0 0 0,0 1 0,-1-1 0,0 1 0,0-1 0,-1 1 0,0 1 0,0-1 0,-1 1 0,0-1 0,-7-5 0,4 5 23,-1 0 1,0 0-1,0 1 1,-1 0-1,1 1 1,-1 0-1,-1 0 1,-22-5-1,-3 2-11,-53-4-1,77 10 60,8 2 6,-18 0-12,23 0 22,-1 0-1,1 0 0,-1 0 1,1 0-1,-1 0 1,0 1-1,1-1 1,-1 0-1,1 0 0,-1 0 1,0-1-1,1 1 1,-1 0-1,1 0 0,-1 0 1,1 0-1,-1 0 1,1-1-1,-1 1 1,1 0-1,-1 0 0,1-1 1,-1 1-1,1 0 1,-1-1-1,1 1 1,-1-1-1,1 1 0,-1-1 1,15-11-8,-12 11 5,0-1-4,1 0 0,-1 1 0,1 0 0,0-1 0,0 1 1,-1 0-1,1 1 0,0-1 0,6-1 0,-12 10 6,1-1-1,-1 1 1,0-1-1,-1 0 1,1 0-1,-1-1 1,-1 1-1,1-1 1,-1 0-1,0 0 1,-1 0-1,-8 6 0,-14 12-28,-42 26 0,54-38 7,-44 26-46,-2-3 0,-1-2-1,-2-3 1,-1-3 0,-98 27 0,-356 58-294,491-107 354,-609 99-156,195-34 58,-655 101-101,1075-167 190,-36 5-194,24-2-498,0-2 0,0-1 1,-48-2-1,40-12-2349,42 10 2982,1 0-1,0 0 0,0-1 1,0 1-1,-1 0 1,1 0-1,0 0 0,0-1 1,0 1-1,0 0 0,0 0 1,0-1-1,-1 1 1,1 0-1,0 0 0,0-1 1,0 1-1,0 0 0,0-1 1,0 1-1,0 0 0,0 0 1,0-1-1,0 1 1,0 0-1,0 0 0,1-1 1,-1 1-1,0 0 0,0 0 1,0-1-1,0 1 0,0 0 1,0 0-1,1 0 1,-1-1-1,0 1 0,1 0 1,6-12-631,-6 12 387,4-7-650,0 1 1,1 0-1,0 0 0,0 1 1,0 0-1,1 0 0,8-4 1,23-10-6622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7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1047 5204,'7'2'1586,"0"-1"-1,1 1 0,-1-2 1,1 1-1,13-1 0,4-3-1510,42-9-1,-23 2 764,2336-380 733,380-11-1593,-1482 182 82,-1189 202 45,-84 17 21,-10 0 1,-35 5 85,0 0-1,1 3 1,0 1-1,1 2 0,0 2 1,1 1-1,-39 21 1,66-29-82,1 1 0,0-1 1,0 1-1,0 1 1,1 0-1,0 0 0,1 0 1,0 1-1,0 0 0,1 1 1,0 0-1,0 0 0,1 0 1,1 0-1,0 1 0,0-1 1,1 1-1,0 0 0,1 0 1,0 1-1,1-1 0,0 0 1,2 21-1,2 14 681,1 1 0,19 78 1,38 90 727,259 636 371,-184-556-3657,0-1-2665,-53-97-4090,-44-93-2226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8.6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675 1169 12869,'-14'-79'2748,"4"21"2234,7 44-3134,-3-7 885,6 21-2664,0-1-1,0 1 0,-1 0 1,1 0-1,0 0 0,0 0 1,0 0-1,0-1 1,0 1-1,0 0 0,0 0 1,-1 0-1,1 0 0,0 0 1,0 0-1,0 0 0,0-1 1,0 1-1,-1 0 1,1 0-1,0 0 0,0 0 1,0 0-1,0 0 0,-1 0 1,1 0-1,0 0 1,0 0-1,0 0 0,0 0 1,-1 0-1,1 0 0,0 0 1,0 0-1,0 0 0,0 0 1,-1 0-1,1 1 1,0-1-1,0 0 0,0 0 1,0 0-1,0 0 0,-1 0 1,1 0-1,0 0 1,0 1-1,-15 30 3851,10-15-4820,-17 34 1339,-55 91 1,-44 41-236,86-130-136,-260 319-1715,280-354 1465,-17 15-596,19-26 290,12-6 476,1 0-1,0 0 0,0 0 1,-1-1-1,1 1 1,0 0-1,0-1 0,-1 1 1,1 0-1,0 0 1,0-1-1,0 1 0,0 0 1,-1-1-1,1 1 1,0 0-1,0-1 1,0 1-1,0 0 0,0-1 1,0 1-1,0 0 1,0-1-1,0 1 0,0 0 1,0-1-1,0 1 1,0 0-1,0-1 0,0 1 1,1 0-1,-1-1 1,0 1-1,0 0 1,0-1-1,1 1 0,11-38-277,2 1-1,20-37 1,-2 3 121,66-158-40,294-655 543,-325 745 579,103-158 0,-161 284-752,0 0-1,0 1 1,1 0-1,0 1 1,1 0 0,15-11-1,-23 19-106,0 1-1,0 0 0,0 0 1,0 1-1,1-1 1,-1 0-1,0 1 1,1 0-1,0 0 0,-1 0 1,1 0-1,-1 1 1,1-1-1,0 1 1,0 0-1,-1 0 0,1 1 1,0-1-1,-1 1 1,1-1-1,0 1 1,-1 0-1,1 0 0,-1 1 1,1-1-1,-1 1 1,0 0-1,0 0 0,0 0 1,5 4-1,2 3-37,1 1 1,-1 1-1,-1 0 0,0 0 0,-1 1 0,0 0 0,11 22 0,35 99-39,-53-131 24,47 159 0,39 228 0,-45-183 0,-7-44 0,70 310 0,29-12 0,-111-398 44,59 113 0,-62-141-162,1-1 0,2 0 0,1-2 0,39 41 0,-52-62-417,0 1 1,1-2-1,0 0 1,1 0-1,-1-1 0,2 0 1,18 7-1,-24-12-209,1 0-1,0-1 1,0 0-1,0 0 1,13 0-1,-14-2-425,0 0-1,0 0 1,1-1-1,-1 0 0,0-1 1,12-3-1,34-17-11172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8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1413 15613,'-44'-8'2953,"44"8"-2895,0 0 1,0 0 0,-1 0-1,1 0 1,0 1 0,0-1-1,0 0 1,0 0-1,0 0 1,-1 0 0,1 0-1,0 0 1,0 0 0,0 0-1,0 0 1,0 0-1,0 0 1,-1 0 0,1 0-1,0 0 1,0 0 0,0 0-1,0 0 1,0 0 0,-1 0-1,1-1 1,0 1-1,0 0 1,0 0 0,0 0-1,0 0 1,0 0 0,0 0-1,-1 0 1,1 0 0,0 0-1,0 0 1,0-1-1,0 1 1,0 0 0,0 0-1,0 0 1,0 0 0,0 0-1,0 0 1,0-1 0,0 1-1,0 0 1,0 0-1,0 0 1,0 0 0,0 0-1,0-1 1,0 1 0,0 0-1,0 0 1,0 0 0,0 0-1,0 0 1,0-1-1,0 1 1,8-4 321,-6 3 98,31-12 583,2 1-1,-1 2 0,46-7 0,-34 7-634,416-78 261,152-36-4269,-411 70 651,338-140 1,-438 147 2333,-2-4 0,-3-4 1,-2-5-1,168-137 0,-169 111 1965,-2-5-1,112-141 1,-172 178 2279,-44 70-2955,0 1 1,2 0-1,0 1 1,1 0-1,0 0 1,2 1-1,-5 21 1,1-10-73,-43 161 337,7 2 0,-26 258 0,60-325-2985,7 1-1,14 181 1,4-225-2445,-1-31-2218,2 0-5843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9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155 31 14773,'4'-3'432,"-1"0"0,1 0 0,0 1 1,0-1-1,0 1 0,0-1 0,1 1 0,-1 0 0,0 1 0,1-1 0,0 1 0,-1 0 0,1 0 0,0 1 0,-1-1 0,1 1 0,0 0 0,6 1 0,5 0 139,-1 1 0,1 0-1,-1 1 1,22 7 0,-11-1-192,-1 1-1,0 1 1,-1 1 0,0 1 0,-1 1 0,41 32-1,-56-39-308,0 0 0,-1 1 0,0 1 0,0-1 0,-1 1 0,0 0 0,0 0 0,7 18 0,-10-20-39,-1 1 0,0-1 1,0 1-1,-1 0 0,0-1 0,0 1 0,-1 0 1,0 0-1,-1-1 0,1 1 0,-1 0 1,-1 0-1,-2 10 0,-2-3 2,0 0 0,-1 0 0,0-1 0,-1 0 0,-1 0 0,0-1 0,-1 0 0,0 0 0,-1-1 0,-23 20 0,-7 0-285,0-1 0,-49 26 0,50-34-1096,-83 36 0,90-47-1980,-51 12 1,55-20-3062,2-1-4048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9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1 14361,'-7'4'409,"0"0"0,1 0 1,-1 1-1,1 0 0,0 0 0,1 1 0,-1-1 0,1 1 0,0 0 0,0 1 0,1-1 0,0 1 0,-7 14 1,7-9 132,-6 11 561,1 0 1,2 1-1,0 0 0,-5 38 1,-56 540 4488,44-402-5317,5-54-813,1-15-2834,-1 147 1,18-240 1686,0 0-1570,3 0-3883,1-8-2534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49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52 14617,'-1'-2'173,"1"0"-1,-1 1 0,1-1 0,-1 0 0,1 0 1,0 0-1,-1 0 0,1 1 0,0-1 0,0 0 1,0 0-1,1 0 0,-1 0 0,0 0 1,1 1-1,0-4 0,0 4 20,0 0 0,0 0-1,-1 0 1,1 0 0,0 0 0,0 0 0,0 0-1,1 0 1,-1 0 0,0 1 0,0-1 0,0 0-1,1 1 1,-1-1 0,0 1 0,0-1 0,3 0-1,8 0 546,-1 0 0,0 1 0,0 0 0,0 0 0,14 4 0,12 0-20,0 3 1,0 0-1,-1 3 0,0 1 1,61 28-1,-81-30-562,1 0 0,-1 1 0,0 1 0,-1 0 0,24 24 0,-30-26-89,-2 0 0,1 0 0,-1 1 0,-1 0 0,0 0 0,0 1 0,-1-1 0,0 1-1,-1 0 1,3 14 0,-5-16-49,0 1 0,-1 0 0,0-1 0,0 1 0,-1 0 0,-1 0 0,1 0-1,-2-1 1,1 1 0,-1-1 0,-1 1 0,0-1 0,0 0 0,-1 0 0,0 0 0,0 0 0,-8 10 0,-7 7-282,-1-1 0,-2-1 0,-43 40 1,28-30-585,-115 92-6124,132-111 4704,5-1-4387,7 2-4237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0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1831 11581,'37'-21'2937,"71"-28"1,-72 35-2149,-1-2 1,47-29-1,-61 32-626,-1-2-1,-1 0 0,0-1 0,0 0 0,18-24 0,-34 35-85,0-1 0,0 1 1,0-1-1,-1 0 1,0 0-1,0 0 1,0 0-1,-1 0 0,0 0 1,0-1-1,-1 1 1,1 0-1,-2 0 0,1-1 1,0 1-1,-4-12 1,4 17-60,-1-1 0,0 1 0,0-1-1,0 1 1,0-1 0,0 1 0,0 0 0,-1-1 0,1 1 0,0 0 0,-1 0 0,1 0 0,-1 0 0,1 0 0,-1 0 0,1 0 0,-1 1 0,0-1 0,1 0 0,-1 1 0,0 0-1,1-1 1,-1 1 0,0 0 0,0 0 0,0 0 0,1 0 0,-1 0 0,0 0 0,-2 1 0,-6 1 38,1 0 1,-1 1-1,0 0 0,-9 4 0,12-4-71,-5 3 45,-1 0 0,1 0 0,0 1 0,1 1 0,0 0 0,0 1 0,-15 16 0,8-6 5,1 1 0,1 1-1,-13 22 1,24-33-33,0-1 1,1 1-1,0-1 0,1 1 1,0 1-1,0-1 0,1 0 1,0 1-1,1-1 0,0 1 0,1-1 1,0 1-1,1-1 0,0 1 1,0-1-1,1 1 0,5 12 0,-5-19-1,-1 0 0,1 0-1,1-1 1,-1 1-1,0-1 1,1 0-1,0 0 1,0 0-1,0 0 1,0 0-1,0 0 1,1-1 0,-1 1-1,1-1 1,-1 0-1,1 0 1,0-1-1,0 1 1,0-1-1,0 0 1,0 0-1,0 0 1,0 0-1,0-1 1,7 0 0,5 1 1,0-1 0,0-1 1,0-1-1,26-5 0,-29 3-2,0-1-1,0 0 1,-1 0-1,0-1 1,0-1-1,15-10 1,20-12 6,-12 9-12,56-44 1,9-6 84,-81 58-68,1 1-1,0 1 1,23-8 0,-34 15-7,1 1 0,-1 0 0,1 0 0,-1 1 1,1 0-1,0 0 0,-1 1 0,1 1 1,16 2-1,10 4 37,10 2-12,84 4 0,90 2 1390,-191-9-924,-1 2 1,0 0-1,-1 2 0,46 22 1,36 13 64,-81-36-519,1-1-1,0-2 1,1-1 0,0-1 0,0-1 0,0-2-1,0-1 1,40-5 0,-54 3-52,1-1 1,0-1-1,-1 0 1,1-1-1,-1-1 1,-1-1-1,1 0 0,-1-1 1,0 0-1,-1-1 1,0-1-1,0-1 1,-1 0-1,-1 0 0,0-1 1,14-18-1,-13 11 3,-1-2 1,0 0-1,-1 0 0,-2-1 0,0 0 0,-1 0 1,-2-1-1,0 0 0,-1-1 0,-1 1 0,-2-1 1,0-44-1,-3 23-6,-3 1 1,-1 0-1,-3 0 1,-1 0-1,-30-83 1,36 119 5,0 1 0,0-1 1,0 1-1,-1 0 0,-1 0 1,1 0-1,-1 1 1,0-1-1,-1 1 0,1 0 1,-1 1-1,0 0 0,-1-1 1,-12-7-1,12 11 9,1-1 0,0 1 0,-1-1 0,0 2 0,1-1 0,-1 1 0,0 0-1,0 1 1,0-1 0,0 1 0,0 1 0,0-1 0,1 1 0,-1 0 0,0 1 0,0 0 0,-10 4 0,1 1-1,1 1 1,0 0 0,1 1 0,0 0-1,0 1 1,1 1 0,0 0 0,1 1 0,1 0-1,0 1 1,0 0 0,-14 25 0,16-24-1,1 0 1,1 0-1,0 1 0,1-1 1,1 1-1,0 1 1,1-1-1,1 1 0,0 0 1,1-1-1,1 1 1,0 0-1,3 25 1,-1-32-51,1-1 0,0 0 0,1-1 1,0 1-1,0 0 0,0-1 0,1 0 1,0 1-1,1-2 0,0 1 0,0 0 1,0-1-1,1 0 0,-1 0 0,2-1 0,-1 1 1,1-1-1,9 5 0,-5-4-71,0 0 1,0-1-1,0 0 0,1-1 0,-1 0 0,1-1 1,0 0-1,0-1 0,1-1 0,-1 0 0,20 0 1,-8-3-13,0-1 1,0-1 0,0-1 0,0-1-1,-1-1 1,0-1 0,43-22-1,-38 13 49,1 0 0,-2-2 0,-1-2-1,0 0 1,25-28 0,-9 3 97,69-97 1,17-59 527,-12-6 1311,112-280-1,-218 463-1617,-6 13 5,1 0 0,0 1 0,1 0 0,0 0 0,14-19 0,-15 62 1032,-8 16-928,-1 0 0,-3 0 0,-25 91 0,15-66-214,-115 719-2803,95-573-2582,5-75-3704,5-34-3933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1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77 2876,'0'1'101,"1"0"0,-1 0 0,0-1-1,1 1 1,-1 0 0,0-1-1,1 1 1,-1 0 0,1-1 0,0 1-1,-1-1 1,1 1 0,-1-1 0,1 1-1,0-1 1,-1 1 0,1-1 0,0 0-1,0 1 1,-1-1 0,1 0 0,0 0-1,0 1 1,0-1 0,19-8 3500,-5 0-2701,11-1 1195,0 0 0,43-8 0,-66 16-1570,-3 1-477,1-1 1,-1 0-1,0 1 0,1-1 1,-1 1-1,1-1 0,-1 1 0,1-1 1,-1 1-1,1 0 0,-1-1 1,1 1-1,-1 0 0,1-1 0,0 1 1,-1 0-1,1-1 0,-1 1 0,1 0 1,1 0-1,-1 0 36,0-1 1,0 1-1,0-1 1,0 1-1,0 0 0,0-1 1,-1 0-1,1 1 1,0-1-1,0 1 1,0-1-1,0 0 0,-1 0 1,1 0-1,0 1 1,0-3-1,7-15 1215,-3 29 227,-2 36-1,-12 167 1544,26 550-229,16-317-5870,-4-95-2866,-15-126-2807,-7-115-98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1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67 361 13265,'-8'5'586,"1"0"-1,-1 0 1,1 1-1,0 0 1,-9 11-1,14-15-452,1 1-1,-1-1 1,1 1 0,-1-1-1,1 1 1,0 0-1,0-1 1,1 1 0,-1 0-1,0 0 1,1-1-1,0 1 1,0 0-1,-1 0 1,2 0 0,-1 0-1,0 0 1,1-1-1,-1 1 1,1 0 0,1 4-1,2 3-4,1-1-1,-1 1 0,2-1 1,-1-1-1,1 1 0,0-1 1,1 0-1,0 0 0,0-1 1,1 0-1,0 0 0,12 7 1,3 2 21,1-2 0,1-1 0,35 14 0,6-4-209,0-2 0,2-4 0,0-2 0,120 10 1,-46-18-1158,186-13 0,-160-7-710,325-70 0,-369 52 1422,-2-6-1,-1-5 0,139-70 0,-204 83 469,89-61 1,-120 72 292,0-2 0,-2 0-1,0-2 1,-2 0 0,28-37 0,-44 52-30,1-1 0,-1-1 0,-1 1 1,1-1-1,-1 0 0,-1 0 0,0 0 0,3-16 1,-5 23-142,-1-1 0,0 1 1,0-1-1,0 1 0,0 0 1,0-1-1,-1 1 0,1 0 1,-1-1-1,1 1 0,-1 0 1,0-1-1,0 1 0,0 0 0,0 0 1,-2-2-1,1 2-13,0 0 0,0 0 0,-1 0-1,1 0 1,-1 0 0,1 1 0,-1 0 0,1-1-1,-1 1 1,0 0 0,1 0 0,-1 0 0,0 1-1,0-1 1,0 1 0,-4-1 0,-9 1 108,0 0 1,0 0-1,0 2 1,0 0-1,1 1 1,-1 0-1,0 1 1,-27 13-1,7-1 44,0 1 0,-48 33 1,36-16-581,2 1 1,1 2 0,-43 49 0,27-20-4313,-69 99 0,69-73-3394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2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34 13441,'-2'-3'451,"0"0"0,0 0 0,0 0-1,-1 0 1,0 1 0,1-1 0,-1 1 0,0-1-1,-5-2 1,7 5-303,0-1 0,0 1-1,0-1 1,0 1 0,0 0-1,-1-1 1,1 1 0,0 0-1,0 0 1,0 0 0,0-1-1,-1 1 1,1 1 0,0-1-1,0 0 1,0 0 0,0 0-1,-1 1 1,1-1 0,0 0-1,0 1 1,0-1 0,0 1-1,0-1 1,0 1 0,0 0-1,0-1 1,0 1 0,0 0-1,0 0 1,1 0 0,-1 0-1,0 0 1,1 0 0,-1 0-1,0 1 1,-2 4 109,0 0 0,0 1 0,1 0 0,0-1 0,0 1 0,-1 12 0,-1 1 106,-4 25-100,2 1 0,1 0 0,3 0 0,1 1 0,10 73 0,4-34-2212,3 0-1,29 84 0,-31-125-2491,31 65 0,-11-40-4997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2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5 13121,'-26'-4'3017,"33"16"1452,17 22-3558,192 496 1098,-146-350-1962,-17-46 81,-50-127-146,0 0 1,0-1 0,1 1 0,-1-1 0,2 0 0,7 9-1,-12-14 15,1 0 0,0 0 0,-1 0 0,1 0 0,0 0 0,0-1 0,-1 1 0,1 0 0,0-1 0,0 1 0,0 0 0,0-1 0,0 1 0,0-1 0,0 1 0,0-1 0,0 0 0,0 1 0,0-1 0,0 0 0,0 0 0,0 0 0,1 0 0,-1 0 0,0 0 0,0 0 0,0 0 0,0 0 0,0 0 0,0-1 0,0 1 0,0-1 0,0 1 0,0 0 0,0-1 0,0 1 0,0-1 0,0 0 0,0 1 0,0-1 0,0 0 1,-1 0-1,1 0 0,0 1 0,1-3 0,15-26-77,0-1 0,-2 0 0,19-59 1,-16 42 46,16-40 19,52-124-112,-67 170 280,3 0 0,52-73 0,-62 100 202,0 0 0,1 1-1,21-18 1,-32 30-268,0 0-1,0-1 1,1 1 0,-1 0 0,0 0 0,1 0-1,-1 0 1,1 1 0,-1-1 0,1 1-1,0 0 1,-1-1 0,1 1 0,-1 0 0,1 0-1,0 1 1,-1-1 0,1 1 0,-1-1-1,1 1 1,3 1 0,3 2 143,0 0 0,-1 0 0,16 11 1,-13-6-18,0 0 0,-1 1 0,0 0 1,0 0-1,-1 1 0,0 1 1,12 22-1,-2 0 259,23 59 0,32 132-142,-47-133-1318,48 111 0,-60-171-730,2-1 0,27 38 0,-29-48-726,1-1 1,1 0-1,39 32 0,-13-17-8361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2.9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235 265 13013,'0'0'3549,"1"-2"-2252,3-5-785,-2 4-380,0 0-1,0 1 1,0-1-1,0 0 1,0 1 0,0-1-1,1 1 1,-1 0-1,1 0 1,0 0-1,-1 0 1,1 0 0,4-1-1,40-22 171,63-42 0,-49 28-391,-53 33 86,-1 0 0,0 0 0,0 0 0,8-10 0,3-3 95,-18 19-81,0-1 0,1 1-1,-1-1 1,0 0 0,0 1-1,0-1 1,1 0 0,-1 1-1,0-1 1,0 0 0,0 0-1,0 1 1,0-1 0,0 0-1,-1 1 1,1-1 0,0 0-1,0 1 1,0-1 0,-1 0-1,1 1 1,0-1 0,-1 0-1,1 1 1,0-1 0,-2 0-1,-9-13 264,7 14-222,-1 1 1,1-1 0,-1 1 0,1-1-1,0 1 1,-1 1 0,1-1 0,0 0-1,0 1 1,-6 3 0,0-1 61,-16 8 375,0 1-1,2 1 1,-1 1-1,2 1 0,0 1 1,1 1-1,1 1 1,-34 39-1,18-12 64,1 1 1,2 3-1,-30 59 1,53-88-417,0 1 0,2 1 0,0 0 0,-7 33 0,13-46-128,1 0 0,1-1 0,0 1 0,0 0 0,1 0 0,0 0 0,1 0 0,0 0-1,1 0 1,0 0 0,0-1 0,1 1 0,6 13 0,-6-18-99,1 1 1,-1-1-1,1 0 0,0 0 0,1-1 1,-1 1-1,1-1 0,0 0 0,0 0 1,1-1-1,-1 1 0,1-1 0,-1 0 1,1-1-1,0 1 0,0-1 1,11 2-1,6 1-481,0-1 0,0-1 0,37-1 0,-14-3-782,1-2 0,0-2 0,51-12 0,61-22-6319,-47 6-1791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3.7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 1018 13653,'-4'-2'349,"0"1"0,0 0 0,0 0-1,-1 0 1,1 0 0,0 1 0,0-1 0,-1 1-1,1 0 1,0 1 0,0-1 0,0 1-1,-1 0 1,1 0 0,-5 2 0,7-2 842,3 2-228,2 5-736,0 0-1,1-1 1,0 1 0,0-1-1,1 0 1,0 0 0,0-1-1,8 8 1,57 49 331,-29-28-262,87 86 216,-105-95-465,-1 0 0,-1 1 1,20 34-1,-34-50-31,-1 0 0,-1 1-1,1 0 1,-2 0 0,0 0 0,0 1 0,-1-1 0,2 23-1,-5-26-5,0 0 0,0 0 0,-1 0 0,0-1 0,0 1 0,-1 0 0,0-1 0,-1 1 0,0-1 0,0 0 0,-1 1 0,0-2 0,-5 9 0,8-14 5,-1-1-1,1 1 1,0 0-1,-1-1 1,1 1-1,-1-1 1,1 0 0,-1 0-1,1 1 1,-1-1-1,0 0 1,0 0 0,0 0-1,1-1 1,-1 1-1,0 0 1,0-1 0,0 1-1,0-1 1,0 0-1,0 1 1,0-1-1,0 0 1,-1 0 0,1-1-1,0 1 1,0 0-1,0-1 1,0 1 0,0-1-1,0 1 1,1-1-1,-1 0 1,-2-1-1,0 0 1,0 0 0,0-1 0,1 1 0,-1-1 0,1 0 0,-1 0-1,1 0 1,0 0 0,0 0 0,0-1 0,1 1 0,-1-1 0,1 0 0,-3-6-1,1-6-55,0 0 1,1 0-1,1-1 0,0 0 0,1 1 0,1-1 0,1 0 0,0 1 0,1-1 1,1 1-1,9-30 0,4-3-539,1 1 0,38-70 0,-13 40-545,3 3 0,3 2 0,3 1 0,3 3 0,4 3 0,2 2 1,3 3-1,120-91 0,299-171-2039,-450 301 4237,-29 20 1313,-23 7-859,8-2-1197,-4 3 17,0 2 0,1 0 0,-1 1 0,2 0 0,-1 1 1,1 1-1,1 0 0,0 1 0,-15 18 0,15-15-211,0 2-1,1-1 1,1 2 0,0-1 0,2 1 0,0 1-1,-11 33 1,18-45-157,0 0-1,1 0 1,-1 0-1,2 1 1,-1-1 0,1 0-1,0 0 1,0 1-1,1-1 1,0 0-1,1 0 1,-1 0 0,1 0-1,1 0 1,-1 0-1,1 0 1,0-1-1,1 1 1,-1-1-1,2 0 1,-1 0 0,0 0-1,1-1 1,0 1-1,0-1 1,1 0-1,-1-1 1,1 0 0,0 1-1,1-2 1,-1 1-1,0-1 1,1 0-1,0 0 1,0-1-1,0 0 1,0 0 0,9 1-1,-1-1-1,-1 0 1,1-2-1,0 1 0,-1-2 0,1 0 1,0-1-1,-1 0 0,0-1 0,1-1 1,-1 0-1,0-1 0,-1 0 0,24-13 1,-18 5 348,0 0 1,0-1 0,-1-1 0,-1 0 0,-1-2 0,0 0 0,25-36 0,-37 47-210,0 1 0,0-1 0,1 1-1,0 0 1,0 0 0,0 1 0,8-5 0,-12 8-98,1 0-1,-1 0 1,1 0 0,-1 1-1,1-1 1,0 0 0,-1 1-1,1 0 1,0-1 0,0 1-1,-1 0 1,1 0 0,0 0-1,0 0 1,0 0 0,-1 0-1,1 1 1,0-1 0,-1 0 0,1 1-1,0-1 1,-1 1 0,1 0-1,0 0 1,-1 0 0,1 0-1,-1 0 1,1 0 0,-1 0-1,0 0 1,0 0 0,2 2-1,1 4 34,0-1 0,0 0-1,-1 1 1,0 0 0,-1 0-1,1 0 1,-1 0 0,-1 0-1,2 13 1,-2-17-38,7 65 284,-3 0 1,-8 138-1,-2-57 237,15 337 602,-4-238-856,-4-71-61,-37 323 1,27-452-202,-14 50 0,16-80-3,0 1 0,-1-1 0,-1 0 0,-1 0 1,-13 19-1,20-34-10,1-1 0,-1 1 0,0-1 0,0 0 0,0 0 0,0 0 1,-1 0-1,1 0 0,0 0 0,-1 0 0,1-1 0,-1 1 0,0-1 0,0 0 0,1 0 1,-1 0-1,-3 1 0,5-2-6,-1-1 1,1 1-1,-1 0 1,1 0-1,-1-1 0,1 1 1,0-1-1,-1 1 1,1-1-1,0 1 1,0-1-1,-1 0 1,1 0-1,0 0 0,0 1 1,0-1-1,0 0 1,0 0-1,0-1 1,0 1-1,0 0 1,1 0-1,-1 0 0,0-1 1,1 1-1,-1 0 1,0-1-1,1 1 1,0 0-1,-1-1 1,1 1-1,0-1 0,0 1 1,0 0-1,0-3 1,-2-19 6,1 0 1,1 0-1,1 0 0,8-39 1,0 13-18,28-78 0,104-287-102,-103 311 50,54-98 1,-50 113 34,37-81-35,166-351-142,111-258 87,-316 689 150,-35 77 74,-4 8 27,-1 6 8,-14 27 53,-1 9-407,2 0 0,1 1 0,2 1-1,2 0 1,2 0 0,1 0 0,2 1 0,2-1-1,1 1 1,9 54 0,-7-78-258,1 0 1,0-1 0,2 1-1,0-1 1,0 0-1,2 0 1,0 0-1,1-1 1,13 20-1,-13-24-614,1 0 1,0-1-1,0 0 0,1-1 0,1 0 0,-1 0 1,20 11-1,28 9-7662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3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31 118 8501,'0'-48'3248,"-7"36"-2024,1-6-688,-4-3-1860,3 3-2244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5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24 7025,'7'-24'13342,"-1"37"-12259,-4-10-922,4 8 294,0 1-1,-1 0 1,-1 0-1,0 0 0,0 1 1,-1 0-1,-1-1 1,1 16-1,49 281 420,25 8-8181,-49-221 1098,7 3-3866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6.5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56 477 6981,'-1'0'376,"-1"-1"0,1 0 0,0 1 0,0-1 0,0 1 0,0 0 0,0-1 0,-1 1 0,1 0 0,0 0 0,0 0 0,0 0 0,-1 0 0,1 0 0,0 0 0,0 0 1,-1 0-1,1 0 0,0 1 0,0-1 0,0 1 0,0-1 0,-1 1 0,1-1 0,0 1 0,-1 0 0,-8 15-153,8-10-76,-1 0 1,1 1-1,1 0 1,-1-1-1,1 1 0,0 0 1,1-1-1,0 1 1,0 0-1,0 0 1,1-1-1,0 1 0,0 0 1,1-1-1,-1 1 1,2-1-1,-1 1 1,1-1-1,4 8 0,-3-7-115,1 0-1,0-1 0,0 1 0,1-1 0,0 0 0,0-1 1,0 0-1,1 1 0,0-2 0,0 1 0,0-1 0,0 0 0,1-1 1,-1 0-1,15 4 0,6 0-273,0-1 1,1-2-1,-1 0 1,1-2 0,0-2-1,0 0 1,0-2-1,43-8 1,-30 1-616,-1-3 0,0-1 0,-1-1 0,-1-3 0,42-23 0,-71 35 655,14-8-607,0 0 0,-1-1 0,39-33 0,-58 43 743,1-1-1,0 1 0,-1-1 0,0 0 1,0 0-1,-1 0 0,1 0 0,-1 0 1,0-1-1,-1 0 0,1 0 0,-1 0 1,0 0-1,-1 0 0,1 0 0,-1 0 1,0 0-1,-1-1 0,1 1 0,-1 0 1,-1 0-1,-1-10 0,-5-11 576,-1 1 1,-2 0-1,-1 1 1,-1 0-1,-1 0 0,-1 1 1,-24-31-1,20 29 692,-38-42 0,54 66-1244,-1-1-1,1 0 1,0 0 0,0 0 0,0 0 0,0-1 0,1 1 0,-3-6 0,4 8-130,-1 0 1,1 0 0,0 0-1,0 0 1,0 0 0,0 0-1,-1 0 1,1 0 0,0 0-1,1 0 1,-1 0 0,0 0-1,0 0 1,0 0 0,1 0-1,-1 0 1,0 0 0,1 0-1,-1 0 1,1 0 0,-1 0-1,1 1 1,-1-1 0,1 0-1,0 0 1,0 0 0,-1 1-1,1-1 1,0 0 0,0 1-1,0-1 1,-1 1 0,1-1-1,0 1 1,2-1 0,15-1-5245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7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440 355 2976,'-3'-9'213,"1"6"-90,1 0 0,0 0 1,0 0-1,0 0 0,0 0 1,1 0-1,-1-1 0,1 1 1,0 0-1,0 0 0,0-1 1,0 1-1,0 0 0,2-5 0,-3-2 454,0 1-1,0-1 1,-2 0-1,1 1 1,-1-1-1,0 1 1,-6-12-1,9 20-514,-8-18 945,-1 0 0,-1 1 1,-1 0-1,0 0 0,-15-17 0,20 27-696,-1 1-1,0 1 0,0-1 0,0 1 0,-1 1 1,0-1-1,0 1 0,0 1 0,-1-1 1,1 1-1,-1 1 0,0 0 0,-12-3 0,16 5-225,0 0-1,0 1 0,-1-1 0,1 1 0,0 0 0,0 1 0,0-1 0,0 1 1,0 0-1,0 0 0,0 1 0,0-1 0,0 1 0,0 0 0,1 1 1,-1-1-1,1 1 0,0 0 0,-1 0 0,1 0 0,0 0 0,1 1 1,-1-1-1,1 1 0,0 0 0,-4 6 0,-2 5 43,1 1 1,0 0-1,1 1 0,1-1 0,0 1 1,-4 27-1,-13 109 407,18-91-418,3 0-1,2-1 1,16 121 0,-7-134-140,1 0 0,3-1 0,1 0 0,3 0 0,33 64 0,-42-95-41,1 0-1,1-1 1,0 0 0,1-1-1,1 0 1,0-1-1,1 0 1,19 15-1,-24-22 22,1 0 0,0-1 0,0-1 0,0 1 0,0-1-1,1-1 1,0 0 0,-1 0 0,1-1 0,0 0 0,0-1 0,1 0-1,-1 0 1,0-1 0,0 0 0,14-3 0,0-2-20,0-1-1,0-1 1,-1-1 0,0-1 0,-1-1 0,0-1 0,-1-1-1,32-23 1,-7 0 4,-2-2 0,61-65 0,-61 52-19,65-95 0,21-65 97,21-30 414,-137 220-355,-11 13-37,1 1 0,0 0-1,1 0 1,-1 0 0,1 1 0,0-1-1,0 1 1,1 0 0,0 1 0,12-9-1,-17 13-27,0 0 0,0 0-1,0 0 1,1-1-1,-1 1 1,0 0 0,0 0-1,0 1 1,0-1 0,1 0-1,-1 0 1,0 1-1,0-1 1,0 0 0,0 1-1,0-1 1,0 1-1,0-1 1,0 1 0,0 0-1,0-1 1,0 1 0,0 0-1,0 0 1,0 0-1,-1 0 1,1 0 0,1 1-1,18 31 86,-19-31-85,6 15 40,0 1 0,-1 0-1,6 28 1,8 24 95,-6-31-103,23 58-21,-32-86-8,1 0-1,0-1 1,0 1-1,1-1 1,0-1 0,10 10-1,-14-16-15,0 0 0,1-1 0,0 1-1,0-1 1,0 0 0,0 0 0,0 0 0,0-1-1,0 0 1,0 1 0,1-1 0,-1-1 0,1 1-1,-1-1 1,0 1 0,1-1 0,-1 0 0,1-1-1,-1 1 1,1-1 0,5-2 0,1 0 7,1 0 0,-1-1 1,0-1-1,0 0 0,0 0 0,13-10 0,-14 8-6,-1 0-1,0 0 0,0-1 1,-1 0-1,0-1 0,-1 1 1,0-2-1,0 1 0,-1-1 0,0 0 1,0 0-1,-2 0 0,1-1 1,-1 0-1,0 0 0,-1 0 0,-1-1 1,0 1-1,1-21 0,-2 19 0,-2 0-1,0-1 0,0 1 0,-1 0 1,-1 0-1,0 0 0,-1 0 0,0 0 1,-1 1-1,-1 0 0,0 0 0,0 0 1,-1 1-1,-1 0 0,0 0 0,-16-17 1,11 16 10,-1 0 1,-1 0-1,0 2 1,0 0-1,-1 0 1,0 1 0,-1 1-1,0 1 1,0 1-1,0 0 1,-1 1-1,-27-4 1,23 6-305,1 1 1,-1 0-1,1 2 1,-1 1-1,0 1 0,1 0 1,0 2-1,0 0 0,0 2 1,-24 9-1,36-12-791,1 0 1,0 1-1,0 0 0,0 1 0,1 0 0,0 0 1,-1 0-1,-7 9 0,5 2-6807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7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16 301 9797,'0'-21'7557,"-2"23"-6435,2-2-1079,-2 1 70,1 0-1,0 0 1,0 0-1,0 1 1,0-1-1,0 0 1,1 0-1,-1 1 1,0-1-1,1 0 1,-1 1-1,0-1 1,1 1 0,0-1-1,-1 3 1,2-2-23,0 1 0,1 0 1,-1-1-1,1 0 1,-1 1-1,1-1 1,0 0-1,0 0 1,3 3-1,11 12 168,12 13 310,50 68 1,-76-94-557,40 59 140,-3 2 0,40 90 0,-50-96-129,-20-43-17,-1 1 1,0 0 0,8 29 0,-12-34 2,-1 0 0,12 22 0,-13-35-8,0 0 1,0-1-1,-1 1 0,1-1 0,0 1 1,-1-1-1,1 0 0,-1 1 0,0-1 0,1 0 1,-1 0-1,1-3 0,7-23-3,-1 0 0,5-36 0,2-6-1,37-171 26,1-4 28,-35 175 281,40-95 0,-57 161-236,1 0 0,-1 0 0,1 0 0,0 0 1,1 1-1,-1-1 0,0 1 0,1-1 0,3-2 0,1 6 570,-1 2-555,0 0 0,0 0 0,-1 1 0,1 0 0,-1 0 0,0 1-1,1-1 1,-2 1 0,1 0 0,0 1 0,-1-1 0,0 1 0,0 0 0,4 5 0,3 9 153,0 1 0,15 38-1,-24-51-233,35 82-233,3-1 0,64 103 0,-98-180 58,16 23-887,2-1 0,34 39 0,-51-64 441,1 0 0,0-1 1,0 0-1,1 0 0,-1-1 0,2 0 0,-1-1 0,1 1 0,-1-2 0,1 0 0,1 0 1,-1-1-1,18 4 0,19-3-4493,6-4-2747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8.4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410 0 9245,'-12'2'551,"0"1"1,0 0 0,0 1-1,1 0 1,-1 1-1,1 0 1,0 1-1,0 0 1,1 1-1,-1 0 1,2 1 0,-1 0-1,1 0 1,-15 17-1,5 0-22,0 0-1,1 1 1,1 1-1,-18 42 1,9-6 52,-21 82 0,38-116-474,-2 7 26,1 0 0,2 0 0,-3 43 0,9-23-19,2 1 0,12 94 0,-10-138-183,0-1-1,1 1 1,1-1-1,0 1 0,1-1 1,0 0-1,0-1 1,2 1-1,-1-1 1,1-1-1,14 16 1,-16-20-70,0 0 1,0-1-1,1 0 1,0 0-1,0 0 0,1-1 1,-1 0-1,1 0 1,0-1-1,0 0 1,0 0-1,0 0 0,0-1 1,1 0-1,-1-1 1,1 0-1,0 0 0,-1 0 1,1-1-1,14-1 1,-8-2 33,1 0 1,-1-1 0,1 0 0,-1-1 0,-1-1-1,1 0 1,-1-1 0,0 0 0,0-1-1,-1-1 1,0 0 0,-1 0 0,0-1 0,0-1-1,-1 0 1,0 0 0,-1-1 0,-1 0-1,0-1 1,0 0 0,8-21 0,3-9-105,25-84 0,-43 122 210,0 24-1705,-1-17 1675,1-1-1,0 1 1,-1 0-1,1 0 1,0 0-1,0-1 1,0 1-1,0 0 1,0-1 0,0 1-1,0-1 1,1 1-1,-1-1 1,1 0-1,-1 1 1,1-1 0,-1 0-1,1 0 1,0 0-1,-1 0 1,1-1-1,0 1 1,0 0-1,0-1 1,2 1 0,-2-1 82,-1-1 0,1 1 1,0-1-1,0 0 1,-1 0-1,1 0 0,0 1 1,-1-2-1,1 1 1,-1 0-1,0 0 0,1 0 1,1-3-1,-1 2 128,15-11 927,0 1 0,35-19 0,-42 26-985,0 1 0,1 1-1,0-1 1,-1 2 0,1-1 0,0 2 0,14-2 0,41 5-45,-47-1-477,0-1-1,0 0 1,22-4 0,-23 1-367,-1-1 0,1-1 0,30-13 0,-31 11-1087,-2-1 1,20-13-1,1-6-3638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8.6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73 6753,'-20'-40'2345,"20"39"-2196,-1-1-1,1 1 0,0 0 1,0 0-1,1 0 0,-1-1 1,0 1-1,0 0 0,1 0 1,-1-1-1,0 1 0,1 0 1,-1 0-1,1 0 0,0 0 1,-1 0-1,1 0 0,0 0 1,0 0-1,-1 0 0,1 0 1,0 0-1,0 1 0,2-2 1,-1 0 355,0-1 1224,-1 6-133,9 44 945,25 62 0,9 37-1489,34 239-620,-67-330-1924,24 68 1,10-10-7277,-26-75 311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4:59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0 860 11181,'12'-23'913,"1"1"1,0-1-1,2 2 1,19-23-1,-25 35-595,174-186 2615,76-62-1868,-125 119-778,-64 57-358,-46 52 38,-23 27-17,-2 1-118,0-1 170,-1 1 0,1 0 1,0 0-1,-1-1 0,1 1 0,-1 0 0,0 0 0,1 0 0,-1 1 0,0-1 0,0 0 0,-2 0 1,0 1 3,1 0 0,-1 1 1,0 0-1,1 0 0,-1 0 1,1 0-1,-1 0 1,1 1-1,-1-1 0,1 1 1,-3 2-1,-33 24 217,30-20-105,0 1 0,1 0 0,0 1 0,1 0 0,0 0 0,0 1 0,1 0 0,0 0 0,1 0 0,1 1 0,0-1-1,0 1 1,1 0 0,-3 23 0,5-25-66,0-1-1,1 0 1,0 1 0,0-1-1,1 1 1,0-1-1,1 0 1,0 0-1,0 0 1,7 15 0,-6-18-34,0 0 0,0 0 0,1-1 1,0 0-1,0 0 0,0 0 0,1 0 1,0 0-1,0-1 0,0 0 0,0 0 1,1 0-1,-1-1 0,1 0 0,0 0 1,8 3-1,8 1 14,1 0 0,1-2 0,-1 0 0,1-2 0,-1-1 0,1 0 0,0-2 0,42-4 0,-13-4-67,-1-2-1,93-31 0,-105 27-352,-2-2 0,0-2-1,0-1 1,66-47 0,-91 55-349,-1-1-1,0 0 1,14-19 0,-13 16-613,-11 13 939,-1 0 0,1 0 1,-1 0-1,0 0 1,1 0-1,-1 0 1,0 0-1,0 0 0,-1 0 1,1-1-1,0 1 1,-1 0-1,1-1 1,-1-3-1,1 0-693,2-18-5593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0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1721 11349,'-50'-54'11603,"68"68"-11340,-4-2-207,0 0-1,-1 1 0,-1 1 1,0 0-1,12 18 0,47 86 65,-48-76-65,-10-21-48,-2 0 1,-1 1-1,0 0 1,6 25-1,-10-31 9,0-1 1,12 20 0,4 14 14,-20-46 67,1-5-85,7-1-12,-7 2 0,1 0-1,-1 0 1,0-1 0,0 1-1,0-1 1,0 0 0,0 0-1,0 0 1,0 0-1,0 0 1,-1 0 0,1-1-1,-1 1 1,1-1 0,-1 0-1,0 0 1,2-4 0,99-202 37,-7 13 102,-93 189-139,61-102 557,-56 97-365,1 0 1,0 1-1,1 0 1,0 0 0,1 1-1,13-10 1,-21 18-111,0 0 0,1 0 0,-1 1 0,1-1 1,-1 1-1,1 0 0,0 0 0,0 0 0,0 1 1,-1-1-1,1 1 0,0 0 0,0 0 0,0 0 1,0 1-1,5 0 0,-1 1 24,-1 0 1,1 0-1,-1 1 0,0 0 1,0 0-1,11 7 0,6 9 119,-1 0-1,-1 2 0,0 0 0,-2 1 1,36 50-1,-27-33-8,40 40-1,-60-70-205,0-1 0,1 0 0,0-1 0,0 0 0,0-1 0,1 0 0,0-1 0,0 0 0,1 0 0,-1-1 1,1-1-1,0 0 0,0 0 0,0-2 0,0 1 0,1-1 0,-1-1 0,0 0 0,0-1 0,0-1 0,1 1 0,-1-2 0,-1 0 0,1 0 0,17-8 0,-10 3-42,0-1 0,-1-1 0,0 0 0,-1-1 0,0-1 0,-1-1-1,0 0 1,-1-1 0,-1-1 0,0 0 0,-1-1 0,0 0 0,-1-1 0,14-28 0,-13 13-50,0-2 0,-2 1 0,-2-1 1,-1-1-1,-2 0 0,-1 0 0,-1 0 0,-3 0 1,0 0-1,-2-1 0,-9-47 0,5 41-24,3 22 6,-1 0 1,0 0-1,-1 0 0,-2 1 1,0-1-1,-10-21 1,15 39 86,0 0 0,-1 0 0,1 0 0,-1 0 0,0 0 0,1 0 0,-1 0 0,0 1 0,0-1 0,0 1 0,0-1 0,0 1 0,-1 0 0,1 0 0,0 0 0,-1 0 0,1 0 0,0 1 0,-1-1 0,1 1 0,-1-1 0,1 1 0,-1 0 0,1 0 0,-1 0 0,1 0 0,-1 0 0,1 1 0,-1-1 0,1 1 0,-3 1 0,-3 1-49,0-1 0,0 2 1,1-1-1,-1 1 0,1 1 0,0-1 1,-10 9-1,-1 4-262,1 1 1,1 1-1,0 0 0,1 1 1,-21 39-1,10-8-741,-28 72 1,51-114 925,-1 0 1,1 0-1,1 1 1,-1-1-1,2 1 1,-1-1 0,1 1-1,1 0 1,0-1-1,1 17 1,0-25 121,-1 1 1,0-1-1,1 1 1,0 0-1,-1-1 1,1 1-1,0-1 1,-1 1-1,1-1 1,0 0-1,0 1 1,0-1-1,0 0 1,0 0-1,1 0 1,-1 0-1,0 0 1,1 0-1,-1 0 0,0 0 1,1 0-1,-1 0 1,1-1-1,-1 1 1,1-1-1,0 1 1,-1-1-1,1 0 1,-1 1-1,1-1 1,0 0-1,-1 0 1,4 0-1,6-1 29,0 0 0,1 0 0,20-7 0,-18 5 63,460-118 2264,-451 113-2575,-1 0 0,-1-1 0,0-2 0,0 0-1,-1-1 1,32-25 0,-39 27-121,0-2 1,-1 0 0,-1 0-1,0-1 1,-1 0 0,0-1-1,-1 0 1,0-1-1,-1 0 1,7-19 0,7-37-303,24-128 1,-30 118 968,0-4 452,-4 0 0,-3-1 1,-4-1-1,-4 1 1,-14-128-1,11 198-412,0 0 0,-1 0 1,-1 0-1,-11-29 0,14 42 1174,2 10-814,7 54-17,-1-13-429,1 7-87,2-1 0,18 57-1,-3-33-1924,54 120-1,-57-154-1944,2-2 0,30 42-1,-12-31-5813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0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40 806 12865,'-12'0'-25,"-13"-2"3387,23 1-1512,15-2-899,29-5-281,-2-1-1,65-25 1,-41 12-1045,45-14-1045,198-98-1,-233 94 1244,-1-4 0,-3-2 0,87-76 0,-52 22 541,-89 82-10,0 0 1,-2-1-1,24-40 0,-35 54-204,-1-1 0,1 0 0,-1-1 0,-1 1-1,2-10 1,1 1 247,-5 13-326,1 0 1,0 1 0,0-1 0,-1 1 0,1-1 0,-1 1 0,0-1 0,1 1 0,-1-1 0,0 1-1,0 0 1,0-1 0,0 1 0,0 0 0,0 0 0,0 0 0,0 0 0,0 0 0,-3-2 0,2 3-20,0-1 0,0 1 0,1 0 1,-1 0-1,0 0 0,0 0 1,0 1-1,1-1 0,-1 0 0,0 1 1,0-1-1,1 1 0,-1 0 0,0 0 1,1-1-1,-1 1 0,1 0 1,-2 1-1,-30 25 862,27-21-662,-10 9 140,1 1-1,0 0 1,2 1-1,-1 1 0,2 0 1,-14 29-1,18-32-288,2 0-1,0 0 1,0 1-1,2 0 1,0 0-1,0 0 1,2 0-1,0 1 1,1 21-1,1-31-201,0 0-1,1-1 0,0 1 1,1-1-1,0 1 0,0-1 1,0 1-1,0-1 1,1 0-1,0 0 0,1 0 1,-1 0-1,6 5 0,-3-4-175,1 0 0,0 0-1,0-1 1,0 0 0,1-1-1,0 1 1,0-2 0,13 7-1,5-1-1596,0-2-1,0 0 1,1-2-1,0 0 1,43 2-1,18-2-7562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0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58 9645,'-45'-38'2846,"33"19"7233,12 22-8106,2 14-1177,0-1-1,1 0 1,0 1 0,2-2-1,0 1 1,8 18 0,8 25 389,126 411 284,-137-437-1469,49 144-326,-43-140-143,1 0-1,2-2 0,24 35 0,-31-52-166,7 10-980,1 0 1,1-1-1,2-1 0,33 29 0,-5-12-5513,5-6-4605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1.4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1797 13765,'28'-17'2089,"0"0"0,26-23 0,29-20-820,255-164-349,-104 66-1018,-37 18 108,8-6 128,-92 75 62,-109 69-188,0 0 0,0 0-1,0 0 1,0 1-1,0 0 1,1 0 0,-1 0-1,1 0 1,-1 1-1,0 0 1,1 0-1,-1 0 1,1 0 0,-1 1-1,1 0 1,-1-1-1,0 2 1,1-1 0,-1 0-1,0 1 1,0 0-1,0 0 1,0 0-1,0 1 1,-1-1 0,1 1-1,-1 0 1,1 0-1,-1 0 1,0 0 0,0 0-1,-1 1 1,1 0-1,-1-1 1,1 1 0,2 6-1,30 79-20,-8-20-975,-27-68 953,1 0 0,0-1 0,0 1 0,0 0 0,0-1 0,0 1 0,0 0 0,0-1 0,0 0-1,1 1 1,-1-1 0,0 0 0,0 1 0,0-1 0,0 0 0,1 0 0,-1 0 0,2 0 0,-1 0-49,2 0 37,-1 1 1,1-1 0,0-1-1,-1 1 1,1 0 0,0-1 0,-1 0-1,1 0 1,-1 0 0,1 0-1,-1-1 1,0 1 0,1-1 0,-1 0-1,0 0 1,5-4 0,6-6-80,0 0 0,14-16 0,-14 12 99,36-37 115,-36 36 71,0 0 0,2 2 1,0-1-1,0 2 0,2 1 1,-1 0-1,2 1 0,26-14 1,36-7 193,93-43 1,-151 64-331,-1-1-1,0-1 0,-1-1 1,-1 0-1,24-23 0,-40 34-19,0-1-1,0 1 1,0-1 0,-1 1 0,1-1-1,-1 0 1,0 0 0,0-1-1,-1 1 1,0-1 0,0 1 0,0-1-1,0 0 1,-1 0 0,0 1-1,-1-1 1,1 0 0,-1 0-1,0 0 1,0 0 0,-1 0 0,0 0-1,0 0 1,0 0 0,-1 1-1,1-1 1,-1 0 0,-1 1 0,1 0-1,-1-1 1,0 1 0,-5-6-1,-53-59 62,44 52-308,1 0 0,0-1 0,-20-34 0,29 41-406,1 1 0,0 0 0,1-1 0,1 0 0,0 0 1,0-1-1,2 1 0,-1-1 0,0-14 0,2 14-1,-1-6-1363,2-1 0,1-27 0,8 5-3763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1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84 220 8049,'24'223'10449,"-20"-195"-9345,-2-11-706,1-1-1,1 1 1,1 0 0,0-1 0,1 0 0,1 0 0,0 0-1,1-1 1,1 0 0,0-1 0,1 0 0,1 0 0,0-1-1,1 0 1,0-1 0,25 18 0,-21-19-323,0 0 0,1-2 1,0 0-1,1-1 0,0 0 0,0-2 0,0 0 0,1-1 1,0-1-1,0-1 0,0 0 0,0-2 0,1 0 0,34-3 1,-24-1-238,0-1 1,0-2-1,-1-1 1,49-17 0,-66 19 117,0-1 0,-1 1 0,0-2 0,0 1 1,0-2-1,-1 1 0,0-2 0,0 1 0,-1-1 1,0-1-1,-1 1 0,0-2 0,11-17 0,-12 16 51,0-1-1,-1 0 0,0 0 0,-1 0 0,-1-1 0,0 1 1,-1-1-1,0 0 0,-1 0 0,-1 0 0,0-1 1,-1 1-1,-1 0 0,0 0 0,0 0 0,-2 0 0,0 0 1,-5-14-1,0 1-1,-1 1 0,-2 0 0,-1 1 0,0 0 0,-2 1 1,-1 1-1,-1 0 0,-25-28 0,29 38-7,-1 1 1,0 1-1,0 0 0,-1 1 1,-1 0-1,0 1 1,0 1-1,0 0 0,-1 1 1,0 1-1,-1 1 1,0 0-1,1 1 0,-30-4 1,25 7-182,0 1 1,0 0-1,0 2 1,0 1-1,0 0 0,1 1 1,-1 1-1,1 2 1,-29 12-1,14-3-1147,2 1-1,0 2 1,1 1 0,-42 35-1,56-39-1528,-28 30 0,-12 25-6173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2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98 15245,'-7'-8'562,"-23"-27"2280,28 32-2520,1 1 0,0-1-1,-1 1 1,1-1-1,0 1 1,1-1 0,-1 0-1,0 1 1,1-1-1,0 0 1,0 0-1,-1 1 1,2-1 0,-1 0-1,1-3 1,-1 6-165,0-1 1,0 1-1,0 0 1,0-1-1,0 1 1,0 0-1,0-1 1,0 1-1,0 0 1,0-1-1,0 1 1,1 0-1,-1-1 1,0 1-1,0 0 1,0 0-1,1-1 1,-1 1 0,0 0-1,0 0 1,1-1-1,-1 1 1,0 0-1,0 0 1,1 0-1,-1-1 1,0 1-1,1 0 1,-1 0-1,0 0 1,1 0-1,-1 0 1,0 0-1,1 0 1,-1 0-1,0 0 1,1 0-1,-1 0 1,0 0-1,1 0 1,-1 0-1,0 0 1,1 0-1,-1 0 1,1 0-1,18 14 1538,15 26-1745,13 33 82,-4 2 0,63 156 1,12 21-179,-13-70-4496,-33-63-6492,-66-108 9520,22 36-10648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2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1516 14053,'-3'-13'1966,"2"11"-317,6 0-377,89-42-413,-2-4 0,90-63 0,2-1-1327,38-22 562,213-169 0,-435 302-81,0 1-1,0 0 1,1-1 0,-1 1 0,0 0 0,0-1 0,1 1 0,-1 0 0,0 0 0,1-1 0,-1 1 0,1 0 0,-1 0-1,0 0 1,1-1 0,-1 1 0,1 0 0,-1 0 0,0 0 0,1 0 0,-1 0 0,1 0 0,-1 0 0,1 0 0,-1 0-1,0 0 1,1 0 0,-1 0 0,1 0 0,-1 0 0,1 1 0,-1-1 0,0 0 0,1 0 0,0 16 85,-12 23-88,2-17-131,-1-1 1,-20 31 0,-5 10-537,-35 113-3836,70-172 4390,0-1 0,0 1 1,0-1-1,0 1 0,0-1 0,0 1 0,0-1 0,1 1 1,-1-1-1,1 0 0,0 1 0,0-1 0,0 0 0,0 1 1,2 1-1,-2-3 95,0-1-1,1 1 1,-1-1 0,0 1 0,1-1 0,-1 0 0,0 0 0,1 0 0,-1 0-1,0 0 1,1 0 0,-1 0 0,1 0 0,-1 0 0,0-1 0,1 1 0,-1 0-1,0-1 1,3-1 0,29-14 287,-32 15-259,37-20 821,-1-1 0,66-54 0,-49 28 3,132-129-324,-160 148-672,-1-1 0,-1-1 0,-2-2 1,31-58-1,-37 57 308,0 0 0,-3 0 0,0-2 0,-3 0 0,11-63 0,-13 41 309,1-13 982,1-77-1,-5 111-439,-5 37-972,0 0 0,0-1 0,0 1 1,1-1-1,-1 1 0,0-1 0,0 1 0,1 0 0,-1-1 0,0 1 0,0 0 0,1-1 0,-1 1 1,0 0-1,1-1 0,-1 1 0,1 0 0,-1 0 0,0-1 0,1 1 0,-1 0 0,1 0 0,-1 0 1,0-1-1,1 1 0,0 0 13,0 1 1,0-1 0,0 0-1,0 1 1,0-1 0,0 1-1,0-1 1,0 1 0,0-1 0,-1 1-1,1-1 1,0 1 0,-1 0-1,1 0 1,0-1 0,-1 1-1,2 1 1,10 17 364,0 1-1,-2 1 1,0 0 0,-1 0-1,-1 0 1,8 38 0,3 1 33,84 214 919,-79-215-1199,-11-26-67,2-1 0,20 34 0,-29-56-78,1-1 0,0 1-1,0-1 1,0 0-1,2-1 1,-1 0-1,1 0 1,0 0 0,0-2-1,11 7 1,-16-11-30,0-1-1,0 0 1,0 0 0,0 0 0,0 0-1,1-1 1,-1 1 0,0-1 0,0 0 0,0-1-1,0 1 1,1-1 0,-1 0 0,0 0-1,0 0 1,0 0 0,4-3 0,-8 4 9,3-1-12,0-2 0,0 1 1,0 0-1,0 0 0,0-1 1,-1 0-1,1 1 0,-1-1 0,0 0 1,0 0-1,0-1 0,0 1 1,0 0-1,-1-1 0,0 1 1,1-1-1,0-4 0,1-1-25,0 0-6,-1 0 1,-1 0-1,1 0 0,-1 0 0,-1 0 0,0 0 0,0 0 0,-1 0 0,0-1 0,0 1 0,-1 0 0,0 0 0,-1 1 0,0-1 0,0 0 0,-8-13 0,6 14-80,1 0 1,-2 1-1,1-1 0,-1 1 0,0 1 0,0-1 0,0 1 0,-1 0 0,0 0 1,0 1-1,-1 0 0,0 0 0,0 1 0,0 0 0,0 1 0,0-1 0,-1 1 0,0 1 1,-13-3-1,3 2-900,0 1-1,-1 0 1,-19 2 0,-51 7-9249,61-1 837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2.9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 1 14737,'-56'24'3169,"45"18"-573,18 3-384,-3-6-332,-1 4-388,4-1-336,-1 0-223,-2 6-193,2-2-184,4-1-288,-3 0-432,10-3-788,43 55-3933,-33-73 2281,-14-12-436,4 0-2349,17 6-4332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3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225 569 7397,'39'-54'1798,"-36"49"-1520,0 0 1,1 0 0,-2-1-1,1 0 1,-1 1-1,0-1 1,0 0-1,0 0 1,-1-1 0,0 1-1,0 0 1,-1-11-1,2-6 312,4-12 387,-3-1-1,0 0 1,-4-53-1,0 77-767,-1-1 0,0 1 0,-1-1 0,0 1 0,-1 0 0,0 0 0,-1 0 0,0 1 0,-1 0 0,0 0-1,-1 0 1,0 0 0,-9-9 0,14 17-152,0 1-1,0 0 1,-1 0-1,1 0 0,0 0 1,-1 1-1,1-1 1,-1 1-1,0-1 1,1 1-1,-1 0 1,0 0-1,0 0 1,0 0-1,0 0 1,0 1-1,0 0 1,0-1-1,0 1 0,0 0 1,0 0-1,0 1 1,0-1-1,0 1 1,0-1-1,1 1 1,-1 0-1,0 0 1,0 0-1,0 1 1,-2 1-1,-3 1 12,0 1 1,0 0-1,0 0 0,1 1 1,0 0-1,0 1 0,0-1 1,1 1-1,0 0 0,1 1 0,-1 0 1,1 0-1,1 0 0,-1 0 1,2 1-1,-5 12 0,0 2 11,1 1 1,2-1-1,0 1 0,1 0 0,0 29 0,4-40-55,0-1 1,1 1-1,0-1 0,1 1 1,0-1-1,7 21 0,-7-28-55,0 1-1,0-1 1,1 0-1,-1 0 1,1 0-1,1 0 1,-1 0-1,1-1 1,0 1-1,0-1 1,0 0-1,0 0 1,1-1-1,0 1 1,-1-1-1,11 4 1,-12-5-12,0-1-1,1 0 1,-1 0 0,1 0 0,0 0 0,-1-1 0,1 0-1,0 1 1,-1-1 0,1-1 0,0 1 0,-1 0 0,1-1-1,6-2 1,-3 1-7,0-1 0,0 0 0,-1 0 0,1-1 0,-1 0 0,0 0 0,6-6 0,1-2-37,0-1 1,0-1-1,-1 0 0,-1 0 0,12-21 1,29-59 74,-30 50 302,52-75 0,-66 109-147,1-1-1,-1 1 0,2 0 0,0 1 0,0 0 0,0 0 0,1 1 0,1 1 1,-1 0-1,1 0 0,17-6 0,-24 11-47,0 1-1,0-1 1,0 1 0,0 0 0,0 1-1,0-1 1,0 1 0,0 0 0,0 0 0,0 0-1,0 1 1,0 0 0,0 0 0,-1 0-1,1 0 1,0 1 0,0 0 0,-1 0-1,1 0 1,-1 1 0,0 0 0,1-1-1,-1 1 1,7 7 0,-5-3-63,0 0 1,0 0-1,-1 1 1,0 0-1,0 0 1,-1 0-1,0 0 1,0 1-1,-1 0 0,0-1 1,0 1-1,1 13 1,8 81-2216,-7 0-5630,-6-80 2414,-2-2-3034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3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105 193 8141,'-10'-42'2288,"16"27"-468,-19-9 52,3 6-308,0 0-307,3-1-257,-3 7-232,0 0-576,0 0-1444,-3 0-517,-4 3-11128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4.8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7 218 4232,'-1'-3'1122,"0"0"-971,0 0 0,0 0 0,0 0 0,0 0 0,1 0 0,-1 0 0,1 0-1,0 0 1,0 0 0,0 0 0,1-1 0,-1 1 0,1 0 0,0 0 0,0 0-1,0 0 1,2-4 0,1-8 162,-1 5 37,0 1 0,0 0 0,0-1 0,1 1 0,10-15 1,-12 19-56,0 0 1,0 0 0,0 0 0,-1 0 0,0 0-1,0 0 1,0 0 0,0-8 0,1-1-186,-2 12 2077,4 3-2104,-1 0 1,0 1-1,0-1 1,1 1-1,-1 0 1,0 0-1,0 0 0,3 3 1,2 1 117,22 17 386,-2 2 1,-1 0-1,29 35 1,16 15 200,264 215 990,-261-235-1560,3-4 0,149 74 0,-86-60-385,3-7 0,262 69-1,-292-94-1604,-45-4-4461,-83-21-4241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5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1052 5260,'0'0'2389,"2"1"-1379,19 7-239,-1-2 0,1 0 0,33 4 0,-3-6-602,1-2 0,0-3 0,82-11 0,-90 7-348,61-8-1132,170-42 0,-202 33 652,-1-4 0,-1-2 0,76-43 0,-103 46 551,-2-2 0,0-2-1,-2-1 1,-2-2 0,63-67 0,-87 82 246,0 0 0,-1-1 1,-1-1-1,-1 0 0,-1-1 1,0 0-1,-2 0 0,0-1 1,-1 0-1,-1 0 0,-1-1 1,2-25-1,-5 28 192,-1-1-1,-1 1 1,-1 0 0,-1 0-1,0-1 1,-1 1 0,-1 1 0,-1-1-1,-1 1 1,-1-1 0,0 2-1,-1-1 1,-1 1 0,-12-18 0,19 31-178,0 1 1,-1 0 0,1 0 0,-1 0 0,1 0 0,-1 0 0,0 1 0,-6-5 0,7 7-76,0-1-1,0 0 1,0 1 0,0-1 0,0 1-1,0-1 1,0 1 0,0 0-1,0 0 1,-1 0 0,1 0 0,0 0-1,0 1 1,0-1 0,0 1 0,0-1-1,-4 3 1,-2 0 21,1 1 0,0 0 0,0 1 0,0-1 0,0 1 0,1 1 1,0-1-1,0 1 0,0 0 0,1 1 0,0-1 0,0 1 0,0 0 0,1 0 0,0 1 0,1-1 0,0 1 0,0 0 0,-2 9 0,-3 10 48,2 0-1,1 1 0,1-1 0,0 45 1,6 18-1666,17 111 1,-14-157 203,8 44-3037,6 4-2477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5.9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1324 11873,'-58'38'2773,"-68"34"-1,76-51 409,47-19-1700,3-4-1427,0-1 0,1 1 0,-1 0 0,1 0 0,0 0 0,-1 0 0,1 0 1,0 0-1,0 0 0,1 0 0,0-2 0,4-6 44,4-6-18,0 1 0,2 0-1,-1 0 1,2 1 0,22-19-1,83-63 206,-76 64-177,-30 23-91,327-240 172,661-419-512,-758 478-1440,-172 131-730,-64 55 2008,2-1-718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6.1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8665,'1'7'733,"0"0"1,0 0 0,0 1 0,1-1-1,3 10 1,5 25 2488,-7-26-2771,1 0 0,0-1 0,1 0 0,0 0 0,2-1 0,-1 1-1,2-1 1,15 21 0,-11-14-101,1 1-143,17 25 198,-3 2 0,37 92 0,-23-27-650,24 72-540,-42-90-2777,-11 2-3997,-9-67 575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6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1 280 9017,'3'3'126,"2"1"218,0 1 0,0-1 0,-1 1 0,0 1-1,1-1 1,-2 0 0,1 1 0,-1 0 0,0 0 0,0 0-1,4 12 1,19 39 2175,-4-11-1681,-3 3-201,2-1 1,39 65-1,-58-109-622,1 0 1,-1 0 0,1 0 0,0-1-1,0 1 1,0-1 0,0 0 0,1 0-1,-1 0 1,1 0 0,0 0 0,0-1-1,0 0 1,0 0 0,0 0-1,1 0 1,-1-1 0,0 1 0,7 0-1,-3-2-7,-1 1-1,1-2 1,0 1-1,-1-1 1,1 0-1,-1-1 1,1 1-1,-1-1 0,0-1 1,8-3-1,3-2-56,0-1-1,-1-1 0,0-1 0,-1 0 1,0-1-1,-1-1 0,0 0 1,21-25-1,-17 15-57,-2 0 1,0-2 0,-2 0-1,24-53 1,-36 73 97,-1 0 1,-1 0-1,1-1 1,-1 1-1,0-1 1,0 0-1,0 1 1,-1-1-1,0 0 1,0 1-1,0-1 1,-1 0-1,0 1 1,0-1-1,0 1 0,-1-1 1,-2-4-1,2 6 11,0 0 0,0 0 0,0 0 0,-1 1 0,1-1 0,-1 1 0,0 0 0,0 0 0,0 0 0,-1 0 0,1 0 0,-1 1 0,1 0 0,-1-1 0,0 1 0,0 1 0,0-1 0,0 0-1,0 1 1,0 0 0,-5-1 0,-3 1 18,0 1 0,0-1 0,0 2-1,0 0 1,0 1 0,0 0 0,0 0 0,1 1-1,-21 9 1,14-6 30,-1-1 1,-20 4-1,35-8 71,13-19-106,6-6-18,1 1 0,1 0 0,37-37 0,-10 12 186,-32 34 62,0 0-1,1 1 1,22-17 0,-31 28-160,0-1 0,0 0 0,0 1 0,0 0 0,0-1 1,0 2-1,0-1 0,1 0 0,-1 1 0,1 0 0,-1 0 0,1 0 0,0 1 0,-1-1 0,1 1 0,0 0 0,-1 1 0,1-1 1,9 3-1,-6 0-4,0 1 0,0 0 0,-1 0 0,1 1 0,-1 0 1,0 0-1,0 1 0,0 0 0,-1 0 0,0 0 1,11 15-1,2 7-273,28 56 1,-34-58-362,13 27-1442,-5-7-1272,-5-18-1791,-5-11-2857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6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42 7909,'-23'-30'1880,"16"18"3144,24 27-11636,13 12 1395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7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1 542 6785,'1'0'236,"-1"0"1,1 1 0,0-1 0,0 0-1,0 0 1,0 0 0,0 0 0,0 1 0,0-1-1,-1 0 1,1-1 0,0 1 0,0 0-1,0 0 1,0 0 0,0 0 0,0-1-1,-1 1 1,1 0 0,0-1 0,0 1 0,0-1-1,1 0 1,9-20 6297,-4 5-7191,9-18 1647,-7 14-599,0 1 1,1 0 0,1 0 0,1 1 0,0 0 0,28-29 0,-39 47-376,0-1 0,0 1 1,0 0-1,1-1 0,-1 1 1,0 0-1,0 0 0,0 0 1,1 0-1,-1 0 0,0 1 1,0-1-1,0 0 0,0 0 1,1 1-1,-1-1 0,2 1 1,0 0 23,2 2-18,1 0 0,0 0 1,-1 1-1,0-1 0,0 1 1,0 1-1,0-1 0,0 0 0,-1 1 1,0 0-1,0 0 0,0 0 1,3 9-1,12 11 34,24 30 33,29 32-2,-64-78-86,1-1-1,-1 1 1,2-2-1,-1 1 1,1-1-1,0-1 1,16 8-1,-23-12-6,1 0-1,0-1 0,0 0 1,0 0-1,0 0 0,0 0 1,0 0-1,0-1 0,1 0 1,-1 0-1,0 0 0,0-1 0,0 1 1,0-1-1,0 0 0,0 0 1,0 0-1,0 0 0,0-1 1,0 0-1,-1 0 0,1 0 0,-1 0 1,4-3-1,8-8 0,-1 0 0,-1-1 0,0-1 1,-1 0-1,-1-1 0,0 0 0,-2-1 0,1 0 0,12-35 0,-2-5-36,23-109-1,-15 28-1683,-26 133 1049,0 1 0,0-1 1,0 1-1,1-1 0,0 1 1,0 0-1,0 0 1,0 1-1,1-1 0,6-4 1,-10 7 509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7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1 508 6749,'2'-2'474,"0"-1"1,0 0 0,0 0-1,0-1 1,0 1 0,-1 0-1,0-1 1,1 1 0,-1-1-1,0 1 1,-1-1 0,1 1-1,-1-1 1,1-7 7319,-1 17-7388,4 18-208,1 0 0,1 0-1,1 0 1,1 0 0,1-1 0,12 22 0,-5-14-112,1-2 0,2 0 0,0-1 0,24 25 0,-29-38-82,1 0 0,1-2 0,-1 0-1,2 0 1,0-2 0,0 0 0,25 11-1,-38-20-6,-1-1 0,0 0-1,1 1 1,-1-1 0,1 0-1,-1-1 1,1 1 0,0-1-1,-1 0 1,1 1 0,0-1-1,-1-1 1,1 1 0,-1-1-1,1 1 1,0-1 0,-1 0-1,1 0 1,-1-1 0,0 1-1,1-1 1,-1 1 0,0-1-1,0 0 1,0-1 0,0 1-1,0 0 1,-1-1 0,1 1-1,-1-1 1,0 0 0,1 0-1,1-4 1,6-8-1,-1-1 0,0-1-1,-1 1 1,-1-1 0,6-24 0,1-14 7,-3 0 0,-3-1 1,-2 0-1,-1-58 0,8-67 213,-11 166-168,29-181 1572,-31 193-1487,1-1 0,0 1 0,0 0 0,1 0 0,-1-1 0,1 1 0,-1 0 0,1 0 0,4-4 0,-5 6-86,-1 0-1,1 0 1,0 0-1,0 1 0,0-1 1,0 1-1,0-1 1,0 0-1,0 1 0,0 0 1,0-1-1,0 1 1,0 0-1,0-1 0,1 1 1,-1 0-1,0 0 1,0 0-1,0 0 0,2 0 1,2 2 53,1 0 0,-1 0 0,1 1 1,-1 0-1,0 0 0,0 0 0,0 0 0,-1 1 1,7 5-1,13 15 174,0 0 0,-2 1 0,0 2 0,19 32 0,-11-17-55,55 70-50,127 127 0,-191-218-764,1-1 0,1 0 1,1-2-1,41 25 0,-55-37 55,1 0 0,0-1 0,1 0 0,-1-1 0,1 0 1,0-1-1,0 0 0,0-1 0,0 0 0,0-1 1,1 0-1,-1-1 0,24-3 0,-28 1-674,1-1 1,-1 0-1,-1 0 0,1-1 0,0 0 0,12-9 0,11-10-7208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8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37 10917,'-5'-11'892,"4"9"-508,0 0 0,0 0 0,0 0-1,0 0 1,0 0 0,1 0 0,-1 0 0,1 0 0,-1-1 0,1-1-1,-7 15 3489,2-2-3064,4-3-430,0 0 0,1 0-1,0 0 1,0 0 0,0 0-1,1 0 1,0 0 0,0 0-1,0 0 1,1 0 0,0 0-1,4 9 1,4 15 775,48 225 3340,-10-33-3052,-29-149-1431,-4-7-744,3-1 0,46 109 0,-53-152-248,1-1 0,1 0-1,19 24 1,14 1-3230,-39-40 2528,1 0 1,0-1-1,1 0 0,12 6 1,18 2-9290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0 465 9101,'10'-20'899,"1"0"1,1 1-1,1 0 1,0 1-1,2 0 1,0 1-1,28-24 1,-26 27-474,2 0 0,0 1 0,0 1 0,2 1 1,-1 1-1,41-14 0,-55 23-339,-1 0 1,1 0 0,0 1 0,0-1-1,-1 1 1,1 0 0,0 1-1,0 0 1,-1-1 0,1 2 0,0-1-1,-1 1 1,8 3 0,-3 0 26,0 0 0,0 0 1,-1 1-1,0 1 1,13 11-1,-7-1 7,0 1 0,-1 0-1,0 1 1,-2 0 0,0 1 0,-1 0 0,12 34-1,-9-21-111,39 62 0,-52-93-23,0 0 1,0-1-1,0 1 0,0 0 0,1-1 1,-1 1-1,1-1 0,-1 1 0,1-1 1,-1 0-1,1 0 0,0 0 1,-1 0-1,1 0 0,0 0 0,0 0 1,0 0-1,0-1 0,0 1 1,0-1-1,0 1 0,0-1 0,0 0 1,0 0-1,0 0 0,0 0 0,0 0 1,0-1-1,0 1 0,0 0 1,0-1-1,0 0 0,0 1 0,0-1 1,0 0-1,-1 0 0,1 0 0,0 0 1,-1 0-1,1 0 0,0-1 1,1-1-1,6-6-19,0 0 1,-1 0-1,0 0 1,0-1-1,10-19 1,5-12 39,-8 14 44,34-45 0,4 7-144,105-97 1,-156 160 85,1 0 0,0-1 1,-1 1-1,0-1 0,1 1 1,-1-1-1,0 0 1,-1 0-1,1 0 0,0 0 1,-1 0-1,1-1 0,-1 1 1,0 0-1,0-1 0,-1 1 1,1 0-1,-1-1 0,1 1 1,-1-1-1,0 1 1,-1-6-1,1 8 7,0 0-1,0 0 1,0 0 0,0 1 0,0-1-1,0 0 1,0 0 0,0 0-1,0 0 1,0 1 0,0-1 0,-1 0-1,1 0 1,0 0 0,-1 1-1,1-1 1,0 0 0,-1 0 0,1 1-1,-1-1 1,1 0 0,-1 1-1,1-1 1,-1 1 0,0-1 0,1 1-1,-1-1 1,0 1 0,0-1 0,1 1-1,-1 0 1,0-1 0,0 1-1,1 0 1,-1-1 0,0 1 0,0 0-1,-1 0 1,0 0-1,-50-12-1256,50 11 28,-15-17-5463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9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265 111 10309,'-5'18'649,"2"-12"-257,1 1-1,0 0 1,0 0-1,1 0 0,0 0 1,0 0-1,1 0 1,-1 0-1,3 13 1,13 73 5014,-11-57-3921,2 0 0,1 0 0,23 64 0,-26-91-1425,0 0 1,1 1-1,0-2 1,0 1-1,1-1 0,0 0 1,1 0-1,0 0 1,0-1-1,0 0 0,1 0 1,0-1-1,0 0 1,1-1-1,0 0 0,0 0 1,0 0-1,13 3 1,-15-6-129,0-1 0,0 1 1,1-2-1,-1 1 0,0-1 1,0 0-1,1 0 0,-1-1 1,0 0-1,0 0 0,1-1 1,-1 0-1,0 0 0,-1-1 1,1 0-1,0 0 0,-1 0 1,0-1-1,0 0 0,8-7 1,-8 6 31,-1-1-1,0 1 1,-1-1 0,0-1 0,0 1 0,0-1-1,-1 1 1,1-1 0,-2 0 0,1 0 0,-1 0-1,0-1 1,0 1 0,0-10 0,-1 0 1,0-1 1,-1 1 0,0 0-1,-2-1 1,-3-17-1,-1 8-2,0 1-1,-2 1 0,-1-1 0,-1 1 1,-22-38-1,23 46 15,-1 2 1,-1-1-1,0 1 0,-1 1 1,-1 0-1,0 1 1,-1 1-1,-30-22 0,33 27-21,1 2-1,-1-1 1,0 1-1,0 1 1,0 0-1,-1 1 1,0 0-1,1 1 1,-1 0-1,0 1 1,0 0-1,-16 1 1,13 1-353,-1 1 1,1 1-1,-1 1 1,1 0 0,0 0-1,0 2 1,1 0-1,-28 16 1,27-13-923,0 1 0,-22 18-1,31-23 341,1 1-1,-1 0 1,1 0 0,1 0-1,-5 7 1,-10 26-6823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09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18 13481,'-48'-15'3266,"39"12"-448,18 17 822,-4-7-2965,9 19 509,-1 1 1,-1 0-1,-1 1 1,9 40-1,-1-6-421,2 2-180,101 277-671,-50-175-3763,14-8-3946,-62-118 1536,-3-1-3906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10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1046 10913,'0'-6'484,"1"0"0,-1 0-1,2 0 1,-1 0 0,1 0 0,-1 0-1,2 0 1,-1 1 0,0-1 0,1 1 0,0-1-1,1 1 1,-1 0 0,1 1 0,0-1-1,7-6 1,7-5-77,0 1 0,41-25 0,-23 17-104,126-73-690,3-3-278,-56 23 224,-106 74 599,-9 9-156,1 1 1,0 1-1,0-1 0,1 1 1,0 0-1,0 0 0,-3 12 1,1-3-28,-5 18-991,-12 65 0,23-98 788,6-4 180,1 1-1,0-1 0,-1-1 1,1 1-1,-1-1 0,0 0 1,1 0-1,-1-1 1,0 0-1,10-6 0,4-6 119,30-25 0,-19 14 7,7-9-88,-2-2 0,-1-2 0,53-76-1,-69 89-77,38-60-47,81-164 0,-96 168 961,-19 48 665,-23 33-1462,0 1-1,0 0 0,1-1 0,-1 1 1,0 0-1,1-1 0,-1 1 0,1 0 1,-1-1-1,1 1 0,-1 0 0,0 0 1,1 0-1,-1-1 0,1 1 0,-1 0 1,1 0-1,-1 0 0,1 0 0,-1 0 1,1 0-1,-1 0 0,1 0 0,-1 0 1,1 0-1,-1 0 0,1 0 0,-1 0 1,1 0-1,-1 1 0,1-1 0,-1 0 1,0 0-1,1 0 0,-1 1 0,1-1 1,-1 0-1,1 1 0,-1-1 0,0 0 1,1 1-1,-1-1 0,0 1 0,0-1 1,1 0-1,-1 1 0,0-1 0,0 1 1,1-1-1,-1 1 0,0-1 0,0 1 0,0-1 1,0 1-1,0 0 0,6 19 484,0 1 1,-2 0-1,-1 0 0,-1 0 0,0 0 1,-2 0-1,-2 29 0,1 32 640,5-13-724,3 0 1,2 0 0,4 0 0,3-1 0,2-1 0,4-1-1,2-1 1,34 63 0,-49-109-378,2-1 0,0-1 0,0 0 0,2-1 0,0 0 0,1-1 0,28 24 0,-37-35-52,0 0 0,1 0 1,-1-1-1,1 0 1,0 0-1,0 0 0,0-1 1,0 0-1,1 0 1,-1 0-1,0-1 0,1 0 1,-1 0-1,1-1 1,0 1-1,-1-2 0,1 1 1,-1-1-1,1 0 1,-1 0-1,1 0 0,-1-1 1,0 0-1,0-1 1,0 1-1,0-1 0,10-7 1,-7 4-9,-1-1 1,0-1 0,0 1 0,-1-1 0,1-1-1,-2 1 1,1-1 0,-2 0 0,1-1-1,-1 1 1,0-1 0,-1 0 0,0 0 0,-1-1-1,0 1 1,1-13 0,0 5-6,-1-1 0,-1 0 0,-1 0 0,-1 0 0,-1 0 0,0 0 0,-1 0 0,-7-25 0,7 35 16,-1 0 1,0 1 0,-1 0-1,1-1 1,-2 1 0,1 0-1,-1 1 1,-1-1 0,1 1-1,-1 0 1,0 0 0,-1 1-1,1 0 1,-2 0 0,1 0-1,0 1 1,-16-8 0,12 8-90,-1 1 0,1 0 0,-1 0 0,0 1 0,0 1 0,0 0 0,0 1 0,-1 0 0,1 0 0,0 2 0,0-1 0,-22 5 0,14-1-1491,0 1 0,-32 13 1,45-15-402,-1 0 0,1 1 0,0 0 0,0 1 1,-10 7-1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10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18 13157,'-8'10'535,"5"-7"-246,0 1 0,0 0 0,1 0 0,-1 0 0,1 0 0,0 0 0,0 0 1,0 1-1,1-1 0,-1 1 0,1-1 0,0 1 0,0-1 0,0 7 0,1 6 568,0 1-1,1-1 1,0 0 0,2 0-1,0 1 1,1-1-1,8 24 1,-6-27-836,1 0 0,0 0 0,1-1 0,0 0 0,1-1 0,0 1 0,1-2 0,22 21 0,-18-19-938,1-1-1,1 0 1,0-1-1,1-1 1,0 0-1,0-1 1,26 8-1,-34-14 389,1 0 0,0-1 0,0 0 0,0-1 0,0 0 0,0 0 0,0-1 0,18-2 0,-20 0 570,0 0-1,1 0 1,-1-1-1,0 0 1,0 0 0,13-8-1,3-4 902,-1 0 0,-1-1 0,-1-1 1,0-1-1,-1-1 0,23-29 0,-17 16-287,-2-2 0,22-39 0,-44 66-582,1 0 0,-1 0 0,0-1 0,0 1 0,-1-1 0,0 1 0,-1-1 0,1 0 0,-1 1 0,-1-1 0,-2-13 0,3 16-9,0 1-36,-1 1 0,1 0 0,-1-1 0,1 1 0,-1 0 0,0-1 0,0 1 0,0 0 0,-1 0 0,1 0 0,-1 0 0,0 0 0,1 0 0,-1 0 0,-1 1 0,1-1 0,0 1 0,-1-1 0,1 1 0,-1 0 0,1 0 0,-1 0 0,0 0-1,0 1 1,0-1 0,0 1 0,0 0 0,-1 0 0,1 0 0,0 0 0,-1 0 0,1 1 0,0-1 0,-5 1 0,4 0 3,0 0-1,1 1 0,-1-1 1,0 1-1,1 0 1,-1 0-1,0 0 1,1 1-1,-1-1 1,1 1-1,0 0 0,0 0 1,0 0-1,0 0 1,0 0-1,0 1 1,0-1-1,1 1 0,-1 0 1,1 0-1,0 0 1,-1 0-1,2 0 1,-1 0-1,0 1 1,1-1-1,-1 1 0,0 4 1,0-1-13,0 0 13,1 0 1,0-1-1,0 1 0,0 13 0,1-18-26,1 1-1,-1-1 1,1 0 0,-1 1-1,1-1 1,0 0-1,0 0 1,0 1-1,0-1 1,0 0-1,1 0 1,-1 0-1,0 0 1,1 0-1,0-1 1,-1 1-1,4 2 1,1 0-42,1 1 0,-1-2 0,1 1-1,0-1 1,0 0 0,0 0 0,0-1 0,1 0 0,-1 0 0,0-1-1,1 0 1,0 0 0,-1 0 0,1-1 0,-1-1 0,1 1 0,-1-1 0,1 0-1,-1-1 1,1 0 0,-1 0 0,0-1 0,0 1 0,0-2 0,9-4 0,8-7 69,1 2 1,0 1-1,1 1 1,0 1-1,0 1 1,1 2-1,0 0 1,1 2 0,0 1-1,-1 1 1,34 1-1,-24 3 233,0 2-1,0 1 1,0 2-1,0 2 1,60 20-1,-81-21-244,1 0 0,-1 1 0,-1 0 0,0 2 0,0 0 0,13 12 0,-19-14-162,-1 0 0,0 0 0,0 1-1,-1 1 1,0-1 0,-1 1 0,0 0 0,0 1 0,7 21 0,-10-26-371,-1 1 0,-1-1 1,1 1-1,-1-1 0,-1 1 1,1 0-1,-1 0 0,0-1 1,0 1-1,-3 10 0,2-10-801,-1 0-1,0-1 1,-1 1-1,0 0 1,-4 6-1,-3 4-6776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07:25:10.8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64 9677,'10'-30'12165,"-27"24"-10965,0 0 948,4-6-8636,-4 3 911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FE4F0-61AF-011F-E5B4-93488121F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B9C40-98D9-9899-57CF-A49DBE805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3ABE9-9A76-E0CF-DD33-E4936DBE9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DAF2-8833-494F-AF98-A2258468790B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7CEF7-DB13-F737-93EB-68DB0DFE9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76CF7-A37F-1FF2-9422-C9B91D81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B7D8-D540-42D8-9CCF-02CA86D95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88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E8A92-8B8D-B359-6DD3-FA0692A72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EB40E-DEFF-3872-7349-19E347589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111E3-51CD-3232-F64B-04F8EDE2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DAF2-8833-494F-AF98-A2258468790B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C1F9B-3F8F-04E0-7DF7-7B52548E7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8184E-4AB2-5B46-22CB-D10AF387B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B7D8-D540-42D8-9CCF-02CA86D95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515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DCB1-2A44-123C-42B9-A78C5E651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69DDE-B36B-2670-BCE7-6F5DE0B7C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C4FB8-9487-D1FD-1E8E-B64185992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DAF2-8833-494F-AF98-A2258468790B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11E4D-5FC5-DF12-5208-CFE352FB9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59B04-0DC4-8916-D45E-6B3DF94B4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B7D8-D540-42D8-9CCF-02CA86D95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94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5A02-10BD-D344-983A-CA45A8BD0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188E0-F254-F273-77E6-2090B99566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BDF3E-6B89-5238-59DD-FA1502BA1D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B6B3B-967C-A5BB-3A42-F5AF960B6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DAF2-8833-494F-AF98-A2258468790B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DC151-8114-DE45-629D-3DCBED7EB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EF0D4-5114-613E-8BCB-1B788F83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B7D8-D540-42D8-9CCF-02CA86D95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603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E37B-6EDF-4F36-C6A1-5B8A46CD3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36950-9AF6-2AF2-EC8B-CD449DC56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7F7FC-D433-5AA2-0865-DD5F25993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208C2B-A0A4-0E7E-E62C-3F4188F2B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9BA08E-DEC6-EE7F-6DC8-212AAF3E4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759F59-D167-28B6-3953-83750BAC9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DAF2-8833-494F-AF98-A2258468790B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9956D-DBF5-8E30-52C1-8F780C47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329120-37A1-8106-8040-9188FA4D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B7D8-D540-42D8-9CCF-02CA86D95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34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45ABD-DE6C-818A-694C-87FC0B850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63F080-2E57-BD6B-B859-AD480354B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DAF2-8833-494F-AF98-A2258468790B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F2C4E2-D27A-ED16-2FD6-9B70E5526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0CBB6-A363-CAF6-0045-F63A3CF0A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B7D8-D540-42D8-9CCF-02CA86D95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873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4FE688-39B4-85A9-8360-2326FF63E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DAF2-8833-494F-AF98-A2258468790B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FC812F-3401-CA93-62EC-57639E9C4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92C2B-4CB8-AA58-08DB-BA64A820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B7D8-D540-42D8-9CCF-02CA86D95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999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82212-F699-76DD-9810-2A19CC7E9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B7991-5A83-57B8-03BA-D61D54B65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BF438-4FDF-357F-621B-7F682B26E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AF4A6-A7F7-1E54-AB44-CEB0CD438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DAF2-8833-494F-AF98-A2258468790B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6127E-AE7D-6077-149A-7F7CADD9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38A29-C3ED-287C-39FB-6707C244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B7D8-D540-42D8-9CCF-02CA86D95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494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72A37-B734-02BD-043F-7052DA1D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C5E925-B59F-F007-1DA7-F9680BD64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C5E6F-36D2-CA1C-506F-A88287E03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692AF-9932-8FD7-801C-1358FDBFF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DAF2-8833-494F-AF98-A2258468790B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7D121-8134-3158-CAE7-DAD527AF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58F65-E30E-32F4-075F-AE98AFEA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B7D8-D540-42D8-9CCF-02CA86D95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565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381C6-8D22-3FE6-E4E1-6D7BD40C3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08A26-A57E-5A5E-EBA3-CA1098B25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EE586-BB3F-133F-ABB3-9860BE1F1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DAF2-8833-494F-AF98-A2258468790B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37692-14A5-8C43-0A74-39B360DE1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61355-6B73-ED5D-6917-2E197022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B7D8-D540-42D8-9CCF-02CA86D95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548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2AF5E-C1FA-9957-C852-42C1FDB541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A74EF-BC7A-779C-EDB5-16D542FCB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517D-0258-AF58-183D-007F526AB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DAF2-8833-494F-AF98-A2258468790B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0CC22-F0FB-CA50-EC56-DB4A21CB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4550-D413-01A9-45D5-615B176C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EB7D8-D540-42D8-9CCF-02CA86D95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8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FBDFD-A8DE-198B-F26A-FB990C7A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156E8F-77B8-AAEA-9E1B-9BD04FF41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0AACF-637F-4E62-59E3-7266833DC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0DAF2-8833-494F-AF98-A2258468790B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80120-2ADB-219C-9941-6324C34B6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0D5E5-7883-1665-2132-7A1756D7EA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EB7D8-D540-42D8-9CCF-02CA86D95D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500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6" Type="http://schemas.openxmlformats.org/officeDocument/2006/relationships/customXml" Target="../ink/ink8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5" Type="http://schemas.openxmlformats.org/officeDocument/2006/relationships/image" Target="../media/image2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77" Type="http://schemas.openxmlformats.org/officeDocument/2006/relationships/image" Target="../media/image38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2.png"/><Relationship Id="rId21" Type="http://schemas.openxmlformats.org/officeDocument/2006/relationships/image" Target="../media/image54.png"/><Relationship Id="rId42" Type="http://schemas.openxmlformats.org/officeDocument/2006/relationships/customXml" Target="../ink/ink65.xml"/><Relationship Id="rId47" Type="http://schemas.openxmlformats.org/officeDocument/2006/relationships/image" Target="../media/image67.png"/><Relationship Id="rId63" Type="http://schemas.openxmlformats.org/officeDocument/2006/relationships/image" Target="../media/image75.png"/><Relationship Id="rId68" Type="http://schemas.openxmlformats.org/officeDocument/2006/relationships/customXml" Target="../ink/ink78.xml"/><Relationship Id="rId84" Type="http://schemas.openxmlformats.org/officeDocument/2006/relationships/customXml" Target="../ink/ink86.xml"/><Relationship Id="rId89" Type="http://schemas.openxmlformats.org/officeDocument/2006/relationships/image" Target="../media/image88.png"/><Relationship Id="rId112" Type="http://schemas.openxmlformats.org/officeDocument/2006/relationships/customXml" Target="../ink/ink100.xml"/><Relationship Id="rId16" Type="http://schemas.openxmlformats.org/officeDocument/2006/relationships/customXml" Target="../ink/ink52.xml"/><Relationship Id="rId107" Type="http://schemas.openxmlformats.org/officeDocument/2006/relationships/image" Target="../media/image97.png"/><Relationship Id="rId11" Type="http://schemas.openxmlformats.org/officeDocument/2006/relationships/image" Target="../media/image49.png"/><Relationship Id="rId32" Type="http://schemas.openxmlformats.org/officeDocument/2006/relationships/customXml" Target="../ink/ink60.xml"/><Relationship Id="rId37" Type="http://schemas.openxmlformats.org/officeDocument/2006/relationships/image" Target="../media/image62.png"/><Relationship Id="rId53" Type="http://schemas.openxmlformats.org/officeDocument/2006/relationships/image" Target="../media/image70.png"/><Relationship Id="rId58" Type="http://schemas.openxmlformats.org/officeDocument/2006/relationships/customXml" Target="../ink/ink73.xml"/><Relationship Id="rId74" Type="http://schemas.openxmlformats.org/officeDocument/2006/relationships/customXml" Target="../ink/ink81.xml"/><Relationship Id="rId79" Type="http://schemas.openxmlformats.org/officeDocument/2006/relationships/image" Target="../media/image83.png"/><Relationship Id="rId102" Type="http://schemas.openxmlformats.org/officeDocument/2006/relationships/customXml" Target="../ink/ink95.xml"/><Relationship Id="rId123" Type="http://schemas.openxmlformats.org/officeDocument/2006/relationships/image" Target="../media/image105.png"/><Relationship Id="rId128" Type="http://schemas.openxmlformats.org/officeDocument/2006/relationships/customXml" Target="../ink/ink108.xml"/><Relationship Id="rId5" Type="http://schemas.openxmlformats.org/officeDocument/2006/relationships/image" Target="../media/image46.png"/><Relationship Id="rId90" Type="http://schemas.openxmlformats.org/officeDocument/2006/relationships/customXml" Target="../ink/ink89.xml"/><Relationship Id="rId95" Type="http://schemas.openxmlformats.org/officeDocument/2006/relationships/image" Target="../media/image91.png"/><Relationship Id="rId22" Type="http://schemas.openxmlformats.org/officeDocument/2006/relationships/customXml" Target="../ink/ink55.xml"/><Relationship Id="rId27" Type="http://schemas.openxmlformats.org/officeDocument/2006/relationships/image" Target="../media/image57.png"/><Relationship Id="rId43" Type="http://schemas.openxmlformats.org/officeDocument/2006/relationships/image" Target="../media/image65.png"/><Relationship Id="rId48" Type="http://schemas.openxmlformats.org/officeDocument/2006/relationships/customXml" Target="../ink/ink68.xml"/><Relationship Id="rId64" Type="http://schemas.openxmlformats.org/officeDocument/2006/relationships/customXml" Target="../ink/ink76.xml"/><Relationship Id="rId69" Type="http://schemas.openxmlformats.org/officeDocument/2006/relationships/image" Target="../media/image78.png"/><Relationship Id="rId113" Type="http://schemas.openxmlformats.org/officeDocument/2006/relationships/image" Target="../media/image100.png"/><Relationship Id="rId118" Type="http://schemas.openxmlformats.org/officeDocument/2006/relationships/customXml" Target="../ink/ink103.xml"/><Relationship Id="rId80" Type="http://schemas.openxmlformats.org/officeDocument/2006/relationships/customXml" Target="../ink/ink84.xml"/><Relationship Id="rId85" Type="http://schemas.openxmlformats.org/officeDocument/2006/relationships/image" Target="../media/image86.png"/><Relationship Id="rId12" Type="http://schemas.openxmlformats.org/officeDocument/2006/relationships/customXml" Target="../ink/ink50.xml"/><Relationship Id="rId17" Type="http://schemas.openxmlformats.org/officeDocument/2006/relationships/image" Target="../media/image52.png"/><Relationship Id="rId33" Type="http://schemas.openxmlformats.org/officeDocument/2006/relationships/image" Target="../media/image60.png"/><Relationship Id="rId38" Type="http://schemas.openxmlformats.org/officeDocument/2006/relationships/customXml" Target="../ink/ink63.xml"/><Relationship Id="rId59" Type="http://schemas.openxmlformats.org/officeDocument/2006/relationships/image" Target="../media/image73.png"/><Relationship Id="rId103" Type="http://schemas.openxmlformats.org/officeDocument/2006/relationships/image" Target="../media/image95.png"/><Relationship Id="rId108" Type="http://schemas.openxmlformats.org/officeDocument/2006/relationships/customXml" Target="../ink/ink98.xml"/><Relationship Id="rId124" Type="http://schemas.openxmlformats.org/officeDocument/2006/relationships/customXml" Target="../ink/ink106.xml"/><Relationship Id="rId129" Type="http://schemas.openxmlformats.org/officeDocument/2006/relationships/image" Target="../media/image44.png"/><Relationship Id="rId54" Type="http://schemas.openxmlformats.org/officeDocument/2006/relationships/customXml" Target="../ink/ink71.xml"/><Relationship Id="rId70" Type="http://schemas.openxmlformats.org/officeDocument/2006/relationships/customXml" Target="../ink/ink79.xml"/><Relationship Id="rId75" Type="http://schemas.openxmlformats.org/officeDocument/2006/relationships/image" Target="../media/image81.png"/><Relationship Id="rId91" Type="http://schemas.openxmlformats.org/officeDocument/2006/relationships/image" Target="../media/image89.png"/><Relationship Id="rId96" Type="http://schemas.openxmlformats.org/officeDocument/2006/relationships/customXml" Target="../ink/ink9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7.xml"/><Relationship Id="rId23" Type="http://schemas.openxmlformats.org/officeDocument/2006/relationships/image" Target="../media/image55.png"/><Relationship Id="rId28" Type="http://schemas.openxmlformats.org/officeDocument/2006/relationships/customXml" Target="../ink/ink58.xml"/><Relationship Id="rId49" Type="http://schemas.openxmlformats.org/officeDocument/2006/relationships/image" Target="../media/image68.png"/><Relationship Id="rId114" Type="http://schemas.openxmlformats.org/officeDocument/2006/relationships/customXml" Target="../ink/ink101.xml"/><Relationship Id="rId119" Type="http://schemas.openxmlformats.org/officeDocument/2006/relationships/image" Target="../media/image103.png"/><Relationship Id="rId44" Type="http://schemas.openxmlformats.org/officeDocument/2006/relationships/customXml" Target="../ink/ink66.xml"/><Relationship Id="rId60" Type="http://schemas.openxmlformats.org/officeDocument/2006/relationships/customXml" Target="../ink/ink74.xml"/><Relationship Id="rId65" Type="http://schemas.openxmlformats.org/officeDocument/2006/relationships/image" Target="../media/image76.png"/><Relationship Id="rId81" Type="http://schemas.openxmlformats.org/officeDocument/2006/relationships/image" Target="../media/image84.png"/><Relationship Id="rId86" Type="http://schemas.openxmlformats.org/officeDocument/2006/relationships/customXml" Target="../ink/ink87.xml"/><Relationship Id="rId13" Type="http://schemas.openxmlformats.org/officeDocument/2006/relationships/image" Target="../media/image50.png"/><Relationship Id="rId18" Type="http://schemas.openxmlformats.org/officeDocument/2006/relationships/customXml" Target="../ink/ink53.xml"/><Relationship Id="rId39" Type="http://schemas.openxmlformats.org/officeDocument/2006/relationships/image" Target="../media/image63.png"/><Relationship Id="rId109" Type="http://schemas.openxmlformats.org/officeDocument/2006/relationships/image" Target="../media/image98.png"/><Relationship Id="rId34" Type="http://schemas.openxmlformats.org/officeDocument/2006/relationships/customXml" Target="../ink/ink61.xml"/><Relationship Id="rId50" Type="http://schemas.openxmlformats.org/officeDocument/2006/relationships/customXml" Target="../ink/ink69.xml"/><Relationship Id="rId55" Type="http://schemas.openxmlformats.org/officeDocument/2006/relationships/image" Target="../media/image71.png"/><Relationship Id="rId76" Type="http://schemas.openxmlformats.org/officeDocument/2006/relationships/customXml" Target="../ink/ink82.xml"/><Relationship Id="rId97" Type="http://schemas.openxmlformats.org/officeDocument/2006/relationships/image" Target="../media/image92.png"/><Relationship Id="rId104" Type="http://schemas.openxmlformats.org/officeDocument/2006/relationships/customXml" Target="../ink/ink96.xml"/><Relationship Id="rId120" Type="http://schemas.openxmlformats.org/officeDocument/2006/relationships/customXml" Target="../ink/ink104.xml"/><Relationship Id="rId125" Type="http://schemas.openxmlformats.org/officeDocument/2006/relationships/image" Target="../media/image106.png"/><Relationship Id="rId7" Type="http://schemas.openxmlformats.org/officeDocument/2006/relationships/image" Target="../media/image47.png"/><Relationship Id="rId71" Type="http://schemas.openxmlformats.org/officeDocument/2006/relationships/image" Target="../media/image79.png"/><Relationship Id="rId92" Type="http://schemas.openxmlformats.org/officeDocument/2006/relationships/customXml" Target="../ink/ink90.xml"/><Relationship Id="rId2" Type="http://schemas.openxmlformats.org/officeDocument/2006/relationships/customXml" Target="../ink/ink45.xml"/><Relationship Id="rId29" Type="http://schemas.openxmlformats.org/officeDocument/2006/relationships/image" Target="../media/image58.png"/><Relationship Id="rId24" Type="http://schemas.openxmlformats.org/officeDocument/2006/relationships/customXml" Target="../ink/ink56.xml"/><Relationship Id="rId40" Type="http://schemas.openxmlformats.org/officeDocument/2006/relationships/customXml" Target="../ink/ink64.xml"/><Relationship Id="rId45" Type="http://schemas.openxmlformats.org/officeDocument/2006/relationships/image" Target="../media/image66.png"/><Relationship Id="rId66" Type="http://schemas.openxmlformats.org/officeDocument/2006/relationships/customXml" Target="../ink/ink77.xml"/><Relationship Id="rId87" Type="http://schemas.openxmlformats.org/officeDocument/2006/relationships/image" Target="../media/image87.png"/><Relationship Id="rId110" Type="http://schemas.openxmlformats.org/officeDocument/2006/relationships/customXml" Target="../ink/ink99.xml"/><Relationship Id="rId115" Type="http://schemas.openxmlformats.org/officeDocument/2006/relationships/image" Target="../media/image101.png"/><Relationship Id="rId61" Type="http://schemas.openxmlformats.org/officeDocument/2006/relationships/image" Target="../media/image74.png"/><Relationship Id="rId82" Type="http://schemas.openxmlformats.org/officeDocument/2006/relationships/customXml" Target="../ink/ink85.xml"/><Relationship Id="rId19" Type="http://schemas.openxmlformats.org/officeDocument/2006/relationships/image" Target="../media/image53.png"/><Relationship Id="rId14" Type="http://schemas.openxmlformats.org/officeDocument/2006/relationships/customXml" Target="../ink/ink51.xml"/><Relationship Id="rId30" Type="http://schemas.openxmlformats.org/officeDocument/2006/relationships/customXml" Target="../ink/ink59.xml"/><Relationship Id="rId35" Type="http://schemas.openxmlformats.org/officeDocument/2006/relationships/image" Target="../media/image61.png"/><Relationship Id="rId56" Type="http://schemas.openxmlformats.org/officeDocument/2006/relationships/customXml" Target="../ink/ink72.xml"/><Relationship Id="rId77" Type="http://schemas.openxmlformats.org/officeDocument/2006/relationships/image" Target="../media/image82.png"/><Relationship Id="rId100" Type="http://schemas.openxmlformats.org/officeDocument/2006/relationships/customXml" Target="../ink/ink94.xml"/><Relationship Id="rId105" Type="http://schemas.openxmlformats.org/officeDocument/2006/relationships/image" Target="../media/image96.png"/><Relationship Id="rId126" Type="http://schemas.openxmlformats.org/officeDocument/2006/relationships/customXml" Target="../ink/ink107.xml"/><Relationship Id="rId8" Type="http://schemas.openxmlformats.org/officeDocument/2006/relationships/customXml" Target="../ink/ink48.xml"/><Relationship Id="rId51" Type="http://schemas.openxmlformats.org/officeDocument/2006/relationships/image" Target="../media/image69.png"/><Relationship Id="rId72" Type="http://schemas.openxmlformats.org/officeDocument/2006/relationships/customXml" Target="../ink/ink80.xml"/><Relationship Id="rId93" Type="http://schemas.openxmlformats.org/officeDocument/2006/relationships/image" Target="../media/image90.png"/><Relationship Id="rId98" Type="http://schemas.openxmlformats.org/officeDocument/2006/relationships/customXml" Target="../ink/ink93.xml"/><Relationship Id="rId121" Type="http://schemas.openxmlformats.org/officeDocument/2006/relationships/image" Target="../media/image104.png"/><Relationship Id="rId3" Type="http://schemas.openxmlformats.org/officeDocument/2006/relationships/image" Target="../media/image45.png"/><Relationship Id="rId25" Type="http://schemas.openxmlformats.org/officeDocument/2006/relationships/image" Target="../media/image56.png"/><Relationship Id="rId46" Type="http://schemas.openxmlformats.org/officeDocument/2006/relationships/customXml" Target="../ink/ink67.xml"/><Relationship Id="rId67" Type="http://schemas.openxmlformats.org/officeDocument/2006/relationships/image" Target="../media/image77.png"/><Relationship Id="rId116" Type="http://schemas.openxmlformats.org/officeDocument/2006/relationships/customXml" Target="../ink/ink102.xml"/><Relationship Id="rId20" Type="http://schemas.openxmlformats.org/officeDocument/2006/relationships/customXml" Target="../ink/ink54.xml"/><Relationship Id="rId41" Type="http://schemas.openxmlformats.org/officeDocument/2006/relationships/image" Target="../media/image64.png"/><Relationship Id="rId62" Type="http://schemas.openxmlformats.org/officeDocument/2006/relationships/customXml" Target="../ink/ink75.xml"/><Relationship Id="rId83" Type="http://schemas.openxmlformats.org/officeDocument/2006/relationships/image" Target="../media/image85.png"/><Relationship Id="rId88" Type="http://schemas.openxmlformats.org/officeDocument/2006/relationships/customXml" Target="../ink/ink88.xml"/><Relationship Id="rId111" Type="http://schemas.openxmlformats.org/officeDocument/2006/relationships/image" Target="../media/image99.png"/><Relationship Id="rId15" Type="http://schemas.openxmlformats.org/officeDocument/2006/relationships/image" Target="../media/image51.png"/><Relationship Id="rId36" Type="http://schemas.openxmlformats.org/officeDocument/2006/relationships/customXml" Target="../ink/ink62.xml"/><Relationship Id="rId57" Type="http://schemas.openxmlformats.org/officeDocument/2006/relationships/image" Target="../media/image72.png"/><Relationship Id="rId106" Type="http://schemas.openxmlformats.org/officeDocument/2006/relationships/customXml" Target="../ink/ink97.xml"/><Relationship Id="rId127" Type="http://schemas.openxmlformats.org/officeDocument/2006/relationships/image" Target="../media/image107.png"/><Relationship Id="rId10" Type="http://schemas.openxmlformats.org/officeDocument/2006/relationships/customXml" Target="../ink/ink49.xml"/><Relationship Id="rId31" Type="http://schemas.openxmlformats.org/officeDocument/2006/relationships/image" Target="../media/image59.png"/><Relationship Id="rId52" Type="http://schemas.openxmlformats.org/officeDocument/2006/relationships/customXml" Target="../ink/ink70.xml"/><Relationship Id="rId73" Type="http://schemas.openxmlformats.org/officeDocument/2006/relationships/image" Target="../media/image80.png"/><Relationship Id="rId78" Type="http://schemas.openxmlformats.org/officeDocument/2006/relationships/customXml" Target="../ink/ink83.xml"/><Relationship Id="rId94" Type="http://schemas.openxmlformats.org/officeDocument/2006/relationships/customXml" Target="../ink/ink91.xml"/><Relationship Id="rId99" Type="http://schemas.openxmlformats.org/officeDocument/2006/relationships/image" Target="../media/image93.png"/><Relationship Id="rId101" Type="http://schemas.openxmlformats.org/officeDocument/2006/relationships/image" Target="../media/image94.png"/><Relationship Id="rId122" Type="http://schemas.openxmlformats.org/officeDocument/2006/relationships/customXml" Target="../ink/ink105.xml"/><Relationship Id="rId4" Type="http://schemas.openxmlformats.org/officeDocument/2006/relationships/customXml" Target="../ink/ink46.xml"/><Relationship Id="rId9" Type="http://schemas.openxmlformats.org/officeDocument/2006/relationships/image" Target="../media/image48.png"/><Relationship Id="rId26" Type="http://schemas.openxmlformats.org/officeDocument/2006/relationships/customXml" Target="../ink/ink5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3BB62E6-C841-5EB8-7161-F77542A231D6}"/>
              </a:ext>
            </a:extLst>
          </p:cNvPr>
          <p:cNvGrpSpPr/>
          <p:nvPr/>
        </p:nvGrpSpPr>
        <p:grpSpPr>
          <a:xfrm>
            <a:off x="724011" y="687173"/>
            <a:ext cx="1197360" cy="793800"/>
            <a:chOff x="724011" y="687173"/>
            <a:chExt cx="1197360" cy="79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51A0C3E-C66A-F73C-23DC-EE8C6D7B96BE}"/>
                    </a:ext>
                  </a:extLst>
                </p14:cNvPr>
                <p14:cNvContentPartPr/>
                <p14:nvPr/>
              </p14:nvContentPartPr>
              <p14:xfrm>
                <a:off x="927771" y="832613"/>
                <a:ext cx="6480" cy="9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51A0C3E-C66A-F73C-23DC-EE8C6D7B96B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1651" y="826493"/>
                  <a:ext cx="187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801A406-CF26-33FB-BFC6-5740E1AA74E9}"/>
                    </a:ext>
                  </a:extLst>
                </p14:cNvPr>
                <p14:cNvContentPartPr/>
                <p14:nvPr/>
              </p14:nvContentPartPr>
              <p14:xfrm>
                <a:off x="816891" y="768893"/>
                <a:ext cx="118800" cy="538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801A406-CF26-33FB-BFC6-5740E1AA74E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0771" y="762773"/>
                  <a:ext cx="13104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0244E55-B2F1-ED27-57AB-AE86747223DE}"/>
                    </a:ext>
                  </a:extLst>
                </p14:cNvPr>
                <p14:cNvContentPartPr/>
                <p14:nvPr/>
              </p14:nvContentPartPr>
              <p14:xfrm>
                <a:off x="724011" y="687173"/>
                <a:ext cx="550800" cy="7444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0244E55-B2F1-ED27-57AB-AE86747223D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7891" y="681053"/>
                  <a:ext cx="56304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730B231-8906-C1A3-F101-37E82A817411}"/>
                    </a:ext>
                  </a:extLst>
                </p14:cNvPr>
                <p14:cNvContentPartPr/>
                <p14:nvPr/>
              </p14:nvContentPartPr>
              <p14:xfrm>
                <a:off x="1486131" y="1074533"/>
                <a:ext cx="61200" cy="207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730B231-8906-C1A3-F101-37E82A8174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80011" y="1068413"/>
                  <a:ext cx="734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79C6A26-B627-7918-AAFA-4E320C3373B6}"/>
                    </a:ext>
                  </a:extLst>
                </p14:cNvPr>
                <p14:cNvContentPartPr/>
                <p14:nvPr/>
              </p14:nvContentPartPr>
              <p14:xfrm>
                <a:off x="1598451" y="902093"/>
                <a:ext cx="54720" cy="133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79C6A26-B627-7918-AAFA-4E320C3373B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92331" y="895973"/>
                  <a:ext cx="66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12F706-4325-A423-C71C-62AFB5F34B6A}"/>
                    </a:ext>
                  </a:extLst>
                </p14:cNvPr>
                <p14:cNvContentPartPr/>
                <p14:nvPr/>
              </p14:nvContentPartPr>
              <p14:xfrm>
                <a:off x="1644171" y="1063013"/>
                <a:ext cx="277200" cy="417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12F706-4325-A423-C71C-62AFB5F34B6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38051" y="1056893"/>
                  <a:ext cx="289440" cy="43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F1697F7-D449-411E-7700-386E9BB60801}"/>
              </a:ext>
            </a:extLst>
          </p:cNvPr>
          <p:cNvGrpSpPr/>
          <p:nvPr/>
        </p:nvGrpSpPr>
        <p:grpSpPr>
          <a:xfrm>
            <a:off x="2407371" y="910733"/>
            <a:ext cx="866160" cy="755640"/>
            <a:chOff x="2407371" y="910733"/>
            <a:chExt cx="866160" cy="75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0767B22-8A60-A52D-E695-E8BD142400A0}"/>
                    </a:ext>
                  </a:extLst>
                </p14:cNvPr>
                <p14:cNvContentPartPr/>
                <p14:nvPr/>
              </p14:nvContentPartPr>
              <p14:xfrm>
                <a:off x="2525451" y="910733"/>
                <a:ext cx="17280" cy="400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0767B22-8A60-A52D-E695-E8BD142400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19331" y="904613"/>
                  <a:ext cx="295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8BF9E4-4E1C-A887-2870-A4BD56B404CE}"/>
                    </a:ext>
                  </a:extLst>
                </p14:cNvPr>
                <p14:cNvContentPartPr/>
                <p14:nvPr/>
              </p14:nvContentPartPr>
              <p14:xfrm>
                <a:off x="2407371" y="1146173"/>
                <a:ext cx="439560" cy="255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68BF9E4-4E1C-A887-2870-A4BD56B404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01251" y="1140053"/>
                  <a:ext cx="451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155671-CB45-F7A6-C5E3-F5DA0072E5EF}"/>
                    </a:ext>
                  </a:extLst>
                </p14:cNvPr>
                <p14:cNvContentPartPr/>
                <p14:nvPr/>
              </p14:nvContentPartPr>
              <p14:xfrm>
                <a:off x="2887251" y="1006133"/>
                <a:ext cx="61920" cy="20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155671-CB45-F7A6-C5E3-F5DA0072E5E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81131" y="1000013"/>
                  <a:ext cx="741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CC96279-AA4C-E76E-46E7-CE010FE8E679}"/>
                    </a:ext>
                  </a:extLst>
                </p14:cNvPr>
                <p14:cNvContentPartPr/>
                <p14:nvPr/>
              </p14:nvContentPartPr>
              <p14:xfrm>
                <a:off x="3011451" y="1160573"/>
                <a:ext cx="262080" cy="505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CC96279-AA4C-E76E-46E7-CE010FE8E6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05331" y="1154453"/>
                  <a:ext cx="274320" cy="51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A2FEBB7-D3AD-EB66-AFDF-DC4FAA20C656}"/>
              </a:ext>
            </a:extLst>
          </p:cNvPr>
          <p:cNvGrpSpPr/>
          <p:nvPr/>
        </p:nvGrpSpPr>
        <p:grpSpPr>
          <a:xfrm>
            <a:off x="3678171" y="1072373"/>
            <a:ext cx="1369080" cy="551520"/>
            <a:chOff x="3678171" y="1072373"/>
            <a:chExt cx="1369080" cy="55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0D4A3FD-6355-2E00-1484-9F286A829BA0}"/>
                    </a:ext>
                  </a:extLst>
                </p14:cNvPr>
                <p14:cNvContentPartPr/>
                <p14:nvPr/>
              </p14:nvContentPartPr>
              <p14:xfrm>
                <a:off x="3678171" y="1072373"/>
                <a:ext cx="806040" cy="551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0D4A3FD-6355-2E00-1484-9F286A829BA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72051" y="1066253"/>
                  <a:ext cx="81828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0501BC1-CB89-89A6-233C-E7921C91119E}"/>
                    </a:ext>
                  </a:extLst>
                </p14:cNvPr>
                <p14:cNvContentPartPr/>
                <p14:nvPr/>
              </p14:nvContentPartPr>
              <p14:xfrm>
                <a:off x="4190811" y="1268213"/>
                <a:ext cx="856440" cy="124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0501BC1-CB89-89A6-233C-E7921C91119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84691" y="1262093"/>
                  <a:ext cx="86868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FA32105-1144-59D7-6653-4134671AC58A}"/>
              </a:ext>
            </a:extLst>
          </p:cNvPr>
          <p:cNvGrpSpPr/>
          <p:nvPr/>
        </p:nvGrpSpPr>
        <p:grpSpPr>
          <a:xfrm>
            <a:off x="1770531" y="3113213"/>
            <a:ext cx="3462480" cy="913680"/>
            <a:chOff x="1770531" y="3113213"/>
            <a:chExt cx="3462480" cy="91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74A0F9F-3347-E9A1-8390-2F6036904966}"/>
                    </a:ext>
                  </a:extLst>
                </p14:cNvPr>
                <p14:cNvContentPartPr/>
                <p14:nvPr/>
              </p14:nvContentPartPr>
              <p14:xfrm>
                <a:off x="1770531" y="3113213"/>
                <a:ext cx="459720" cy="689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74A0F9F-3347-E9A1-8390-2F603690496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64411" y="3107093"/>
                  <a:ext cx="47196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A5CECB-5792-4E21-B289-339AAF841561}"/>
                    </a:ext>
                  </a:extLst>
                </p14:cNvPr>
                <p14:cNvContentPartPr/>
                <p14:nvPr/>
              </p14:nvContentPartPr>
              <p14:xfrm>
                <a:off x="2525811" y="3399053"/>
                <a:ext cx="441360" cy="471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A5CECB-5792-4E21-B289-339AAF84156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19691" y="3392933"/>
                  <a:ext cx="45360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D68BA55-5219-D3AB-431C-A4A52D1A32EC}"/>
                    </a:ext>
                  </a:extLst>
                </p14:cNvPr>
                <p14:cNvContentPartPr/>
                <p14:nvPr/>
              </p14:nvContentPartPr>
              <p14:xfrm>
                <a:off x="3227451" y="3539093"/>
                <a:ext cx="59400" cy="2487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D68BA55-5219-D3AB-431C-A4A52D1A32E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21331" y="3532973"/>
                  <a:ext cx="716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6ADC6AA-95B2-2E21-D3E3-8F979C7A6E16}"/>
                    </a:ext>
                  </a:extLst>
                </p14:cNvPr>
                <p14:cNvContentPartPr/>
                <p14:nvPr/>
              </p14:nvContentPartPr>
              <p14:xfrm>
                <a:off x="3397371" y="3238493"/>
                <a:ext cx="79920" cy="89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6ADC6AA-95B2-2E21-D3E3-8F979C7A6E1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91251" y="3232373"/>
                  <a:ext cx="921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D50550F-E9C1-3EB9-0C5C-1007DDDC0F52}"/>
                    </a:ext>
                  </a:extLst>
                </p14:cNvPr>
                <p14:cNvContentPartPr/>
                <p14:nvPr/>
              </p14:nvContentPartPr>
              <p14:xfrm>
                <a:off x="3848091" y="3404813"/>
                <a:ext cx="1384920" cy="622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D50550F-E9C1-3EB9-0C5C-1007DDDC0F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41971" y="3398693"/>
                  <a:ext cx="1397160" cy="63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D8FF4F-9A97-EADB-7B44-4DDA9DBC5EFB}"/>
              </a:ext>
            </a:extLst>
          </p:cNvPr>
          <p:cNvGrpSpPr/>
          <p:nvPr/>
        </p:nvGrpSpPr>
        <p:grpSpPr>
          <a:xfrm>
            <a:off x="5658531" y="1129973"/>
            <a:ext cx="1969200" cy="855360"/>
            <a:chOff x="5658531" y="1129973"/>
            <a:chExt cx="1969200" cy="85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EC44D9B-AE85-61A0-9F38-FEDA51D192E3}"/>
                    </a:ext>
                  </a:extLst>
                </p14:cNvPr>
                <p14:cNvContentPartPr/>
                <p14:nvPr/>
              </p14:nvContentPartPr>
              <p14:xfrm>
                <a:off x="5658531" y="1414013"/>
                <a:ext cx="1618920" cy="964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EC44D9B-AE85-61A0-9F38-FEDA51D192E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52411" y="1407893"/>
                  <a:ext cx="1631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A194ACD-E5F1-DB4C-F9F6-048A240E08A0}"/>
                    </a:ext>
                  </a:extLst>
                </p14:cNvPr>
                <p14:cNvContentPartPr/>
                <p14:nvPr/>
              </p14:nvContentPartPr>
              <p14:xfrm>
                <a:off x="7199331" y="1129973"/>
                <a:ext cx="428400" cy="855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A194ACD-E5F1-DB4C-F9F6-048A240E08A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193211" y="1123853"/>
                  <a:ext cx="440640" cy="86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BB436AF-A151-CE59-90D4-0348286180E8}"/>
              </a:ext>
            </a:extLst>
          </p:cNvPr>
          <p:cNvGrpSpPr/>
          <p:nvPr/>
        </p:nvGrpSpPr>
        <p:grpSpPr>
          <a:xfrm>
            <a:off x="8704131" y="1182533"/>
            <a:ext cx="2721960" cy="834480"/>
            <a:chOff x="8704131" y="1182533"/>
            <a:chExt cx="2721960" cy="83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3E81857-ED6F-1A26-EE7C-8FCD142B904A}"/>
                    </a:ext>
                  </a:extLst>
                </p14:cNvPr>
                <p14:cNvContentPartPr/>
                <p14:nvPr/>
              </p14:nvContentPartPr>
              <p14:xfrm>
                <a:off x="8704131" y="1182533"/>
                <a:ext cx="828720" cy="39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3E81857-ED6F-1A26-EE7C-8FCD142B90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98011" y="1176413"/>
                  <a:ext cx="840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D5F6CD-B149-B701-328E-6F2E7CB7E66A}"/>
                    </a:ext>
                  </a:extLst>
                </p14:cNvPr>
                <p14:cNvContentPartPr/>
                <p14:nvPr/>
              </p14:nvContentPartPr>
              <p14:xfrm>
                <a:off x="9064131" y="1235093"/>
                <a:ext cx="238680" cy="570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D5F6CD-B149-B701-328E-6F2E7CB7E66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058011" y="1228973"/>
                  <a:ext cx="25092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8672F25-16A9-4CD5-5D44-02D48111225C}"/>
                    </a:ext>
                  </a:extLst>
                </p14:cNvPr>
                <p14:cNvContentPartPr/>
                <p14:nvPr/>
              </p14:nvContentPartPr>
              <p14:xfrm>
                <a:off x="9478131" y="1588253"/>
                <a:ext cx="192600" cy="316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8672F25-16A9-4CD5-5D44-02D48111225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72011" y="1582133"/>
                  <a:ext cx="2048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BD31334-D6B9-3C15-CA3C-A333EB5A2B86}"/>
                    </a:ext>
                  </a:extLst>
                </p14:cNvPr>
                <p14:cNvContentPartPr/>
                <p14:nvPr/>
              </p14:nvContentPartPr>
              <p14:xfrm>
                <a:off x="10035411" y="1513013"/>
                <a:ext cx="130680" cy="4028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BD31334-D6B9-3C15-CA3C-A333EB5A2B8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29291" y="1506893"/>
                  <a:ext cx="1429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1912665-E06B-D00E-D7B0-499D33EDC991}"/>
                    </a:ext>
                  </a:extLst>
                </p14:cNvPr>
                <p14:cNvContentPartPr/>
                <p14:nvPr/>
              </p14:nvContentPartPr>
              <p14:xfrm>
                <a:off x="9967731" y="1507613"/>
                <a:ext cx="1146240" cy="5094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1912665-E06B-D00E-D7B0-499D33EDC9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61611" y="1501493"/>
                  <a:ext cx="115848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0A4C2DE-A7CF-356B-A7C0-CA2DFE853AA4}"/>
                    </a:ext>
                  </a:extLst>
                </p14:cNvPr>
                <p14:cNvContentPartPr/>
                <p14:nvPr/>
              </p14:nvContentPartPr>
              <p14:xfrm>
                <a:off x="11402691" y="1879853"/>
                <a:ext cx="23400" cy="30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0A4C2DE-A7CF-356B-A7C0-CA2DFE853A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396571" y="1873733"/>
                  <a:ext cx="3564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F1665EA-336B-8E7E-4AA3-5C1522AF0251}"/>
              </a:ext>
            </a:extLst>
          </p:cNvPr>
          <p:cNvGrpSpPr/>
          <p:nvPr/>
        </p:nvGrpSpPr>
        <p:grpSpPr>
          <a:xfrm>
            <a:off x="5540451" y="2294573"/>
            <a:ext cx="5630040" cy="3827520"/>
            <a:chOff x="5540451" y="2294573"/>
            <a:chExt cx="5630040" cy="38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B42A834-008A-AF77-58CA-57B2E967349D}"/>
                    </a:ext>
                  </a:extLst>
                </p14:cNvPr>
                <p14:cNvContentPartPr/>
                <p14:nvPr/>
              </p14:nvContentPartPr>
              <p14:xfrm>
                <a:off x="8977731" y="2334533"/>
                <a:ext cx="813240" cy="5180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B42A834-008A-AF77-58CA-57B2E967349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71611" y="2328413"/>
                  <a:ext cx="82548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D7D92AE-361E-42CB-B083-CC74007E795F}"/>
                    </a:ext>
                  </a:extLst>
                </p14:cNvPr>
                <p14:cNvContentPartPr/>
                <p14:nvPr/>
              </p14:nvContentPartPr>
              <p14:xfrm>
                <a:off x="9713931" y="2307893"/>
                <a:ext cx="1456560" cy="543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D7D92AE-361E-42CB-B083-CC74007E795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07811" y="2301773"/>
                  <a:ext cx="146880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42CA432-FD29-49F9-6ED3-9513517F0379}"/>
                    </a:ext>
                  </a:extLst>
                </p14:cNvPr>
                <p14:cNvContentPartPr/>
                <p14:nvPr/>
              </p14:nvContentPartPr>
              <p14:xfrm>
                <a:off x="7081251" y="2294573"/>
                <a:ext cx="904320" cy="360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42CA432-FD29-49F9-6ED3-9513517F037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75131" y="2288453"/>
                  <a:ext cx="9165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E1E74DF-18C7-0403-43CB-664CB13724FC}"/>
                    </a:ext>
                  </a:extLst>
                </p14:cNvPr>
                <p14:cNvContentPartPr/>
                <p14:nvPr/>
              </p14:nvContentPartPr>
              <p14:xfrm>
                <a:off x="8118771" y="2324813"/>
                <a:ext cx="67320" cy="78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E1E74DF-18C7-0403-43CB-664CB13724F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12651" y="2318693"/>
                  <a:ext cx="795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58B78DE-F8FC-5F76-A242-DE67B10D2CA7}"/>
                    </a:ext>
                  </a:extLst>
                </p14:cNvPr>
                <p14:cNvContentPartPr/>
                <p14:nvPr/>
              </p14:nvContentPartPr>
              <p14:xfrm>
                <a:off x="8239011" y="2313653"/>
                <a:ext cx="497880" cy="1194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58B78DE-F8FC-5F76-A242-DE67B10D2CA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232891" y="2307533"/>
                  <a:ext cx="510120" cy="12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C647C17-AEC7-CC94-99B7-28266A795E97}"/>
                    </a:ext>
                  </a:extLst>
                </p14:cNvPr>
                <p14:cNvContentPartPr/>
                <p14:nvPr/>
              </p14:nvContentPartPr>
              <p14:xfrm>
                <a:off x="5564211" y="4055693"/>
                <a:ext cx="702000" cy="33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C647C17-AEC7-CC94-99B7-28266A795E9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58091" y="4049573"/>
                  <a:ext cx="7142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7ED398F-D8E1-6E1A-18A4-C9FA42AC13D1}"/>
                    </a:ext>
                  </a:extLst>
                </p14:cNvPr>
                <p14:cNvContentPartPr/>
                <p14:nvPr/>
              </p14:nvContentPartPr>
              <p14:xfrm>
                <a:off x="5801811" y="3659693"/>
                <a:ext cx="590400" cy="818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7ED398F-D8E1-6E1A-18A4-C9FA42AC13D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95691" y="3653573"/>
                  <a:ext cx="602640" cy="83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CAB1EEE-DF09-5A8D-931C-73267DFAC5E1}"/>
                    </a:ext>
                  </a:extLst>
                </p14:cNvPr>
                <p14:cNvContentPartPr/>
                <p14:nvPr/>
              </p14:nvContentPartPr>
              <p14:xfrm>
                <a:off x="7188891" y="3643133"/>
                <a:ext cx="761040" cy="723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CAB1EEE-DF09-5A8D-931C-73267DFAC5E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82771" y="3637013"/>
                  <a:ext cx="773280" cy="73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C090492-B050-B3E8-EC23-03F5F0F11468}"/>
                    </a:ext>
                  </a:extLst>
                </p14:cNvPr>
                <p14:cNvContentPartPr/>
                <p14:nvPr/>
              </p14:nvContentPartPr>
              <p14:xfrm>
                <a:off x="8173491" y="3791093"/>
                <a:ext cx="46080" cy="20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C090492-B050-B3E8-EC23-03F5F0F1146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67371" y="3784973"/>
                  <a:ext cx="583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5075764-9B51-C078-B9D9-6EF3BBC8EC56}"/>
                    </a:ext>
                  </a:extLst>
                </p14:cNvPr>
                <p14:cNvContentPartPr/>
                <p14:nvPr/>
              </p14:nvContentPartPr>
              <p14:xfrm>
                <a:off x="8179611" y="3841493"/>
                <a:ext cx="1765800" cy="1209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5075764-9B51-C078-B9D9-6EF3BBC8EC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73491" y="3835373"/>
                  <a:ext cx="1778040" cy="12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E44D375-62B0-2C9B-41E3-6692D4DDBAB9}"/>
                    </a:ext>
                  </a:extLst>
                </p14:cNvPr>
                <p14:cNvContentPartPr/>
                <p14:nvPr/>
              </p14:nvContentPartPr>
              <p14:xfrm>
                <a:off x="10137651" y="4210853"/>
                <a:ext cx="578880" cy="313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E44D375-62B0-2C9B-41E3-6692D4DDBAB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131531" y="4204733"/>
                  <a:ext cx="59112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082D474-4812-9500-082E-0F2B1F79BCA1}"/>
                    </a:ext>
                  </a:extLst>
                </p14:cNvPr>
                <p14:cNvContentPartPr/>
                <p14:nvPr/>
              </p14:nvContentPartPr>
              <p14:xfrm>
                <a:off x="10650291" y="4265213"/>
                <a:ext cx="422280" cy="82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082D474-4812-9500-082E-0F2B1F79BC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44171" y="4259093"/>
                  <a:ext cx="434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5E7693A-5368-AFC2-CCD8-360AC68476E1}"/>
                    </a:ext>
                  </a:extLst>
                </p14:cNvPr>
                <p14:cNvContentPartPr/>
                <p14:nvPr/>
              </p14:nvContentPartPr>
              <p14:xfrm>
                <a:off x="5540451" y="4657973"/>
                <a:ext cx="1079280" cy="684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5E7693A-5368-AFC2-CCD8-360AC68476E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34331" y="4651853"/>
                  <a:ext cx="1091520" cy="69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06D4613-FE85-9914-8052-1BB0D04B200A}"/>
                    </a:ext>
                  </a:extLst>
                </p14:cNvPr>
                <p14:cNvContentPartPr/>
                <p14:nvPr/>
              </p14:nvContentPartPr>
              <p14:xfrm>
                <a:off x="6379251" y="4893413"/>
                <a:ext cx="84600" cy="31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06D4613-FE85-9914-8052-1BB0D04B200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73131" y="4887293"/>
                  <a:ext cx="96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F95D312-CB94-CB3C-0746-36EA68AF6A83}"/>
                    </a:ext>
                  </a:extLst>
                </p14:cNvPr>
                <p14:cNvContentPartPr/>
                <p14:nvPr/>
              </p14:nvContentPartPr>
              <p14:xfrm>
                <a:off x="6620451" y="4926173"/>
                <a:ext cx="1026720" cy="513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F95D312-CB94-CB3C-0746-36EA68AF6A8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614331" y="4920053"/>
                  <a:ext cx="103896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ABC2231-5187-8496-B143-A1FB26E0A312}"/>
                    </a:ext>
                  </a:extLst>
                </p14:cNvPr>
                <p14:cNvContentPartPr/>
                <p14:nvPr/>
              </p14:nvContentPartPr>
              <p14:xfrm>
                <a:off x="8029851" y="5066213"/>
                <a:ext cx="668520" cy="1055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ABC2231-5187-8496-B143-A1FB26E0A31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23731" y="5060093"/>
                  <a:ext cx="680760" cy="10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F7EB296-D23C-EE20-D580-6F0D901AB6F0}"/>
                    </a:ext>
                  </a:extLst>
                </p14:cNvPr>
                <p14:cNvContentPartPr/>
                <p14:nvPr/>
              </p14:nvContentPartPr>
              <p14:xfrm>
                <a:off x="8986371" y="5345933"/>
                <a:ext cx="547920" cy="450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F7EB296-D23C-EE20-D580-6F0D901AB6F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80251" y="5339813"/>
                  <a:ext cx="5601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B5742E9-5065-38EF-BCD9-3FAAC25D7DF7}"/>
                    </a:ext>
                  </a:extLst>
                </p14:cNvPr>
                <p14:cNvContentPartPr/>
                <p14:nvPr/>
              </p14:nvContentPartPr>
              <p14:xfrm>
                <a:off x="9463011" y="5102933"/>
                <a:ext cx="1482480" cy="629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B5742E9-5065-38EF-BCD9-3FAAC25D7DF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456891" y="5096813"/>
                  <a:ext cx="149472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518A4ED-5223-4FC4-3F8F-6412F9901E66}"/>
                    </a:ext>
                  </a:extLst>
                </p14:cNvPr>
                <p14:cNvContentPartPr/>
                <p14:nvPr/>
              </p14:nvContentPartPr>
              <p14:xfrm>
                <a:off x="11094171" y="5740133"/>
                <a:ext cx="20880" cy="16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518A4ED-5223-4FC4-3F8F-6412F9901E6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88051" y="5734013"/>
                  <a:ext cx="33120" cy="28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4717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50A03389-F01E-1921-0B50-445B27ACD5F4}"/>
              </a:ext>
            </a:extLst>
          </p:cNvPr>
          <p:cNvGrpSpPr/>
          <p:nvPr/>
        </p:nvGrpSpPr>
        <p:grpSpPr>
          <a:xfrm>
            <a:off x="1267251" y="592853"/>
            <a:ext cx="10747080" cy="6064560"/>
            <a:chOff x="1267251" y="592853"/>
            <a:chExt cx="10747080" cy="606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25A66CD-86BB-25D1-63B2-00676FF46926}"/>
                    </a:ext>
                  </a:extLst>
                </p14:cNvPr>
                <p14:cNvContentPartPr/>
                <p14:nvPr/>
              </p14:nvContentPartPr>
              <p14:xfrm>
                <a:off x="1267251" y="1094693"/>
                <a:ext cx="666720" cy="702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25A66CD-86BB-25D1-63B2-00676FF4692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61131" y="1088573"/>
                  <a:ext cx="678960" cy="71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631FEE9-596B-E2E2-33C2-83435C2BCA53}"/>
                    </a:ext>
                  </a:extLst>
                </p14:cNvPr>
                <p14:cNvContentPartPr/>
                <p14:nvPr/>
              </p14:nvContentPartPr>
              <p14:xfrm>
                <a:off x="2026131" y="1169933"/>
                <a:ext cx="303480" cy="338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631FEE9-596B-E2E2-33C2-83435C2BCA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20011" y="1163813"/>
                  <a:ext cx="3157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370BA5A-C29B-7DDC-789A-A5C2EA298A8E}"/>
                    </a:ext>
                  </a:extLst>
                </p14:cNvPr>
                <p14:cNvContentPartPr/>
                <p14:nvPr/>
              </p14:nvContentPartPr>
              <p14:xfrm>
                <a:off x="2449131" y="1061573"/>
                <a:ext cx="673920" cy="365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370BA5A-C29B-7DDC-789A-A5C2EA298A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43011" y="1055453"/>
                  <a:ext cx="6861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D2831AF-C11B-8376-157A-87B990160F6E}"/>
                    </a:ext>
                  </a:extLst>
                </p14:cNvPr>
                <p14:cNvContentPartPr/>
                <p14:nvPr/>
              </p14:nvContentPartPr>
              <p14:xfrm>
                <a:off x="3299091" y="677093"/>
                <a:ext cx="346320" cy="7358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D2831AF-C11B-8376-157A-87B990160F6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92971" y="670973"/>
                  <a:ext cx="35856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B64959C-64B4-C19F-55F2-9B22A279790D}"/>
                    </a:ext>
                  </a:extLst>
                </p14:cNvPr>
                <p14:cNvContentPartPr/>
                <p14:nvPr/>
              </p14:nvContentPartPr>
              <p14:xfrm>
                <a:off x="3874731" y="1091813"/>
                <a:ext cx="17280" cy="304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B64959C-64B4-C19F-55F2-9B22A279790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68611" y="1085693"/>
                  <a:ext cx="295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85BDB2B-7D83-A220-A3A8-2F085E3B6191}"/>
                    </a:ext>
                  </a:extLst>
                </p14:cNvPr>
                <p14:cNvContentPartPr/>
                <p14:nvPr/>
              </p14:nvContentPartPr>
              <p14:xfrm>
                <a:off x="3991731" y="879413"/>
                <a:ext cx="35280" cy="24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85BDB2B-7D83-A220-A3A8-2F085E3B619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85611" y="873293"/>
                  <a:ext cx="475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C79AAE2-BB15-75C3-00EF-CDECA07A021B}"/>
                    </a:ext>
                  </a:extLst>
                </p14:cNvPr>
                <p14:cNvContentPartPr/>
                <p14:nvPr/>
              </p14:nvContentPartPr>
              <p14:xfrm>
                <a:off x="4137891" y="1048253"/>
                <a:ext cx="869040" cy="266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C79AAE2-BB15-75C3-00EF-CDECA07A02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31771" y="1042133"/>
                  <a:ext cx="8812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CC4AA79-A4B1-8D12-346A-213889B11F7B}"/>
                    </a:ext>
                  </a:extLst>
                </p14:cNvPr>
                <p14:cNvContentPartPr/>
                <p14:nvPr/>
              </p14:nvContentPartPr>
              <p14:xfrm>
                <a:off x="5046891" y="737213"/>
                <a:ext cx="24480" cy="51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CC4AA79-A4B1-8D12-346A-213889B11F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40771" y="731093"/>
                  <a:ext cx="36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F5CE0DF-A6B4-CA77-303E-EF54410BE07A}"/>
                    </a:ext>
                  </a:extLst>
                </p14:cNvPr>
                <p14:cNvContentPartPr/>
                <p14:nvPr/>
              </p14:nvContentPartPr>
              <p14:xfrm>
                <a:off x="5303571" y="890573"/>
                <a:ext cx="949320" cy="1320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F5CE0DF-A6B4-CA77-303E-EF54410BE0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97451" y="884453"/>
                  <a:ext cx="961560" cy="13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5102114-4036-B695-F73C-FD91451780B1}"/>
                    </a:ext>
                  </a:extLst>
                </p14:cNvPr>
                <p14:cNvContentPartPr/>
                <p14:nvPr/>
              </p14:nvContentPartPr>
              <p14:xfrm>
                <a:off x="7114011" y="761333"/>
                <a:ext cx="970560" cy="777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5102114-4036-B695-F73C-FD91451780B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107891" y="755213"/>
                  <a:ext cx="98280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C537F82-99E7-F0D2-28D2-2FAFF856AFA6}"/>
                    </a:ext>
                  </a:extLst>
                </p14:cNvPr>
                <p14:cNvContentPartPr/>
                <p14:nvPr/>
              </p14:nvContentPartPr>
              <p14:xfrm>
                <a:off x="8303811" y="818213"/>
                <a:ext cx="793800" cy="374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C537F82-99E7-F0D2-28D2-2FAFF856AFA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7691" y="812093"/>
                  <a:ext cx="8060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1239F9-DBA7-905C-27F8-E4C3DA90D54E}"/>
                    </a:ext>
                  </a:extLst>
                </p14:cNvPr>
                <p14:cNvContentPartPr/>
                <p14:nvPr/>
              </p14:nvContentPartPr>
              <p14:xfrm>
                <a:off x="9186531" y="592853"/>
                <a:ext cx="25560" cy="784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1239F9-DBA7-905C-27F8-E4C3DA90D54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80411" y="586733"/>
                  <a:ext cx="37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DECB23B-B4C8-9D67-2734-BF06361113EE}"/>
                    </a:ext>
                  </a:extLst>
                </p14:cNvPr>
                <p14:cNvContentPartPr/>
                <p14:nvPr/>
              </p14:nvContentPartPr>
              <p14:xfrm>
                <a:off x="9380931" y="926933"/>
                <a:ext cx="105120" cy="316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DECB23B-B4C8-9D67-2734-BF06361113E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74811" y="920813"/>
                  <a:ext cx="1173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2E7EA04-1FEF-D42E-3769-8201375883E6}"/>
                    </a:ext>
                  </a:extLst>
                </p14:cNvPr>
                <p14:cNvContentPartPr/>
                <p14:nvPr/>
              </p14:nvContentPartPr>
              <p14:xfrm>
                <a:off x="9429891" y="669893"/>
                <a:ext cx="75240" cy="45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2E7EA04-1FEF-D42E-3769-8201375883E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423771" y="663773"/>
                  <a:ext cx="874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1963CC1-853B-C8E3-65F6-36241C9D6E74}"/>
                    </a:ext>
                  </a:extLst>
                </p14:cNvPr>
                <p14:cNvContentPartPr/>
                <p14:nvPr/>
              </p14:nvContentPartPr>
              <p14:xfrm>
                <a:off x="9734091" y="853853"/>
                <a:ext cx="493200" cy="5360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1963CC1-853B-C8E3-65F6-36241C9D6E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27971" y="847733"/>
                  <a:ext cx="505440" cy="54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DC0E48E-B109-A00F-E7E2-ECAE004BCC07}"/>
                    </a:ext>
                  </a:extLst>
                </p14:cNvPr>
                <p14:cNvContentPartPr/>
                <p14:nvPr/>
              </p14:nvContentPartPr>
              <p14:xfrm>
                <a:off x="10529691" y="1090733"/>
                <a:ext cx="170280" cy="49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DC0E48E-B109-A00F-E7E2-ECAE004BCC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23571" y="1084613"/>
                  <a:ext cx="182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ABDB19F-0D56-6D63-863F-B4CDC96B440F}"/>
                    </a:ext>
                  </a:extLst>
                </p14:cNvPr>
                <p14:cNvContentPartPr/>
                <p14:nvPr/>
              </p14:nvContentPartPr>
              <p14:xfrm>
                <a:off x="3369651" y="1670333"/>
                <a:ext cx="5881680" cy="619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ABDB19F-0D56-6D63-863F-B4CDC96B440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63531" y="1664213"/>
                  <a:ext cx="589392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2BB2AF7-E2E2-BBF9-9D07-71A07DC0B685}"/>
                    </a:ext>
                  </a:extLst>
                </p14:cNvPr>
                <p14:cNvContentPartPr/>
                <p14:nvPr/>
              </p14:nvContentPartPr>
              <p14:xfrm>
                <a:off x="3117291" y="2248853"/>
                <a:ext cx="1446480" cy="1591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2BB2AF7-E2E2-BBF9-9D07-71A07DC0B6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11171" y="2242733"/>
                  <a:ext cx="1458720" cy="16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77212C9-E516-60CB-1EFC-EE54C1FE5762}"/>
                    </a:ext>
                  </a:extLst>
                </p14:cNvPr>
                <p14:cNvContentPartPr/>
                <p14:nvPr/>
              </p14:nvContentPartPr>
              <p14:xfrm>
                <a:off x="4654851" y="3183053"/>
                <a:ext cx="2531160" cy="9075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77212C9-E516-60CB-1EFC-EE54C1FE576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48731" y="3176933"/>
                  <a:ext cx="2543400" cy="9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BA5819A-9558-D6C0-99EF-18776E4D3980}"/>
                    </a:ext>
                  </a:extLst>
                </p14:cNvPr>
                <p14:cNvContentPartPr/>
                <p14:nvPr/>
              </p14:nvContentPartPr>
              <p14:xfrm>
                <a:off x="6755091" y="4158293"/>
                <a:ext cx="780840" cy="954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BA5819A-9558-D6C0-99EF-18776E4D39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48971" y="4152173"/>
                  <a:ext cx="793080" cy="9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5A34792-E4D0-21F7-B843-843D595C093C}"/>
                    </a:ext>
                  </a:extLst>
                </p14:cNvPr>
                <p14:cNvContentPartPr/>
                <p14:nvPr/>
              </p14:nvContentPartPr>
              <p14:xfrm>
                <a:off x="6895491" y="4146413"/>
                <a:ext cx="1132920" cy="6400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5A34792-E4D0-21F7-B843-843D595C093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889371" y="4140293"/>
                  <a:ext cx="114516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231B5DB-1A69-3FE1-272B-08EC52390769}"/>
                    </a:ext>
                  </a:extLst>
                </p14:cNvPr>
                <p14:cNvContentPartPr/>
                <p14:nvPr/>
              </p14:nvContentPartPr>
              <p14:xfrm>
                <a:off x="7922571" y="4256213"/>
                <a:ext cx="228240" cy="273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231B5DB-1A69-3FE1-272B-08EC5239076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916451" y="4250093"/>
                  <a:ext cx="240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C7D46FE-A61A-F309-238E-05FA7E1B0E9A}"/>
                    </a:ext>
                  </a:extLst>
                </p14:cNvPr>
                <p14:cNvContentPartPr/>
                <p14:nvPr/>
              </p14:nvContentPartPr>
              <p14:xfrm>
                <a:off x="8380131" y="4001333"/>
                <a:ext cx="102240" cy="633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C7D46FE-A61A-F309-238E-05FA7E1B0E9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374011" y="3995213"/>
                  <a:ext cx="114480" cy="64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B8C61CD-62A6-7BB5-9012-A90DEA10A0D9}"/>
                    </a:ext>
                  </a:extLst>
                </p14:cNvPr>
                <p14:cNvContentPartPr/>
                <p14:nvPr/>
              </p14:nvContentPartPr>
              <p14:xfrm>
                <a:off x="8432691" y="4120853"/>
                <a:ext cx="209880" cy="294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B8C61CD-62A6-7BB5-9012-A90DEA10A0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26571" y="4114733"/>
                  <a:ext cx="222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4815845-FD41-B9AE-18A1-F3911DDE162E}"/>
                    </a:ext>
                  </a:extLst>
                </p14:cNvPr>
                <p14:cNvContentPartPr/>
                <p14:nvPr/>
              </p14:nvContentPartPr>
              <p14:xfrm>
                <a:off x="8838051" y="3558533"/>
                <a:ext cx="1132560" cy="680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4815845-FD41-B9AE-18A1-F3911DDE162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31931" y="3552413"/>
                  <a:ext cx="114480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94245D9-BC59-1AB8-E1F4-413591C21EBD}"/>
                    </a:ext>
                  </a:extLst>
                </p14:cNvPr>
                <p14:cNvContentPartPr/>
                <p14:nvPr/>
              </p14:nvContentPartPr>
              <p14:xfrm>
                <a:off x="2981211" y="3936893"/>
                <a:ext cx="111240" cy="7822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94245D9-BC59-1AB8-E1F4-413591C21EB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75091" y="3930773"/>
                  <a:ext cx="123480" cy="79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AADCDF4-0DBB-E261-EB5C-D54AE23C5114}"/>
                    </a:ext>
                  </a:extLst>
                </p14:cNvPr>
                <p14:cNvContentPartPr/>
                <p14:nvPr/>
              </p14:nvContentPartPr>
              <p14:xfrm>
                <a:off x="2437611" y="4732133"/>
                <a:ext cx="1027440" cy="2743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AADCDF4-0DBB-E261-EB5C-D54AE23C51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31491" y="4726013"/>
                  <a:ext cx="1039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7EA013-5C75-B47D-E435-0EB55160A629}"/>
                    </a:ext>
                  </a:extLst>
                </p14:cNvPr>
                <p14:cNvContentPartPr/>
                <p14:nvPr/>
              </p14:nvContentPartPr>
              <p14:xfrm>
                <a:off x="2273091" y="5630333"/>
                <a:ext cx="63360" cy="363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7EA013-5C75-B47D-E435-0EB55160A62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266971" y="5624213"/>
                  <a:ext cx="7560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3E67334-77F3-2B96-1E7F-A277FA440D50}"/>
                    </a:ext>
                  </a:extLst>
                </p14:cNvPr>
                <p14:cNvContentPartPr/>
                <p14:nvPr/>
              </p14:nvContentPartPr>
              <p14:xfrm>
                <a:off x="2521131" y="5482373"/>
                <a:ext cx="545040" cy="434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3E67334-77F3-2B96-1E7F-A277FA440D5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15011" y="5476253"/>
                  <a:ext cx="55728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8B71051-7F07-2C08-DC4B-B26E23340B6A}"/>
                    </a:ext>
                  </a:extLst>
                </p14:cNvPr>
                <p14:cNvContentPartPr/>
                <p14:nvPr/>
              </p14:nvContentPartPr>
              <p14:xfrm>
                <a:off x="3203331" y="5417933"/>
                <a:ext cx="272880" cy="300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8B71051-7F07-2C08-DC4B-B26E23340B6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97211" y="5411813"/>
                  <a:ext cx="2851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4519D50-733E-EED0-F8CC-340220BBB48A}"/>
                    </a:ext>
                  </a:extLst>
                </p14:cNvPr>
                <p14:cNvContentPartPr/>
                <p14:nvPr/>
              </p14:nvContentPartPr>
              <p14:xfrm>
                <a:off x="3613371" y="4959293"/>
                <a:ext cx="1053000" cy="987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4519D50-733E-EED0-F8CC-340220BBB48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607251" y="4953173"/>
                  <a:ext cx="1065240" cy="10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AF4C82C-5236-1BA5-FD16-0BCDADCB7D8E}"/>
                    </a:ext>
                  </a:extLst>
                </p14:cNvPr>
                <p14:cNvContentPartPr/>
                <p14:nvPr/>
              </p14:nvContentPartPr>
              <p14:xfrm>
                <a:off x="5072091" y="5032373"/>
                <a:ext cx="11160" cy="42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AF4C82C-5236-1BA5-FD16-0BCDADCB7D8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65971" y="5026253"/>
                  <a:ext cx="23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22925A7-4111-F133-E02A-73E907F8D8FF}"/>
                    </a:ext>
                  </a:extLst>
                </p14:cNvPr>
                <p14:cNvContentPartPr/>
                <p14:nvPr/>
              </p14:nvContentPartPr>
              <p14:xfrm>
                <a:off x="8363931" y="4763453"/>
                <a:ext cx="88560" cy="346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22925A7-4111-F133-E02A-73E907F8D8F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57811" y="4757333"/>
                  <a:ext cx="10080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54CEDB1-2385-7B30-66D6-433E484E42A3}"/>
                    </a:ext>
                  </a:extLst>
                </p14:cNvPr>
                <p14:cNvContentPartPr/>
                <p14:nvPr/>
              </p14:nvContentPartPr>
              <p14:xfrm>
                <a:off x="8218851" y="4900973"/>
                <a:ext cx="330840" cy="266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54CEDB1-2385-7B30-66D6-433E484E42A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212731" y="4894853"/>
                  <a:ext cx="343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D3C4991-42AF-F1CA-AB53-C461B692A3B0}"/>
                    </a:ext>
                  </a:extLst>
                </p14:cNvPr>
                <p14:cNvContentPartPr/>
                <p14:nvPr/>
              </p14:nvContentPartPr>
              <p14:xfrm>
                <a:off x="7760931" y="5602613"/>
                <a:ext cx="678600" cy="452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D3C4991-42AF-F1CA-AB53-C461B692A3B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54811" y="5596493"/>
                  <a:ext cx="69084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7DBE4D6-D147-DCEC-2E5E-BFCFD7FF8C66}"/>
                    </a:ext>
                  </a:extLst>
                </p14:cNvPr>
                <p14:cNvContentPartPr/>
                <p14:nvPr/>
              </p14:nvContentPartPr>
              <p14:xfrm>
                <a:off x="8499651" y="5384453"/>
                <a:ext cx="482040" cy="3513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7DBE4D6-D147-DCEC-2E5E-BFCFD7FF8C6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93531" y="5378333"/>
                  <a:ext cx="4942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4DD16BB-E926-270C-DC02-0CCD5BD351A6}"/>
                    </a:ext>
                  </a:extLst>
                </p14:cNvPr>
                <p14:cNvContentPartPr/>
                <p14:nvPr/>
              </p14:nvContentPartPr>
              <p14:xfrm>
                <a:off x="9005091" y="4998893"/>
                <a:ext cx="426600" cy="425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4DD16BB-E926-270C-DC02-0CCD5BD351A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98971" y="4992773"/>
                  <a:ext cx="43884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BD7527E-A516-DA06-8900-69FD52A9ACB5}"/>
                    </a:ext>
                  </a:extLst>
                </p14:cNvPr>
                <p14:cNvContentPartPr/>
                <p14:nvPr/>
              </p14:nvContentPartPr>
              <p14:xfrm>
                <a:off x="9541851" y="4700453"/>
                <a:ext cx="106920" cy="367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BD7527E-A516-DA06-8900-69FD52A9ACB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35731" y="4694333"/>
                  <a:ext cx="1191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958B7DD-4EDC-FDFF-9D74-9C8093B1AB38}"/>
                    </a:ext>
                  </a:extLst>
                </p14:cNvPr>
                <p14:cNvContentPartPr/>
                <p14:nvPr/>
              </p14:nvContentPartPr>
              <p14:xfrm>
                <a:off x="9507291" y="4705493"/>
                <a:ext cx="549000" cy="309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958B7DD-4EDC-FDFF-9D74-9C8093B1AB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01171" y="4699373"/>
                  <a:ext cx="5612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412DDC5-91AB-E4D0-0756-FE34CDDEEDEE}"/>
                    </a:ext>
                  </a:extLst>
                </p14:cNvPr>
                <p14:cNvContentPartPr/>
                <p14:nvPr/>
              </p14:nvContentPartPr>
              <p14:xfrm>
                <a:off x="10019571" y="3939773"/>
                <a:ext cx="948240" cy="788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412DDC5-91AB-E4D0-0756-FE34CDDEEDE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13451" y="3933653"/>
                  <a:ext cx="960480" cy="8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7024FEE-A85D-6AD6-E0C2-F47A0345ACEB}"/>
                    </a:ext>
                  </a:extLst>
                </p14:cNvPr>
                <p14:cNvContentPartPr/>
                <p14:nvPr/>
              </p14:nvContentPartPr>
              <p14:xfrm>
                <a:off x="10838571" y="3740693"/>
                <a:ext cx="511200" cy="290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7024FEE-A85D-6AD6-E0C2-F47A0345ACE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832451" y="3734573"/>
                  <a:ext cx="5234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899747E-4859-903F-F8DE-400B42790C78}"/>
                    </a:ext>
                  </a:extLst>
                </p14:cNvPr>
                <p14:cNvContentPartPr/>
                <p14:nvPr/>
              </p14:nvContentPartPr>
              <p14:xfrm>
                <a:off x="9987171" y="5495693"/>
                <a:ext cx="224640" cy="473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899747E-4859-903F-F8DE-400B42790C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981051" y="5489573"/>
                  <a:ext cx="2368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7B5F382-92F5-20D0-F55C-95CA805EB06C}"/>
                    </a:ext>
                  </a:extLst>
                </p14:cNvPr>
                <p14:cNvContentPartPr/>
                <p14:nvPr/>
              </p14:nvContentPartPr>
              <p14:xfrm>
                <a:off x="9936411" y="5219213"/>
                <a:ext cx="836280" cy="647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7B5F382-92F5-20D0-F55C-95CA805EB0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930291" y="5213093"/>
                  <a:ext cx="84852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F05A1C2-FFD6-DED3-1374-49F6B2C29CFA}"/>
                    </a:ext>
                  </a:extLst>
                </p14:cNvPr>
                <p14:cNvContentPartPr/>
                <p14:nvPr/>
              </p14:nvContentPartPr>
              <p14:xfrm>
                <a:off x="10764771" y="5038133"/>
                <a:ext cx="350640" cy="297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F05A1C2-FFD6-DED3-1374-49F6B2C29CF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758651" y="5032013"/>
                  <a:ext cx="3628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C65C0DE-FBAE-3D33-8643-50A12D6EB253}"/>
                    </a:ext>
                  </a:extLst>
                </p14:cNvPr>
                <p14:cNvContentPartPr/>
                <p14:nvPr/>
              </p14:nvContentPartPr>
              <p14:xfrm>
                <a:off x="10608891" y="5717813"/>
                <a:ext cx="213120" cy="376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C65C0DE-FBAE-3D33-8643-50A12D6EB25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602771" y="5711693"/>
                  <a:ext cx="22536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3C2F2F1-5827-9EF9-610A-8C89420C1180}"/>
                    </a:ext>
                  </a:extLst>
                </p14:cNvPr>
                <p14:cNvContentPartPr/>
                <p14:nvPr/>
              </p14:nvContentPartPr>
              <p14:xfrm>
                <a:off x="10526091" y="5396333"/>
                <a:ext cx="851040" cy="546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3C2F2F1-5827-9EF9-610A-8C89420C118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19971" y="5390213"/>
                  <a:ext cx="86328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1754FDE-EABB-26D5-66CD-D1617C664F55}"/>
                    </a:ext>
                  </a:extLst>
                </p14:cNvPr>
                <p14:cNvContentPartPr/>
                <p14:nvPr/>
              </p14:nvContentPartPr>
              <p14:xfrm>
                <a:off x="11475051" y="5186453"/>
                <a:ext cx="79920" cy="2401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1754FDE-EABB-26D5-66CD-D1617C664F5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68931" y="5180333"/>
                  <a:ext cx="92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E62FADD-C755-E2D4-6CE0-183D1D844C8A}"/>
                    </a:ext>
                  </a:extLst>
                </p14:cNvPr>
                <p14:cNvContentPartPr/>
                <p14:nvPr/>
              </p14:nvContentPartPr>
              <p14:xfrm>
                <a:off x="11617251" y="5057933"/>
                <a:ext cx="280080" cy="204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E62FADD-C755-E2D4-6CE0-183D1D844C8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611131" y="5051813"/>
                  <a:ext cx="2923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D8D0187-73AF-1EED-28DA-B24007D43850}"/>
                    </a:ext>
                  </a:extLst>
                </p14:cNvPr>
                <p14:cNvContentPartPr/>
                <p14:nvPr/>
              </p14:nvContentPartPr>
              <p14:xfrm>
                <a:off x="11976531" y="4995653"/>
                <a:ext cx="37800" cy="69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D8D0187-73AF-1EED-28DA-B24007D4385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970411" y="4989533"/>
                  <a:ext cx="50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D15B2D9-5DE6-9B6E-A2CF-43ECF09967A5}"/>
                    </a:ext>
                  </a:extLst>
                </p14:cNvPr>
                <p14:cNvContentPartPr/>
                <p14:nvPr/>
              </p14:nvContentPartPr>
              <p14:xfrm>
                <a:off x="4393491" y="5566253"/>
                <a:ext cx="684360" cy="386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D15B2D9-5DE6-9B6E-A2CF-43ECF09967A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387371" y="5560133"/>
                  <a:ext cx="69660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C60BAC1-669C-9BF2-9745-D49E088A0160}"/>
                    </a:ext>
                  </a:extLst>
                </p14:cNvPr>
                <p14:cNvContentPartPr/>
                <p14:nvPr/>
              </p14:nvContentPartPr>
              <p14:xfrm>
                <a:off x="4698411" y="5668493"/>
                <a:ext cx="586800" cy="3920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C60BAC1-669C-9BF2-9745-D49E088A016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92291" y="5662373"/>
                  <a:ext cx="59904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BF2C1F4-B6C1-645A-85BA-7A034D73B4DF}"/>
                    </a:ext>
                  </a:extLst>
                </p14:cNvPr>
                <p14:cNvContentPartPr/>
                <p14:nvPr/>
              </p14:nvContentPartPr>
              <p14:xfrm>
                <a:off x="5278371" y="5862533"/>
                <a:ext cx="700200" cy="524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BF2C1F4-B6C1-645A-85BA-7A034D73B4D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72251" y="5856413"/>
                  <a:ext cx="71244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6DFEC8A-E2F1-0878-3FA2-5978A0F3E697}"/>
                    </a:ext>
                  </a:extLst>
                </p14:cNvPr>
                <p14:cNvContentPartPr/>
                <p14:nvPr/>
              </p14:nvContentPartPr>
              <p14:xfrm>
                <a:off x="5788491" y="6068813"/>
                <a:ext cx="135360" cy="380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6DFEC8A-E2F1-0878-3FA2-5978A0F3E69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82371" y="6062693"/>
                  <a:ext cx="14760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125230E-E167-DE81-58AE-76733A997E9A}"/>
                    </a:ext>
                  </a:extLst>
                </p14:cNvPr>
                <p14:cNvContentPartPr/>
                <p14:nvPr/>
              </p14:nvContentPartPr>
              <p14:xfrm>
                <a:off x="6075411" y="5984573"/>
                <a:ext cx="333000" cy="262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125230E-E167-DE81-58AE-76733A997E9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69291" y="5978453"/>
                  <a:ext cx="3452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4C4FF5A-BF97-3CE6-D94C-D2EDF90B0935}"/>
                    </a:ext>
                  </a:extLst>
                </p14:cNvPr>
                <p14:cNvContentPartPr/>
                <p14:nvPr/>
              </p14:nvContentPartPr>
              <p14:xfrm>
                <a:off x="6314091" y="5740133"/>
                <a:ext cx="17280" cy="15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4C4FF5A-BF97-3CE6-D94C-D2EDF90B093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307971" y="5734013"/>
                  <a:ext cx="29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25C71E4-D68C-14E9-49EC-CA11E2EBF85A}"/>
                    </a:ext>
                  </a:extLst>
                </p14:cNvPr>
                <p14:cNvContentPartPr/>
                <p14:nvPr/>
              </p14:nvContentPartPr>
              <p14:xfrm>
                <a:off x="6438291" y="5802413"/>
                <a:ext cx="302040" cy="223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25C71E4-D68C-14E9-49EC-CA11E2EBF85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432171" y="5796293"/>
                  <a:ext cx="3142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9922F2A-05BC-52F3-C908-E4D6CF95A0DC}"/>
                    </a:ext>
                  </a:extLst>
                </p14:cNvPr>
                <p14:cNvContentPartPr/>
                <p14:nvPr/>
              </p14:nvContentPartPr>
              <p14:xfrm>
                <a:off x="6520371" y="5804573"/>
                <a:ext cx="577800" cy="338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9922F2A-05BC-52F3-C908-E4D6CF95A0D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514251" y="5798453"/>
                  <a:ext cx="5900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CD6A4B1-DA3C-1E57-C48F-D9BD2075F658}"/>
                    </a:ext>
                  </a:extLst>
                </p14:cNvPr>
                <p14:cNvContentPartPr/>
                <p14:nvPr/>
              </p14:nvContentPartPr>
              <p14:xfrm>
                <a:off x="6874611" y="6227213"/>
                <a:ext cx="163440" cy="4302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CD6A4B1-DA3C-1E57-C48F-D9BD2075F65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868491" y="6221093"/>
                  <a:ext cx="17568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B28575E-95AC-C818-E0F7-3ACA9518E0A6}"/>
                    </a:ext>
                  </a:extLst>
                </p14:cNvPr>
                <p14:cNvContentPartPr/>
                <p14:nvPr/>
              </p14:nvContentPartPr>
              <p14:xfrm>
                <a:off x="6950931" y="6254213"/>
                <a:ext cx="401040" cy="2116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B28575E-95AC-C818-E0F7-3ACA9518E0A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944811" y="6248093"/>
                  <a:ext cx="4132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18AD444-65FC-15D3-21D6-EFC454B4236E}"/>
                    </a:ext>
                  </a:extLst>
                </p14:cNvPr>
                <p14:cNvContentPartPr/>
                <p14:nvPr/>
              </p14:nvContentPartPr>
              <p14:xfrm>
                <a:off x="7354851" y="6168893"/>
                <a:ext cx="239040" cy="236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18AD444-65FC-15D3-21D6-EFC454B4236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48731" y="6162773"/>
                  <a:ext cx="2512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AE328CF-F7FF-1100-1080-4D3C96F922F4}"/>
                    </a:ext>
                  </a:extLst>
                </p14:cNvPr>
                <p14:cNvContentPartPr/>
                <p14:nvPr/>
              </p14:nvContentPartPr>
              <p14:xfrm>
                <a:off x="7880451" y="6112373"/>
                <a:ext cx="162000" cy="384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AE328CF-F7FF-1100-1080-4D3C96F922F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874331" y="6106253"/>
                  <a:ext cx="17424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C2613BD-7CAA-2C03-773B-37A85C7A56ED}"/>
                    </a:ext>
                  </a:extLst>
                </p14:cNvPr>
                <p14:cNvContentPartPr/>
                <p14:nvPr/>
              </p14:nvContentPartPr>
              <p14:xfrm>
                <a:off x="7932291" y="6013733"/>
                <a:ext cx="655560" cy="415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C2613BD-7CAA-2C03-773B-37A85C7A56E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926171" y="6007613"/>
                  <a:ext cx="66780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6D65973-D57F-F5C3-504B-03ED0F1F8170}"/>
                    </a:ext>
                  </a:extLst>
                </p14:cNvPr>
                <p14:cNvContentPartPr/>
                <p14:nvPr/>
              </p14:nvContentPartPr>
              <p14:xfrm>
                <a:off x="8677491" y="6050453"/>
                <a:ext cx="584280" cy="180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6D65973-D57F-F5C3-504B-03ED0F1F817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71371" y="6044333"/>
                  <a:ext cx="5965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0FB413C-C051-9DA8-C59A-555C8DC95152}"/>
                    </a:ext>
                  </a:extLst>
                </p14:cNvPr>
                <p14:cNvContentPartPr/>
                <p14:nvPr/>
              </p14:nvContentPartPr>
              <p14:xfrm>
                <a:off x="9292371" y="6074213"/>
                <a:ext cx="23400" cy="23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0FB413C-C051-9DA8-C59A-555C8DC9515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86251" y="6068093"/>
                  <a:ext cx="35640" cy="35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8684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005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131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407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675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676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931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828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3746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449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9980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2025-09-30T07:12:07Z</dcterms:created>
  <dcterms:modified xsi:type="dcterms:W3CDTF">2025-09-30T07:45:29Z</dcterms:modified>
</cp:coreProperties>
</file>